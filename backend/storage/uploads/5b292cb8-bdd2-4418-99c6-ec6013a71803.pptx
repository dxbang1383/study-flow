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2.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9.bin"/>
  <Override ContentType="application/vnd.openxmlformats-officedocument.oleObject" PartName="/ppt/embeddings/oleObject92.bin"/>
  <Override ContentType="application/vnd.openxmlformats-officedocument.oleObject" PartName="/ppt/embeddings/oleObject126.bin"/>
  <Override ContentType="application/vnd.openxmlformats-officedocument.oleObject" PartName="/ppt/embeddings/oleObject15.bin"/>
  <Override ContentType="application/vnd.openxmlformats-officedocument.oleObject" PartName="/ppt/embeddings/oleObject41.bin"/>
  <Override ContentType="application/vnd.openxmlformats-officedocument.oleObject" PartName="/ppt/embeddings/oleObject33.bin"/>
  <Override ContentType="application/vnd.openxmlformats-officedocument.oleObject" PartName="/ppt/embeddings/oleObject134.bin"/>
  <Override ContentType="application/vnd.openxmlformats-officedocument.oleObject" PartName="/ppt/embeddings/oleObject76.bin"/>
  <Override ContentType="application/vnd.openxmlformats-officedocument.oleObject" PartName="/ppt/embeddings/oleObject25.bin"/>
  <Override ContentType="application/vnd.openxmlformats-officedocument.oleObject" PartName="/ppt/embeddings/oleObject68.bin"/>
  <Override ContentType="application/vnd.openxmlformats-officedocument.oleObject" PartName="/ppt/embeddings/oleObject82.bin"/>
  <Override ContentType="application/vnd.openxmlformats-officedocument.oleObject" PartName="/ppt/embeddings/oleObject116.bin"/>
  <Override ContentType="application/vnd.openxmlformats-officedocument.oleObject" PartName="/ppt/embeddings/oleObject17.bin"/>
  <Override ContentType="application/vnd.openxmlformats-officedocument.oleObject" PartName="/ppt/embeddings/oleObject7.bin"/>
  <Override ContentType="application/vnd.openxmlformats-officedocument.oleObject" PartName="/ppt/embeddings/oleObject90.bin"/>
  <Override ContentType="application/vnd.openxmlformats-officedocument.oleObject" PartName="/ppt/embeddings/oleObject124.bin"/>
  <Override ContentType="application/vnd.openxmlformats-officedocument.oleObject" PartName="/ppt/embeddings/oleObject142.bin"/>
  <Override ContentType="application/vnd.openxmlformats-officedocument.oleObject" PartName="/ppt/embeddings/oleObject150.bin"/>
  <Override ContentType="application/vnd.openxmlformats-officedocument.oleObject" PartName="/ppt/embeddings/oleObject128.bin"/>
  <Override ContentType="application/vnd.openxmlformats-officedocument.oleObject" PartName="/ppt/embeddings/oleObject72.bin"/>
  <Override ContentType="application/vnd.openxmlformats-officedocument.oleObject" PartName="/ppt/embeddings/oleObject48.bin"/>
  <Override ContentType="application/vnd.openxmlformats-officedocument.oleObject" PartName="/ppt/embeddings/oleObject78.bin"/>
  <Override ContentType="application/vnd.openxmlformats-officedocument.oleObject" PartName="/ppt/embeddings/oleObject132.bin"/>
  <Override ContentType="application/vnd.openxmlformats-officedocument.oleObject" PartName="/ppt/embeddings/oleObject35.bin"/>
  <Override ContentType="application/vnd.openxmlformats-officedocument.oleObject" PartName="/ppt/embeddings/oleObject108.bin"/>
  <Override ContentType="application/vnd.openxmlformats-officedocument.oleObject" PartName="/ppt/embeddings/oleObject19.bin"/>
  <Override ContentType="application/vnd.openxmlformats-officedocument.oleObject" PartName="/ppt/embeddings/oleObject144.bin"/>
  <Override ContentType="application/vnd.openxmlformats-officedocument.oleObject" PartName="/ppt/embeddings/oleObject96.bin"/>
  <Override ContentType="application/vnd.openxmlformats-officedocument.oleObject" PartName="/ppt/embeddings/oleObject114.bin"/>
  <Override ContentType="application/vnd.openxmlformats-officedocument.oleObject" PartName="/ppt/embeddings/oleObject101.bin"/>
  <Override ContentType="application/vnd.openxmlformats-officedocument.oleObject" PartName="/ppt/embeddings/oleObject53.bin"/>
  <Override ContentType="application/vnd.openxmlformats-officedocument.oleObject" PartName="/ppt/embeddings/oleObject10.bin"/>
  <Override ContentType="application/vnd.openxmlformats-officedocument.oleObject" PartName="/ppt/embeddings/oleObject84.bin"/>
  <Override ContentType="application/vnd.openxmlformats-officedocument.oleObject" PartName="/ppt/embeddings/oleObject66.bin"/>
  <Override ContentType="application/vnd.openxmlformats-officedocument.oleObject" PartName="/ppt/embeddings/oleObject23.bin"/>
  <Override ContentType="application/vnd.openxmlformats-officedocument.oleObject" PartName="/ppt/embeddings/oleObject121.bin"/>
  <Override ContentType="application/vnd.openxmlformats-officedocument.oleObject" PartName="/ppt/embeddings/oleObject104.bin"/>
  <Override ContentType="application/vnd.openxmlformats-officedocument.oleObject" PartName="/ppt/embeddings/oleObject29.bin"/>
  <Override ContentType="application/vnd.openxmlformats-officedocument.oleObject" PartName="/ppt/embeddings/oleObject4.bin"/>
  <Override ContentType="application/vnd.openxmlformats-officedocument.oleObject" PartName="/ppt/embeddings/oleObject89.bin"/>
  <Override ContentType="application/vnd.openxmlformats-officedocument.oleObject" PartName="/ppt/embeddings/oleObject112.bin"/>
  <Override ContentType="application/vnd.openxmlformats-officedocument.oleObject" PartName="/ppt/embeddings/oleObject46.bin"/>
  <Override ContentType="application/vnd.openxmlformats-officedocument.oleObject" PartName="/ppt/embeddings/oleObject147.bin"/>
  <Override ContentType="application/vnd.openxmlformats-officedocument.oleObject" PartName="/ppt/embeddings/oleObject63.bin"/>
  <Override ContentType="application/vnd.openxmlformats-officedocument.oleObject" PartName="/ppt/embeddings/oleObject61.bin"/>
  <Override ContentType="application/vnd.openxmlformats-officedocument.oleObject" PartName="/ppt/embeddings/oleObject20.bin"/>
  <Override ContentType="application/vnd.openxmlformats-officedocument.oleObject" PartName="/ppt/embeddings/oleObject98.bin"/>
  <Override ContentType="application/vnd.openxmlformats-officedocument.oleObject" PartName="/ppt/embeddings/oleObject138.bin"/>
  <Override ContentType="application/vnd.openxmlformats-officedocument.oleObject" PartName="/ppt/embeddings/oleObject12.bin"/>
  <Override ContentType="application/vnd.openxmlformats-officedocument.oleObject" PartName="/ppt/embeddings/oleObject55.bin"/>
  <Override ContentType="application/vnd.openxmlformats-officedocument.oleObject" PartName="/ppt/embeddings/oleObject95.bin"/>
  <Override ContentType="application/vnd.openxmlformats-officedocument.oleObject" PartName="/ppt/embeddings/oleObject2.bin"/>
  <Override ContentType="application/vnd.openxmlformats-officedocument.oleObject" PartName="/ppt/embeddings/oleObject38.bin"/>
  <Override ContentType="application/vnd.openxmlformats-officedocument.oleObject" PartName="/ppt/embeddings/oleObject110.bin"/>
  <Override ContentType="application/vnd.openxmlformats-officedocument.oleObject" PartName="/ppt/embeddings/oleObject6.bin"/>
  <Override ContentType="application/vnd.openxmlformats-officedocument.oleObject" PartName="/ppt/embeddings/oleObject140.bin"/>
  <Override ContentType="application/vnd.openxmlformats-officedocument.oleObject" PartName="/ppt/embeddings/oleObject136.bin"/>
  <Override ContentType="application/vnd.openxmlformats-officedocument.oleObject" PartName="/ppt/embeddings/oleObject106.bin"/>
  <Override ContentType="application/vnd.openxmlformats-officedocument.oleObject" PartName="/ppt/embeddings/oleObject123.bin"/>
  <Override ContentType="application/vnd.openxmlformats-officedocument.oleObject" PartName="/ppt/embeddings/oleObject149.bin"/>
  <Override ContentType="application/vnd.openxmlformats-officedocument.oleObject" PartName="/ppt/embeddings/oleObject44.bin"/>
  <Override ContentType="application/vnd.openxmlformats-officedocument.oleObject" PartName="/ppt/embeddings/oleObject50.bin"/>
  <Override ContentType="application/vnd.openxmlformats-officedocument.oleObject" PartName="/ppt/embeddings/oleObject74.bin"/>
  <Override ContentType="application/vnd.openxmlformats-officedocument.oleObject" PartName="/ppt/embeddings/oleObject93.bin"/>
  <Override ContentType="application/vnd.openxmlformats-officedocument.oleObject" PartName="/ppt/embeddings/oleObject14.bin"/>
  <Override ContentType="application/vnd.openxmlformats-officedocument.oleObject" PartName="/ppt/embeddings/oleObject31.bin"/>
  <Override ContentType="application/vnd.openxmlformats-officedocument.oleObject" PartName="/ppt/embeddings/oleObject87.bin"/>
  <Override ContentType="application/vnd.openxmlformats-officedocument.oleObject" PartName="/ppt/embeddings/oleObject57.bin"/>
  <Override ContentType="application/vnd.openxmlformats-officedocument.oleObject" PartName="/ppt/embeddings/oleObject80.bin"/>
  <Override ContentType="application/vnd.openxmlformats-officedocument.oleObject" PartName="/ppt/embeddings/oleObject27.bin"/>
  <Override ContentType="application/vnd.openxmlformats-officedocument.oleObject" PartName="/ppt/embeddings/oleObject67.bin"/>
  <Override ContentType="application/vnd.openxmlformats-officedocument.oleObject" PartName="/ppt/embeddings/oleObject32.bin"/>
  <Override ContentType="application/vnd.openxmlformats-officedocument.oleObject" PartName="/ppt/embeddings/oleObject40.bin"/>
  <Override ContentType="application/vnd.openxmlformats-officedocument.oleObject" PartName="/ppt/embeddings/oleObject83.bin"/>
  <Override ContentType="application/vnd.openxmlformats-officedocument.oleObject" PartName="/ppt/embeddings/oleObject117.bin"/>
  <Override ContentType="application/vnd.openxmlformats-officedocument.oleObject" PartName="/ppt/embeddings/oleObject59.bin"/>
  <Override ContentType="application/vnd.openxmlformats-officedocument.oleObject" PartName="/ppt/embeddings/oleObject143.bin"/>
  <Override ContentType="application/vnd.openxmlformats-officedocument.oleObject" PartName="/ppt/embeddings/oleObject8.bin"/>
  <Override ContentType="application/vnd.openxmlformats-officedocument.oleObject" PartName="/ppt/embeddings/oleObject91.bin"/>
  <Override ContentType="application/vnd.openxmlformats-officedocument.oleObject" PartName="/ppt/embeddings/oleObject125.bin"/>
  <Override ContentType="application/vnd.openxmlformats-officedocument.oleObject" PartName="/ppt/embeddings/oleObject24.bin"/>
  <Override ContentType="application/vnd.openxmlformats-officedocument.oleObject" PartName="/ppt/embeddings/oleObject133.bin"/>
  <Override ContentType="application/vnd.openxmlformats-officedocument.oleObject" PartName="/ppt/embeddings/oleObject119.bin"/>
  <Override ContentType="application/vnd.openxmlformats-officedocument.oleObject" PartName="/ppt/embeddings/oleObject85.bin"/>
  <Override ContentType="application/vnd.openxmlformats-officedocument.oleObject" PartName="/ppt/embeddings/oleObject141.bin"/>
  <Override ContentType="application/vnd.openxmlformats-officedocument.oleObject" PartName="/ppt/embeddings/oleObject42.bin"/>
  <Override ContentType="application/vnd.openxmlformats-officedocument.oleObject" PartName="/ppt/embeddings/oleObject16.bin"/>
  <Override ContentType="application/vnd.openxmlformats-officedocument.oleObject" PartName="/ppt/embeddings/oleObject77.bin"/>
  <Override ContentType="application/vnd.openxmlformats-officedocument.oleObject" PartName="/ppt/embeddings/oleObject34.bin"/>
  <Override ContentType="application/vnd.openxmlformats-officedocument.oleObject" PartName="/ppt/embeddings/oleObject73.bin"/>
  <Override ContentType="application/vnd.openxmlformats-officedocument.oleObject" PartName="/ppt/embeddings/oleObject107.bin"/>
  <Override ContentType="application/vnd.openxmlformats-officedocument.oleObject" PartName="/ppt/embeddings/oleObject145.bin"/>
  <Override ContentType="application/vnd.openxmlformats-officedocument.oleObject" PartName="/ppt/embeddings/oleObject18.bin"/>
  <Override ContentType="application/vnd.openxmlformats-officedocument.oleObject" PartName="/ppt/embeddings/oleObject102.bin"/>
  <Override ContentType="application/vnd.openxmlformats-officedocument.oleObject" PartName="/ppt/embeddings/oleObject115.bin"/>
  <Override ContentType="application/vnd.openxmlformats-officedocument.oleObject" PartName="/ppt/embeddings/oleObject65.bin"/>
  <Override ContentType="application/vnd.openxmlformats-officedocument.oleObject" PartName="/ppt/embeddings/oleObject1.bin"/>
  <Override ContentType="application/vnd.openxmlformats-officedocument.oleObject" PartName="/ppt/embeddings/oleObject52.bin"/>
  <Override ContentType="application/vnd.openxmlformats-officedocument.oleObject" PartName="/ppt/embeddings/oleObject22.bin"/>
  <Override ContentType="application/vnd.openxmlformats-officedocument.oleObject" PartName="/ppt/embeddings/oleObject49.bin"/>
  <Override ContentType="application/vnd.openxmlformats-officedocument.oleObject" PartName="/ppt/embeddings/oleObject127.bin"/>
  <Override ContentType="application/vnd.openxmlformats-officedocument.oleObject" PartName="/ppt/embeddings/oleObject79.bin"/>
  <Override ContentType="application/vnd.openxmlformats-officedocument.oleObject" PartName="/ppt/embeddings/oleObject100.bin"/>
  <Override ContentType="application/vnd.openxmlformats-officedocument.oleObject" PartName="/ppt/embeddings/oleObject131.bin"/>
  <Override ContentType="application/vnd.openxmlformats-officedocument.oleObject" PartName="/ppt/embeddings/oleObject71.bin"/>
  <Override ContentType="application/vnd.openxmlformats-officedocument.oleObject" PartName="/ppt/embeddings/oleObject109.bin"/>
  <Override ContentType="application/vnd.openxmlformats-officedocument.oleObject" PartName="/ppt/embeddings/oleObject36.bin"/>
  <Override ContentType="application/vnd.openxmlformats-officedocument.oleObject" PartName="/ppt/embeddings/oleObject37.bin"/>
  <Override ContentType="application/vnd.openxmlformats-officedocument.oleObject" PartName="/ppt/embeddings/oleObject139.bin"/>
  <Override ContentType="application/vnd.openxmlformats-officedocument.oleObject" PartName="/ppt/embeddings/oleObject45.bin"/>
  <Override ContentType="application/vnd.openxmlformats-officedocument.oleObject" PartName="/ppt/embeddings/oleObject70.bin"/>
  <Override ContentType="application/vnd.openxmlformats-officedocument.oleObject" PartName="/ppt/embeddings/oleObject97.bin"/>
  <Override ContentType="application/vnd.openxmlformats-officedocument.oleObject" PartName="/ppt/embeddings/oleObject54.bin"/>
  <Override ContentType="application/vnd.openxmlformats-officedocument.oleObject" PartName="/ppt/embeddings/oleObject113.bin"/>
  <Override ContentType="application/vnd.openxmlformats-officedocument.oleObject" PartName="/ppt/embeddings/oleObject28.bin"/>
  <Override ContentType="application/vnd.openxmlformats-officedocument.oleObject" PartName="/ppt/embeddings/oleObject11.bin"/>
  <Override ContentType="application/vnd.openxmlformats-officedocument.oleObject" PartName="/ppt/embeddings/oleObject130.bin"/>
  <Override ContentType="application/vnd.openxmlformats-officedocument.oleObject" PartName="/ppt/embeddings/oleObject103.bin"/>
  <Override ContentType="application/vnd.openxmlformats-officedocument.oleObject" PartName="/ppt/embeddings/oleObject146.bin"/>
  <Override ContentType="application/vnd.openxmlformats-officedocument.oleObject" PartName="/ppt/embeddings/oleObject3.bin"/>
  <Override ContentType="application/vnd.openxmlformats-officedocument.oleObject" PartName="/ppt/embeddings/oleObject129.bin"/>
  <Override ContentType="application/vnd.openxmlformats-officedocument.oleObject" PartName="/ppt/embeddings/oleObject47.bin"/>
  <Override ContentType="application/vnd.openxmlformats-officedocument.oleObject" PartName="/ppt/embeddings/oleObject111.bin"/>
  <Override ContentType="application/vnd.openxmlformats-officedocument.oleObject" PartName="/ppt/embeddings/oleObject21.bin"/>
  <Override ContentType="application/vnd.openxmlformats-officedocument.oleObject" PartName="/ppt/embeddings/oleObject64.bin"/>
  <Override ContentType="application/vnd.openxmlformats-officedocument.oleObject" PartName="/ppt/embeddings/oleObject137.bin"/>
  <Override ContentType="application/vnd.openxmlformats-officedocument.oleObject" PartName="/ppt/embeddings/oleObject60.bin"/>
  <Override ContentType="application/vnd.openxmlformats-officedocument.oleObject" PartName="/ppt/embeddings/oleObject120.bin"/>
  <Override ContentType="application/vnd.openxmlformats-officedocument.oleObject" PartName="/ppt/embeddings/oleObject13.bin"/>
  <Override ContentType="application/vnd.openxmlformats-officedocument.oleObject" PartName="/ppt/embeddings/oleObject26.bin"/>
  <Override ContentType="application/vnd.openxmlformats-officedocument.oleObject" PartName="/ppt/embeddings/oleObject51.bin"/>
  <Override ContentType="application/vnd.openxmlformats-officedocument.oleObject" PartName="/ppt/embeddings/oleObject99.bin"/>
  <Override ContentType="application/vnd.openxmlformats-officedocument.oleObject" PartName="/ppt/embeddings/oleObject86.bin"/>
  <Override ContentType="application/vnd.openxmlformats-officedocument.oleObject" PartName="/ppt/embeddings/oleObject69.bin"/>
  <Override ContentType="application/vnd.openxmlformats-officedocument.oleObject" PartName="/ppt/embeddings/oleObject94.bin"/>
  <Override ContentType="application/vnd.openxmlformats-officedocument.oleObject" PartName="/ppt/embeddings/oleObject30.bin"/>
  <Override ContentType="application/vnd.openxmlformats-officedocument.oleObject" PartName="/ppt/embeddings/oleObject43.bin"/>
  <Override ContentType="application/vnd.openxmlformats-officedocument.oleObject" PartName="/ppt/embeddings/oleObject56.bin"/>
  <Override ContentType="application/vnd.openxmlformats-officedocument.oleObject" PartName="/ppt/embeddings/oleObject81.bin"/>
  <Override ContentType="application/vnd.openxmlformats-officedocument.oleObject" PartName="/ppt/embeddings/oleObject39.bin"/>
  <Override ContentType="application/vnd.openxmlformats-officedocument.oleObject" PartName="/ppt/embeddings/oleObject5.bin"/>
  <Override ContentType="application/vnd.openxmlformats-officedocument.oleObject" PartName="/ppt/embeddings/oleObject148.bin"/>
  <Override ContentType="application/vnd.openxmlformats-officedocument.oleObject" PartName="/ppt/embeddings/oleObject58.bin"/>
  <Override ContentType="application/vnd.openxmlformats-officedocument.oleObject" PartName="/ppt/embeddings/oleObject118.bin"/>
  <Override ContentType="application/vnd.openxmlformats-officedocument.oleObject" PartName="/ppt/embeddings/oleObject105.bin"/>
  <Override ContentType="application/vnd.openxmlformats-officedocument.oleObject" PartName="/ppt/embeddings/oleObject88.bin"/>
  <Override ContentType="application/vnd.openxmlformats-officedocument.oleObject" PartName="/ppt/embeddings/oleObject75.bin"/>
  <Override ContentType="application/vnd.openxmlformats-officedocument.oleObject" PartName="/ppt/embeddings/oleObject122.bin"/>
  <Override ContentType="application/vnd.openxmlformats-officedocument.oleObject" PartName="/ppt/embeddings/oleObject62.bin"/>
  <Override ContentType="application/vnd.openxmlformats-officedocument.oleObject" PartName="/ppt/embeddings/oleObject135.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0" r:id="rId5"/>
    <p:sldMasterId id="2147483652" r:id="rId6"/>
    <p:sldMasterId id="2147483654" r:id="rId7"/>
    <p:sldMasterId id="2147483656" r:id="rId8"/>
    <p:sldMasterId id="2147483657" r:id="rId9"/>
    <p:sldMasterId id="2147483659" r:id="rId10"/>
    <p:sldMasterId id="2147483661" r:id="rId11"/>
    <p:sldMasterId id="2147483663" r:id="rId12"/>
    <p:sldMasterId id="2147483665" r:id="rId13"/>
    <p:sldMasterId id="2147483667" r:id="rId14"/>
    <p:sldMasterId id="2147483669"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19" r:id="rId80"/>
    <p:sldId id="320" r:id="rId81"/>
    <p:sldId id="321" r:id="rId82"/>
    <p:sldId id="322" r:id="rId83"/>
    <p:sldId id="323" r:id="rId84"/>
    <p:sldId id="324" r:id="rId85"/>
    <p:sldId id="325" r:id="rId86"/>
    <p:sldId id="326" r:id="rId87"/>
    <p:sldId id="327" r:id="rId88"/>
    <p:sldId id="328" r:id="rId89"/>
    <p:sldId id="329" r:id="rId90"/>
    <p:sldId id="330" r:id="rId91"/>
    <p:sldId id="331" r:id="rId92"/>
    <p:sldId id="332" r:id="rId93"/>
    <p:sldId id="333" r:id="rId94"/>
    <p:sldId id="334" r:id="rId95"/>
    <p:sldId id="335" r:id="rId96"/>
    <p:sldId id="336" r:id="rId97"/>
    <p:sldId id="337" r:id="rId98"/>
  </p:sldIdLst>
  <p:sldSz cy="6858000" cx="9144000"/>
  <p:notesSz cx="68580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99" roundtripDataSignature="AMtx7mge2EEA5P0WzSgS3VXpH/L9j8fn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4.xml"/><Relationship Id="rId42" Type="http://schemas.openxmlformats.org/officeDocument/2006/relationships/slide" Target="slides/slide26.xml"/><Relationship Id="rId41" Type="http://schemas.openxmlformats.org/officeDocument/2006/relationships/slide" Target="slides/slide25.xml"/><Relationship Id="rId44" Type="http://schemas.openxmlformats.org/officeDocument/2006/relationships/slide" Target="slides/slide28.xml"/><Relationship Id="rId43" Type="http://schemas.openxmlformats.org/officeDocument/2006/relationships/slide" Target="slides/slide27.xml"/><Relationship Id="rId46" Type="http://schemas.openxmlformats.org/officeDocument/2006/relationships/slide" Target="slides/slide30.xml"/><Relationship Id="rId45" Type="http://schemas.openxmlformats.org/officeDocument/2006/relationships/slide" Target="slides/slide29.xml"/><Relationship Id="rId48" Type="http://schemas.openxmlformats.org/officeDocument/2006/relationships/slide" Target="slides/slide32.xml"/><Relationship Id="rId47" Type="http://schemas.openxmlformats.org/officeDocument/2006/relationships/slide" Target="slides/slide31.xml"/><Relationship Id="rId49" Type="http://schemas.openxmlformats.org/officeDocument/2006/relationships/slide" Target="slides/slide33.xml"/><Relationship Id="rId31" Type="http://schemas.openxmlformats.org/officeDocument/2006/relationships/slide" Target="slides/slide15.xml"/><Relationship Id="rId30" Type="http://schemas.openxmlformats.org/officeDocument/2006/relationships/slide" Target="slides/slide14.xml"/><Relationship Id="rId33" Type="http://schemas.openxmlformats.org/officeDocument/2006/relationships/slide" Target="slides/slide17.xml"/><Relationship Id="rId32" Type="http://schemas.openxmlformats.org/officeDocument/2006/relationships/slide" Target="slides/slide16.xml"/><Relationship Id="rId35" Type="http://schemas.openxmlformats.org/officeDocument/2006/relationships/slide" Target="slides/slide19.xml"/><Relationship Id="rId34" Type="http://schemas.openxmlformats.org/officeDocument/2006/relationships/slide" Target="slides/slide18.xml"/><Relationship Id="rId37" Type="http://schemas.openxmlformats.org/officeDocument/2006/relationships/slide" Target="slides/slide21.xml"/><Relationship Id="rId36" Type="http://schemas.openxmlformats.org/officeDocument/2006/relationships/slide" Target="slides/slide20.xml"/><Relationship Id="rId39" Type="http://schemas.openxmlformats.org/officeDocument/2006/relationships/slide" Target="slides/slide23.xml"/><Relationship Id="rId38" Type="http://schemas.openxmlformats.org/officeDocument/2006/relationships/slide" Target="slides/slide22.xml"/><Relationship Id="rId20" Type="http://schemas.openxmlformats.org/officeDocument/2006/relationships/slide" Target="slides/slide4.xml"/><Relationship Id="rId22" Type="http://schemas.openxmlformats.org/officeDocument/2006/relationships/slide" Target="slides/slide6.xml"/><Relationship Id="rId21" Type="http://schemas.openxmlformats.org/officeDocument/2006/relationships/slide" Target="slides/slide5.xml"/><Relationship Id="rId24" Type="http://schemas.openxmlformats.org/officeDocument/2006/relationships/slide" Target="slides/slide8.xml"/><Relationship Id="rId23" Type="http://schemas.openxmlformats.org/officeDocument/2006/relationships/slide" Target="slides/slide7.xml"/><Relationship Id="rId26" Type="http://schemas.openxmlformats.org/officeDocument/2006/relationships/slide" Target="slides/slide10.xml"/><Relationship Id="rId25" Type="http://schemas.openxmlformats.org/officeDocument/2006/relationships/slide" Target="slides/slide9.xml"/><Relationship Id="rId28" Type="http://schemas.openxmlformats.org/officeDocument/2006/relationships/slide" Target="slides/slide12.xml"/><Relationship Id="rId27" Type="http://schemas.openxmlformats.org/officeDocument/2006/relationships/slide" Target="slides/slide11.xml"/><Relationship Id="rId29" Type="http://schemas.openxmlformats.org/officeDocument/2006/relationships/slide" Target="slides/slide13.xml"/><Relationship Id="rId95" Type="http://schemas.openxmlformats.org/officeDocument/2006/relationships/slide" Target="slides/slide79.xml"/><Relationship Id="rId94" Type="http://schemas.openxmlformats.org/officeDocument/2006/relationships/slide" Target="slides/slide78.xml"/><Relationship Id="rId97" Type="http://schemas.openxmlformats.org/officeDocument/2006/relationships/slide" Target="slides/slide81.xml"/><Relationship Id="rId96" Type="http://schemas.openxmlformats.org/officeDocument/2006/relationships/slide" Target="slides/slide80.xml"/><Relationship Id="rId11" Type="http://schemas.openxmlformats.org/officeDocument/2006/relationships/slideMaster" Target="slideMasters/slideMaster8.xml"/><Relationship Id="rId99" Type="http://customschemas.google.com/relationships/presentationmetadata" Target="metadata"/><Relationship Id="rId10" Type="http://schemas.openxmlformats.org/officeDocument/2006/relationships/slideMaster" Target="slideMasters/slideMaster7.xml"/><Relationship Id="rId98" Type="http://schemas.openxmlformats.org/officeDocument/2006/relationships/slide" Target="slides/slide82.xml"/><Relationship Id="rId13" Type="http://schemas.openxmlformats.org/officeDocument/2006/relationships/slideMaster" Target="slideMasters/slideMaster10.xml"/><Relationship Id="rId12" Type="http://schemas.openxmlformats.org/officeDocument/2006/relationships/slideMaster" Target="slideMasters/slideMaster9.xml"/><Relationship Id="rId91" Type="http://schemas.openxmlformats.org/officeDocument/2006/relationships/slide" Target="slides/slide75.xml"/><Relationship Id="rId90" Type="http://schemas.openxmlformats.org/officeDocument/2006/relationships/slide" Target="slides/slide74.xml"/><Relationship Id="rId93" Type="http://schemas.openxmlformats.org/officeDocument/2006/relationships/slide" Target="slides/slide77.xml"/><Relationship Id="rId92" Type="http://schemas.openxmlformats.org/officeDocument/2006/relationships/slide" Target="slides/slide76.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 Target="slides/slide1.xml"/><Relationship Id="rId16" Type="http://schemas.openxmlformats.org/officeDocument/2006/relationships/notesMaster" Target="notesMasters/notesMaster1.xml"/><Relationship Id="rId19" Type="http://schemas.openxmlformats.org/officeDocument/2006/relationships/slide" Target="slides/slide3.xml"/><Relationship Id="rId18" Type="http://schemas.openxmlformats.org/officeDocument/2006/relationships/slide" Target="slides/slide2.xml"/><Relationship Id="rId84" Type="http://schemas.openxmlformats.org/officeDocument/2006/relationships/slide" Target="slides/slide68.xml"/><Relationship Id="rId83" Type="http://schemas.openxmlformats.org/officeDocument/2006/relationships/slide" Target="slides/slide67.xml"/><Relationship Id="rId86" Type="http://schemas.openxmlformats.org/officeDocument/2006/relationships/slide" Target="slides/slide70.xml"/><Relationship Id="rId85" Type="http://schemas.openxmlformats.org/officeDocument/2006/relationships/slide" Target="slides/slide69.xml"/><Relationship Id="rId88" Type="http://schemas.openxmlformats.org/officeDocument/2006/relationships/slide" Target="slides/slide72.xml"/><Relationship Id="rId87" Type="http://schemas.openxmlformats.org/officeDocument/2006/relationships/slide" Target="slides/slide71.xml"/><Relationship Id="rId89" Type="http://schemas.openxmlformats.org/officeDocument/2006/relationships/slide" Target="slides/slide73.xml"/><Relationship Id="rId80" Type="http://schemas.openxmlformats.org/officeDocument/2006/relationships/slide" Target="slides/slide64.xml"/><Relationship Id="rId82" Type="http://schemas.openxmlformats.org/officeDocument/2006/relationships/slide" Target="slides/slide66.xml"/><Relationship Id="rId81" Type="http://schemas.openxmlformats.org/officeDocument/2006/relationships/slide" Target="slides/slide6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57.xml"/><Relationship Id="rId72" Type="http://schemas.openxmlformats.org/officeDocument/2006/relationships/slide" Target="slides/slide56.xml"/><Relationship Id="rId75" Type="http://schemas.openxmlformats.org/officeDocument/2006/relationships/slide" Target="slides/slide59.xml"/><Relationship Id="rId74" Type="http://schemas.openxmlformats.org/officeDocument/2006/relationships/slide" Target="slides/slide58.xml"/><Relationship Id="rId77" Type="http://schemas.openxmlformats.org/officeDocument/2006/relationships/slide" Target="slides/slide61.xml"/><Relationship Id="rId76" Type="http://schemas.openxmlformats.org/officeDocument/2006/relationships/slide" Target="slides/slide60.xml"/><Relationship Id="rId79" Type="http://schemas.openxmlformats.org/officeDocument/2006/relationships/slide" Target="slides/slide63.xml"/><Relationship Id="rId78" Type="http://schemas.openxmlformats.org/officeDocument/2006/relationships/slide" Target="slides/slide62.xml"/><Relationship Id="rId71" Type="http://schemas.openxmlformats.org/officeDocument/2006/relationships/slide" Target="slides/slide55.xml"/><Relationship Id="rId70" Type="http://schemas.openxmlformats.org/officeDocument/2006/relationships/slide" Target="slides/slide54.xml"/><Relationship Id="rId62" Type="http://schemas.openxmlformats.org/officeDocument/2006/relationships/slide" Target="slides/slide46.xml"/><Relationship Id="rId61" Type="http://schemas.openxmlformats.org/officeDocument/2006/relationships/slide" Target="slides/slide45.xml"/><Relationship Id="rId64" Type="http://schemas.openxmlformats.org/officeDocument/2006/relationships/slide" Target="slides/slide48.xml"/><Relationship Id="rId63" Type="http://schemas.openxmlformats.org/officeDocument/2006/relationships/slide" Target="slides/slide47.xml"/><Relationship Id="rId66" Type="http://schemas.openxmlformats.org/officeDocument/2006/relationships/slide" Target="slides/slide50.xml"/><Relationship Id="rId65" Type="http://schemas.openxmlformats.org/officeDocument/2006/relationships/slide" Target="slides/slide49.xml"/><Relationship Id="rId68" Type="http://schemas.openxmlformats.org/officeDocument/2006/relationships/slide" Target="slides/slide52.xml"/><Relationship Id="rId67" Type="http://schemas.openxmlformats.org/officeDocument/2006/relationships/slide" Target="slides/slide51.xml"/><Relationship Id="rId60" Type="http://schemas.openxmlformats.org/officeDocument/2006/relationships/slide" Target="slides/slide44.xml"/><Relationship Id="rId69" Type="http://schemas.openxmlformats.org/officeDocument/2006/relationships/slide" Target="slides/slide53.xml"/><Relationship Id="rId51" Type="http://schemas.openxmlformats.org/officeDocument/2006/relationships/slide" Target="slides/slide35.xml"/><Relationship Id="rId50" Type="http://schemas.openxmlformats.org/officeDocument/2006/relationships/slide" Target="slides/slide34.xml"/><Relationship Id="rId53" Type="http://schemas.openxmlformats.org/officeDocument/2006/relationships/slide" Target="slides/slide37.xml"/><Relationship Id="rId52" Type="http://schemas.openxmlformats.org/officeDocument/2006/relationships/slide" Target="slides/slide36.xml"/><Relationship Id="rId55" Type="http://schemas.openxmlformats.org/officeDocument/2006/relationships/slide" Target="slides/slide39.xml"/><Relationship Id="rId54" Type="http://schemas.openxmlformats.org/officeDocument/2006/relationships/slide" Target="slides/slide38.xml"/><Relationship Id="rId57" Type="http://schemas.openxmlformats.org/officeDocument/2006/relationships/slide" Target="slides/slide41.xml"/><Relationship Id="rId56" Type="http://schemas.openxmlformats.org/officeDocument/2006/relationships/slide" Target="slides/slide40.xml"/><Relationship Id="rId59" Type="http://schemas.openxmlformats.org/officeDocument/2006/relationships/slide" Target="slides/slide43.xml"/><Relationship Id="rId58" Type="http://schemas.openxmlformats.org/officeDocument/2006/relationships/slide" Target="slides/slide42.xml"/></Relationships>
</file>

<file path=ppt/drawings/_rels/vmlDrawing1.v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4.png"/><Relationship Id="rId12" Type="http://schemas.openxmlformats.org/officeDocument/2006/relationships/image" Target="../media/image3.png"/><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8.png"/><Relationship Id="rId15" Type="http://schemas.openxmlformats.org/officeDocument/2006/relationships/image" Target="../media/image4.png"/><Relationship Id="rId14" Type="http://schemas.openxmlformats.org/officeDocument/2006/relationships/image" Target="../media/image3.png"/><Relationship Id="rId16" Type="http://schemas.openxmlformats.org/officeDocument/2006/relationships/image" Target="../media/image2.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4.png"/><Relationship Id="rId12" Type="http://schemas.openxmlformats.org/officeDocument/2006/relationships/image" Target="../media/image3.png"/><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4.png"/><Relationship Id="rId12" Type="http://schemas.openxmlformats.org/officeDocument/2006/relationships/image" Target="../media/image3.png"/><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5.v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4.png"/><Relationship Id="rId12" Type="http://schemas.openxmlformats.org/officeDocument/2006/relationships/image" Target="../media/image3.png"/><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s>
</file>

<file path=ppt/drawings/_rels/vmlDrawing6.v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4.png"/><Relationship Id="rId12" Type="http://schemas.openxmlformats.org/officeDocument/2006/relationships/image" Target="../media/image3.png"/><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9.png"/><Relationship Id="rId3" Type="http://schemas.openxmlformats.org/officeDocument/2006/relationships/image" Target="../media/image19.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28.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4.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28.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6.png"/><Relationship Id="rId6" Type="http://schemas.openxmlformats.org/officeDocument/2006/relationships/image" Target="../media/image26.png"/></Relationships>
</file>

<file path=ppt/drawings/_rels/vmlDrawing12.v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4.png"/><Relationship Id="rId12" Type="http://schemas.openxmlformats.org/officeDocument/2006/relationships/image" Target="../media/image3.png"/><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 Id="rId3" Type="http://schemas.openxmlformats.org/officeDocument/2006/relationships/image" Target="../media/image27.png"/><Relationship Id="rId4" Type="http://schemas.openxmlformats.org/officeDocument/2006/relationships/image" Target="../media/image27.png"/><Relationship Id="rId5" Type="http://schemas.openxmlformats.org/officeDocument/2006/relationships/image" Target="../media/image27.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5.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4.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3.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0.png"/><Relationship Id="rId3" Type="http://schemas.openxmlformats.org/officeDocument/2006/relationships/image" Target="../media/image38.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s>
</file>

<file path=ppt/drawings/_rels/vmlDrawing26.v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38.png"/><Relationship Id="rId13" Type="http://schemas.openxmlformats.org/officeDocument/2006/relationships/image" Target="../media/image38.png"/><Relationship Id="rId12" Type="http://schemas.openxmlformats.org/officeDocument/2006/relationships/image" Target="../media/image38.png"/><Relationship Id="rId1" Type="http://schemas.openxmlformats.org/officeDocument/2006/relationships/image" Target="../media/image38.png"/><Relationship Id="rId2" Type="http://schemas.openxmlformats.org/officeDocument/2006/relationships/image" Target="../media/image38.png"/><Relationship Id="rId3" Type="http://schemas.openxmlformats.org/officeDocument/2006/relationships/image" Target="../media/image38.png"/><Relationship Id="rId4" Type="http://schemas.openxmlformats.org/officeDocument/2006/relationships/image" Target="../media/image38.png"/><Relationship Id="rId9" Type="http://schemas.openxmlformats.org/officeDocument/2006/relationships/image" Target="../media/image38.png"/><Relationship Id="rId5" Type="http://schemas.openxmlformats.org/officeDocument/2006/relationships/image" Target="../media/image38.png"/><Relationship Id="rId6" Type="http://schemas.openxmlformats.org/officeDocument/2006/relationships/image" Target="../media/image38.png"/><Relationship Id="rId7" Type="http://schemas.openxmlformats.org/officeDocument/2006/relationships/image" Target="../media/image38.png"/><Relationship Id="rId8" Type="http://schemas.openxmlformats.org/officeDocument/2006/relationships/image" Target="../media/image38.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4.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4.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3550"/>
          </a:xfrm>
          <a:prstGeom prst="rect">
            <a:avLst/>
          </a:prstGeom>
          <a:noFill/>
          <a:ln>
            <a:noFill/>
          </a:ln>
        </p:spPr>
        <p:txBody>
          <a:bodyPr anchorCtr="0" anchor="t" bIns="46150" lIns="92300" spcFirstLastPara="1" rIns="92300" wrap="square" tIns="4615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63550"/>
          </a:xfrm>
          <a:prstGeom prst="rect">
            <a:avLst/>
          </a:prstGeom>
          <a:noFill/>
          <a:ln>
            <a:noFill/>
          </a:ln>
        </p:spPr>
        <p:txBody>
          <a:bodyPr anchorCtr="0" anchor="t" bIns="46150" lIns="92300" spcFirstLastPara="1" rIns="92300" wrap="square" tIns="4615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32850"/>
            <a:ext cx="2971800" cy="463550"/>
          </a:xfrm>
          <a:prstGeom prst="rect">
            <a:avLst/>
          </a:prstGeom>
          <a:noFill/>
          <a:ln>
            <a:noFill/>
          </a:ln>
        </p:spPr>
        <p:txBody>
          <a:bodyPr anchorCtr="0" anchor="b" bIns="46150" lIns="92300" spcFirstLastPara="1" rIns="92300" wrap="square" tIns="4615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152" name="Google Shape;152;p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163" name="Google Shape;163;p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173" name="Google Shape;173;p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3: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2" name="Google Shape;182;p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4: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5: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02" name="Google Shape;602;p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5: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18" name="Google Shape;618;p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48" name="Google Shape;948;p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8: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3" name="Google Shape;1273;p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4" name="Google Shape;1274;p8: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85" name="Google Shape;1285;p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6" name="Google Shape;1286;p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p1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37" name="Google Shape;1337;p1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8" name="Google Shape;1338;p1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1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46" name="Google Shape;1346;p1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7" name="Google Shape;1347;p1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1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75" name="Google Shape;1675;p1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6" name="Google Shape;1676;p1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p13: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33" name="Google Shape;2033;p1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4" name="Google Shape;2034;p13: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6" name="Shape 2696"/>
        <p:cNvGrpSpPr/>
        <p:nvPr/>
      </p:nvGrpSpPr>
      <p:grpSpPr>
        <a:xfrm>
          <a:off x="0" y="0"/>
          <a:ext cx="0" cy="0"/>
          <a:chOff x="0" y="0"/>
          <a:chExt cx="0" cy="0"/>
        </a:xfrm>
      </p:grpSpPr>
      <p:sp>
        <p:nvSpPr>
          <p:cNvPr id="2697" name="Google Shape;2697;p14: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2698" name="Google Shape;2698;p1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p15: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2742" name="Google Shape;2742;p1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4" name="Shape 2794"/>
        <p:cNvGrpSpPr/>
        <p:nvPr/>
      </p:nvGrpSpPr>
      <p:grpSpPr>
        <a:xfrm>
          <a:off x="0" y="0"/>
          <a:ext cx="0" cy="0"/>
          <a:chOff x="0" y="0"/>
          <a:chExt cx="0" cy="0"/>
        </a:xfrm>
      </p:grpSpPr>
      <p:sp>
        <p:nvSpPr>
          <p:cNvPr id="2795" name="Google Shape;2795;p1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796" name="Google Shape;2796;p1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7" name="Google Shape;2797;p1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p1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05" name="Google Shape;2805;p1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6" name="Google Shape;2806;p1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3" name="Shape 2813"/>
        <p:cNvGrpSpPr/>
        <p:nvPr/>
      </p:nvGrpSpPr>
      <p:grpSpPr>
        <a:xfrm>
          <a:off x="0" y="0"/>
          <a:ext cx="0" cy="0"/>
          <a:chOff x="0" y="0"/>
          <a:chExt cx="0" cy="0"/>
        </a:xfrm>
      </p:grpSpPr>
      <p:sp>
        <p:nvSpPr>
          <p:cNvPr id="2814" name="Google Shape;2814;p18: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15" name="Google Shape;2815;p1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6" name="Google Shape;2816;p18: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6" name="Shape 2856"/>
        <p:cNvGrpSpPr/>
        <p:nvPr/>
      </p:nvGrpSpPr>
      <p:grpSpPr>
        <a:xfrm>
          <a:off x="0" y="0"/>
          <a:ext cx="0" cy="0"/>
          <a:chOff x="0" y="0"/>
          <a:chExt cx="0" cy="0"/>
        </a:xfrm>
      </p:grpSpPr>
      <p:sp>
        <p:nvSpPr>
          <p:cNvPr id="2857" name="Google Shape;2857;p1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58" name="Google Shape;2858;p1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9" name="Google Shape;2859;p1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0" name="Shape 2910"/>
        <p:cNvGrpSpPr/>
        <p:nvPr/>
      </p:nvGrpSpPr>
      <p:grpSpPr>
        <a:xfrm>
          <a:off x="0" y="0"/>
          <a:ext cx="0" cy="0"/>
          <a:chOff x="0" y="0"/>
          <a:chExt cx="0" cy="0"/>
        </a:xfrm>
      </p:grpSpPr>
      <p:sp>
        <p:nvSpPr>
          <p:cNvPr id="2911" name="Google Shape;2911;p2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912" name="Google Shape;2912;p2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3" name="Google Shape;2913;p2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6" name="Shape 2956"/>
        <p:cNvGrpSpPr/>
        <p:nvPr/>
      </p:nvGrpSpPr>
      <p:grpSpPr>
        <a:xfrm>
          <a:off x="0" y="0"/>
          <a:ext cx="0" cy="0"/>
          <a:chOff x="0" y="0"/>
          <a:chExt cx="0" cy="0"/>
        </a:xfrm>
      </p:grpSpPr>
      <p:sp>
        <p:nvSpPr>
          <p:cNvPr id="2957" name="Google Shape;2957;p2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958" name="Google Shape;2958;p2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9" name="Google Shape;2959;p2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2" name="Shape 3042"/>
        <p:cNvGrpSpPr/>
        <p:nvPr/>
      </p:nvGrpSpPr>
      <p:grpSpPr>
        <a:xfrm>
          <a:off x="0" y="0"/>
          <a:ext cx="0" cy="0"/>
          <a:chOff x="0" y="0"/>
          <a:chExt cx="0" cy="0"/>
        </a:xfrm>
      </p:grpSpPr>
      <p:sp>
        <p:nvSpPr>
          <p:cNvPr id="3043" name="Google Shape;3043;p22: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3044" name="Google Shape;3044;p2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9" name="Shape 3089"/>
        <p:cNvGrpSpPr/>
        <p:nvPr/>
      </p:nvGrpSpPr>
      <p:grpSpPr>
        <a:xfrm>
          <a:off x="0" y="0"/>
          <a:ext cx="0" cy="0"/>
          <a:chOff x="0" y="0"/>
          <a:chExt cx="0" cy="0"/>
        </a:xfrm>
      </p:grpSpPr>
      <p:sp>
        <p:nvSpPr>
          <p:cNvPr id="3090" name="Google Shape;3090;p23: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3091" name="Google Shape;3091;p2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3" name="Shape 3143"/>
        <p:cNvGrpSpPr/>
        <p:nvPr/>
      </p:nvGrpSpPr>
      <p:grpSpPr>
        <a:xfrm>
          <a:off x="0" y="0"/>
          <a:ext cx="0" cy="0"/>
          <a:chOff x="0" y="0"/>
          <a:chExt cx="0" cy="0"/>
        </a:xfrm>
      </p:grpSpPr>
      <p:sp>
        <p:nvSpPr>
          <p:cNvPr id="3144" name="Google Shape;3144;p24: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45" name="Google Shape;3145;p2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6" name="Google Shape;3146;p24: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0" name="Shape 3220"/>
        <p:cNvGrpSpPr/>
        <p:nvPr/>
      </p:nvGrpSpPr>
      <p:grpSpPr>
        <a:xfrm>
          <a:off x="0" y="0"/>
          <a:ext cx="0" cy="0"/>
          <a:chOff x="0" y="0"/>
          <a:chExt cx="0" cy="0"/>
        </a:xfrm>
      </p:grpSpPr>
      <p:sp>
        <p:nvSpPr>
          <p:cNvPr id="3221" name="Google Shape;3221;p25: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22" name="Google Shape;3222;p2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3" name="Google Shape;3223;p25: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5" name="Shape 3305"/>
        <p:cNvGrpSpPr/>
        <p:nvPr/>
      </p:nvGrpSpPr>
      <p:grpSpPr>
        <a:xfrm>
          <a:off x="0" y="0"/>
          <a:ext cx="0" cy="0"/>
          <a:chOff x="0" y="0"/>
          <a:chExt cx="0" cy="0"/>
        </a:xfrm>
      </p:grpSpPr>
      <p:sp>
        <p:nvSpPr>
          <p:cNvPr id="3306" name="Google Shape;3306;p2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07" name="Google Shape;3307;p2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8" name="Google Shape;3308;p2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6" name="Shape 3316"/>
        <p:cNvGrpSpPr/>
        <p:nvPr/>
      </p:nvGrpSpPr>
      <p:grpSpPr>
        <a:xfrm>
          <a:off x="0" y="0"/>
          <a:ext cx="0" cy="0"/>
          <a:chOff x="0" y="0"/>
          <a:chExt cx="0" cy="0"/>
        </a:xfrm>
      </p:grpSpPr>
      <p:sp>
        <p:nvSpPr>
          <p:cNvPr id="3317" name="Google Shape;3317;p2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18" name="Google Shape;3318;p2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9" name="Google Shape;3319;p2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8" name="Shape 3328"/>
        <p:cNvGrpSpPr/>
        <p:nvPr/>
      </p:nvGrpSpPr>
      <p:grpSpPr>
        <a:xfrm>
          <a:off x="0" y="0"/>
          <a:ext cx="0" cy="0"/>
          <a:chOff x="0" y="0"/>
          <a:chExt cx="0" cy="0"/>
        </a:xfrm>
      </p:grpSpPr>
      <p:sp>
        <p:nvSpPr>
          <p:cNvPr id="3329" name="Google Shape;3329;p28: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30" name="Google Shape;3330;p2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1" name="Google Shape;3331;p28: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8" name="Shape 3338"/>
        <p:cNvGrpSpPr/>
        <p:nvPr/>
      </p:nvGrpSpPr>
      <p:grpSpPr>
        <a:xfrm>
          <a:off x="0" y="0"/>
          <a:ext cx="0" cy="0"/>
          <a:chOff x="0" y="0"/>
          <a:chExt cx="0" cy="0"/>
        </a:xfrm>
      </p:grpSpPr>
      <p:sp>
        <p:nvSpPr>
          <p:cNvPr id="3339" name="Google Shape;3339;p2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40" name="Google Shape;3340;p2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1" name="Google Shape;3341;p2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7" name="Shape 3347"/>
        <p:cNvGrpSpPr/>
        <p:nvPr/>
      </p:nvGrpSpPr>
      <p:grpSpPr>
        <a:xfrm>
          <a:off x="0" y="0"/>
          <a:ext cx="0" cy="0"/>
          <a:chOff x="0" y="0"/>
          <a:chExt cx="0" cy="0"/>
        </a:xfrm>
      </p:grpSpPr>
      <p:sp>
        <p:nvSpPr>
          <p:cNvPr id="3348" name="Google Shape;3348;p3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49" name="Google Shape;3349;p3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0" name="Google Shape;3350;p3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4" name="Shape 3984"/>
        <p:cNvGrpSpPr/>
        <p:nvPr/>
      </p:nvGrpSpPr>
      <p:grpSpPr>
        <a:xfrm>
          <a:off x="0" y="0"/>
          <a:ext cx="0" cy="0"/>
          <a:chOff x="0" y="0"/>
          <a:chExt cx="0" cy="0"/>
        </a:xfrm>
      </p:grpSpPr>
      <p:sp>
        <p:nvSpPr>
          <p:cNvPr id="3985" name="Google Shape;3985;p3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986" name="Google Shape;3986;p3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7" name="Google Shape;3987;p3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1" name="Shape 4311"/>
        <p:cNvGrpSpPr/>
        <p:nvPr/>
      </p:nvGrpSpPr>
      <p:grpSpPr>
        <a:xfrm>
          <a:off x="0" y="0"/>
          <a:ext cx="0" cy="0"/>
          <a:chOff x="0" y="0"/>
          <a:chExt cx="0" cy="0"/>
        </a:xfrm>
      </p:grpSpPr>
      <p:sp>
        <p:nvSpPr>
          <p:cNvPr id="4312" name="Google Shape;4312;p3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13" name="Google Shape;4313;p3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4" name="Google Shape;4314;p3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1" name="Shape 4321"/>
        <p:cNvGrpSpPr/>
        <p:nvPr/>
      </p:nvGrpSpPr>
      <p:grpSpPr>
        <a:xfrm>
          <a:off x="0" y="0"/>
          <a:ext cx="0" cy="0"/>
          <a:chOff x="0" y="0"/>
          <a:chExt cx="0" cy="0"/>
        </a:xfrm>
      </p:grpSpPr>
      <p:sp>
        <p:nvSpPr>
          <p:cNvPr id="4322" name="Google Shape;4322;p33: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23" name="Google Shape;4323;p3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24" name="Google Shape;4324;p33: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SzPts val="1800"/>
              <a:buNone/>
            </a:pPr>
            <a:r>
              <a:rPr lang="en-US"/>
              <a:t>Two simple multiple access control techniques.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Each mobile’s share of the bandwidth is divided into portions for the uplink and the downlink. Also, possibly, out of band signaling.</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As we will see, used in AMPS, GSM, IS-54/136</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0" name="Shape 4430"/>
        <p:cNvGrpSpPr/>
        <p:nvPr/>
      </p:nvGrpSpPr>
      <p:grpSpPr>
        <a:xfrm>
          <a:off x="0" y="0"/>
          <a:ext cx="0" cy="0"/>
          <a:chOff x="0" y="0"/>
          <a:chExt cx="0" cy="0"/>
        </a:xfrm>
      </p:grpSpPr>
      <p:sp>
        <p:nvSpPr>
          <p:cNvPr id="4431" name="Google Shape;4431;p34: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432" name="Google Shape;4432;p3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3" name="Google Shape;4433;p34: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9" name="Shape 4439"/>
        <p:cNvGrpSpPr/>
        <p:nvPr/>
      </p:nvGrpSpPr>
      <p:grpSpPr>
        <a:xfrm>
          <a:off x="0" y="0"/>
          <a:ext cx="0" cy="0"/>
          <a:chOff x="0" y="0"/>
          <a:chExt cx="0" cy="0"/>
        </a:xfrm>
      </p:grpSpPr>
      <p:sp>
        <p:nvSpPr>
          <p:cNvPr id="4440" name="Google Shape;4440;p35: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441" name="Google Shape;4441;p3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2" name="Google Shape;4442;p35: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3" name="Shape 4453"/>
        <p:cNvGrpSpPr/>
        <p:nvPr/>
      </p:nvGrpSpPr>
      <p:grpSpPr>
        <a:xfrm>
          <a:off x="0" y="0"/>
          <a:ext cx="0" cy="0"/>
          <a:chOff x="0" y="0"/>
          <a:chExt cx="0" cy="0"/>
        </a:xfrm>
      </p:grpSpPr>
      <p:sp>
        <p:nvSpPr>
          <p:cNvPr id="4454" name="Google Shape;4454;p3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455" name="Google Shape;4455;p3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6" name="Google Shape;4456;p3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9" name="Shape 4549"/>
        <p:cNvGrpSpPr/>
        <p:nvPr/>
      </p:nvGrpSpPr>
      <p:grpSpPr>
        <a:xfrm>
          <a:off x="0" y="0"/>
          <a:ext cx="0" cy="0"/>
          <a:chOff x="0" y="0"/>
          <a:chExt cx="0" cy="0"/>
        </a:xfrm>
      </p:grpSpPr>
      <p:sp>
        <p:nvSpPr>
          <p:cNvPr id="4550" name="Google Shape;4550;p3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551" name="Google Shape;4551;p3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2" name="Google Shape;4552;p3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6" name="Shape 4596"/>
        <p:cNvGrpSpPr/>
        <p:nvPr/>
      </p:nvGrpSpPr>
      <p:grpSpPr>
        <a:xfrm>
          <a:off x="0" y="0"/>
          <a:ext cx="0" cy="0"/>
          <a:chOff x="0" y="0"/>
          <a:chExt cx="0" cy="0"/>
        </a:xfrm>
      </p:grpSpPr>
      <p:sp>
        <p:nvSpPr>
          <p:cNvPr id="4597" name="Google Shape;4597;p38: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598" name="Google Shape;4598;p3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9" name="Google Shape;4599;p38: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0" name="Shape 4630"/>
        <p:cNvGrpSpPr/>
        <p:nvPr/>
      </p:nvGrpSpPr>
      <p:grpSpPr>
        <a:xfrm>
          <a:off x="0" y="0"/>
          <a:ext cx="0" cy="0"/>
          <a:chOff x="0" y="0"/>
          <a:chExt cx="0" cy="0"/>
        </a:xfrm>
      </p:grpSpPr>
      <p:sp>
        <p:nvSpPr>
          <p:cNvPr id="4631" name="Google Shape;4631;p3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632" name="Google Shape;4632;p3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3" name="Google Shape;4633;p3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1" name="Shape 4641"/>
        <p:cNvGrpSpPr/>
        <p:nvPr/>
      </p:nvGrpSpPr>
      <p:grpSpPr>
        <a:xfrm>
          <a:off x="0" y="0"/>
          <a:ext cx="0" cy="0"/>
          <a:chOff x="0" y="0"/>
          <a:chExt cx="0" cy="0"/>
        </a:xfrm>
      </p:grpSpPr>
      <p:sp>
        <p:nvSpPr>
          <p:cNvPr id="4642" name="Google Shape;4642;p4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643" name="Google Shape;4643;p4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4" name="Google Shape;4644;p4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5" name="Shape 4665"/>
        <p:cNvGrpSpPr/>
        <p:nvPr/>
      </p:nvGrpSpPr>
      <p:grpSpPr>
        <a:xfrm>
          <a:off x="0" y="0"/>
          <a:ext cx="0" cy="0"/>
          <a:chOff x="0" y="0"/>
          <a:chExt cx="0" cy="0"/>
        </a:xfrm>
      </p:grpSpPr>
      <p:sp>
        <p:nvSpPr>
          <p:cNvPr id="4666" name="Google Shape;4666;p4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667" name="Google Shape;4667;p4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8" name="Google Shape;4668;p4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6" name="Shape 4786"/>
        <p:cNvGrpSpPr/>
        <p:nvPr/>
      </p:nvGrpSpPr>
      <p:grpSpPr>
        <a:xfrm>
          <a:off x="0" y="0"/>
          <a:ext cx="0" cy="0"/>
          <a:chOff x="0" y="0"/>
          <a:chExt cx="0" cy="0"/>
        </a:xfrm>
      </p:grpSpPr>
      <p:sp>
        <p:nvSpPr>
          <p:cNvPr id="4787" name="Google Shape;4787;p4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88" name="Google Shape;4788;p4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9" name="Google Shape;4789;p4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1" name="Shape 4841"/>
        <p:cNvGrpSpPr/>
        <p:nvPr/>
      </p:nvGrpSpPr>
      <p:grpSpPr>
        <a:xfrm>
          <a:off x="0" y="0"/>
          <a:ext cx="0" cy="0"/>
          <a:chOff x="0" y="0"/>
          <a:chExt cx="0" cy="0"/>
        </a:xfrm>
      </p:grpSpPr>
      <p:sp>
        <p:nvSpPr>
          <p:cNvPr id="4842" name="Google Shape;4842;p43: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843" name="Google Shape;4843;p4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4" name="Google Shape;4844;p43: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3" name="Shape 4923"/>
        <p:cNvGrpSpPr/>
        <p:nvPr/>
      </p:nvGrpSpPr>
      <p:grpSpPr>
        <a:xfrm>
          <a:off x="0" y="0"/>
          <a:ext cx="0" cy="0"/>
          <a:chOff x="0" y="0"/>
          <a:chExt cx="0" cy="0"/>
        </a:xfrm>
      </p:grpSpPr>
      <p:sp>
        <p:nvSpPr>
          <p:cNvPr id="4924" name="Google Shape;4924;p44: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925" name="Google Shape;4925;p4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6" name="Google Shape;4926;p44: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1" name="Shape 5001"/>
        <p:cNvGrpSpPr/>
        <p:nvPr/>
      </p:nvGrpSpPr>
      <p:grpSpPr>
        <a:xfrm>
          <a:off x="0" y="0"/>
          <a:ext cx="0" cy="0"/>
          <a:chOff x="0" y="0"/>
          <a:chExt cx="0" cy="0"/>
        </a:xfrm>
      </p:grpSpPr>
      <p:sp>
        <p:nvSpPr>
          <p:cNvPr id="5002" name="Google Shape;5002;p45: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003" name="Google Shape;5003;p4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4" name="Google Shape;5004;p45: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0" name="Shape 5010"/>
        <p:cNvGrpSpPr/>
        <p:nvPr/>
      </p:nvGrpSpPr>
      <p:grpSpPr>
        <a:xfrm>
          <a:off x="0" y="0"/>
          <a:ext cx="0" cy="0"/>
          <a:chOff x="0" y="0"/>
          <a:chExt cx="0" cy="0"/>
        </a:xfrm>
      </p:grpSpPr>
      <p:sp>
        <p:nvSpPr>
          <p:cNvPr id="5011" name="Google Shape;5011;p4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012" name="Google Shape;5012;p4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3" name="Google Shape;5013;p4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4" name="Shape 5074"/>
        <p:cNvGrpSpPr/>
        <p:nvPr/>
      </p:nvGrpSpPr>
      <p:grpSpPr>
        <a:xfrm>
          <a:off x="0" y="0"/>
          <a:ext cx="0" cy="0"/>
          <a:chOff x="0" y="0"/>
          <a:chExt cx="0" cy="0"/>
        </a:xfrm>
      </p:grpSpPr>
      <p:sp>
        <p:nvSpPr>
          <p:cNvPr id="5075" name="Google Shape;5075;p4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076" name="Google Shape;5076;p4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7" name="Google Shape;5077;p4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6" name="Shape 5136"/>
        <p:cNvGrpSpPr/>
        <p:nvPr/>
      </p:nvGrpSpPr>
      <p:grpSpPr>
        <a:xfrm>
          <a:off x="0" y="0"/>
          <a:ext cx="0" cy="0"/>
          <a:chOff x="0" y="0"/>
          <a:chExt cx="0" cy="0"/>
        </a:xfrm>
      </p:grpSpPr>
      <p:sp>
        <p:nvSpPr>
          <p:cNvPr id="5137" name="Google Shape;5137;p48: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138" name="Google Shape;5138;p4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9" name="Google Shape;5139;p48: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0" name="Shape 5200"/>
        <p:cNvGrpSpPr/>
        <p:nvPr/>
      </p:nvGrpSpPr>
      <p:grpSpPr>
        <a:xfrm>
          <a:off x="0" y="0"/>
          <a:ext cx="0" cy="0"/>
          <a:chOff x="0" y="0"/>
          <a:chExt cx="0" cy="0"/>
        </a:xfrm>
      </p:grpSpPr>
      <p:sp>
        <p:nvSpPr>
          <p:cNvPr id="5201" name="Google Shape;5201;p4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02" name="Google Shape;5202;p4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3" name="Google Shape;5203;p4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7" name="Shape 5237"/>
        <p:cNvGrpSpPr/>
        <p:nvPr/>
      </p:nvGrpSpPr>
      <p:grpSpPr>
        <a:xfrm>
          <a:off x="0" y="0"/>
          <a:ext cx="0" cy="0"/>
          <a:chOff x="0" y="0"/>
          <a:chExt cx="0" cy="0"/>
        </a:xfrm>
      </p:grpSpPr>
      <p:sp>
        <p:nvSpPr>
          <p:cNvPr id="5238" name="Google Shape;5238;p5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39" name="Google Shape;5239;p5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0" name="Google Shape;5240;p5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4" name="Shape 5274"/>
        <p:cNvGrpSpPr/>
        <p:nvPr/>
      </p:nvGrpSpPr>
      <p:grpSpPr>
        <a:xfrm>
          <a:off x="0" y="0"/>
          <a:ext cx="0" cy="0"/>
          <a:chOff x="0" y="0"/>
          <a:chExt cx="0" cy="0"/>
        </a:xfrm>
      </p:grpSpPr>
      <p:sp>
        <p:nvSpPr>
          <p:cNvPr id="5275" name="Google Shape;5275;p5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76" name="Google Shape;5276;p5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7" name="Google Shape;5277;p5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4" name="Shape 5284"/>
        <p:cNvGrpSpPr/>
        <p:nvPr/>
      </p:nvGrpSpPr>
      <p:grpSpPr>
        <a:xfrm>
          <a:off x="0" y="0"/>
          <a:ext cx="0" cy="0"/>
          <a:chOff x="0" y="0"/>
          <a:chExt cx="0" cy="0"/>
        </a:xfrm>
      </p:grpSpPr>
      <p:sp>
        <p:nvSpPr>
          <p:cNvPr id="5285" name="Google Shape;5285;p5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86" name="Google Shape;5286;p5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7" name="Google Shape;5287;p5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6" name="Shape 5296"/>
        <p:cNvGrpSpPr/>
        <p:nvPr/>
      </p:nvGrpSpPr>
      <p:grpSpPr>
        <a:xfrm>
          <a:off x="0" y="0"/>
          <a:ext cx="0" cy="0"/>
          <a:chOff x="0" y="0"/>
          <a:chExt cx="0" cy="0"/>
        </a:xfrm>
      </p:grpSpPr>
      <p:sp>
        <p:nvSpPr>
          <p:cNvPr id="5297" name="Google Shape;5297;p53: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98" name="Google Shape;5298;p5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9" name="Google Shape;5299;p53: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4" name="Shape 5394"/>
        <p:cNvGrpSpPr/>
        <p:nvPr/>
      </p:nvGrpSpPr>
      <p:grpSpPr>
        <a:xfrm>
          <a:off x="0" y="0"/>
          <a:ext cx="0" cy="0"/>
          <a:chOff x="0" y="0"/>
          <a:chExt cx="0" cy="0"/>
        </a:xfrm>
      </p:grpSpPr>
      <p:sp>
        <p:nvSpPr>
          <p:cNvPr id="5395" name="Google Shape;5395;p54: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396" name="Google Shape;5396;p5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7" name="Google Shape;5397;p54: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3" name="Shape 5413"/>
        <p:cNvGrpSpPr/>
        <p:nvPr/>
      </p:nvGrpSpPr>
      <p:grpSpPr>
        <a:xfrm>
          <a:off x="0" y="0"/>
          <a:ext cx="0" cy="0"/>
          <a:chOff x="0" y="0"/>
          <a:chExt cx="0" cy="0"/>
        </a:xfrm>
      </p:grpSpPr>
      <p:sp>
        <p:nvSpPr>
          <p:cNvPr id="5414" name="Google Shape;5414;p55: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415" name="Google Shape;5415;p5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6" name="Google Shape;5416;p55: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1" name="Shape 5461"/>
        <p:cNvGrpSpPr/>
        <p:nvPr/>
      </p:nvGrpSpPr>
      <p:grpSpPr>
        <a:xfrm>
          <a:off x="0" y="0"/>
          <a:ext cx="0" cy="0"/>
          <a:chOff x="0" y="0"/>
          <a:chExt cx="0" cy="0"/>
        </a:xfrm>
      </p:grpSpPr>
      <p:sp>
        <p:nvSpPr>
          <p:cNvPr id="5462" name="Google Shape;5462;p56: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5463" name="Google Shape;5463;p5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9" name="Shape 5519"/>
        <p:cNvGrpSpPr/>
        <p:nvPr/>
      </p:nvGrpSpPr>
      <p:grpSpPr>
        <a:xfrm>
          <a:off x="0" y="0"/>
          <a:ext cx="0" cy="0"/>
          <a:chOff x="0" y="0"/>
          <a:chExt cx="0" cy="0"/>
        </a:xfrm>
      </p:grpSpPr>
      <p:sp>
        <p:nvSpPr>
          <p:cNvPr id="5520" name="Google Shape;5520;p57: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5521" name="Google Shape;5521;p5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6" name="Shape 5616"/>
        <p:cNvGrpSpPr/>
        <p:nvPr/>
      </p:nvGrpSpPr>
      <p:grpSpPr>
        <a:xfrm>
          <a:off x="0" y="0"/>
          <a:ext cx="0" cy="0"/>
          <a:chOff x="0" y="0"/>
          <a:chExt cx="0" cy="0"/>
        </a:xfrm>
      </p:grpSpPr>
      <p:sp>
        <p:nvSpPr>
          <p:cNvPr id="5617" name="Google Shape;5617;p58: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5618" name="Google Shape;5618;p5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7" name="Shape 5697"/>
        <p:cNvGrpSpPr/>
        <p:nvPr/>
      </p:nvGrpSpPr>
      <p:grpSpPr>
        <a:xfrm>
          <a:off x="0" y="0"/>
          <a:ext cx="0" cy="0"/>
          <a:chOff x="0" y="0"/>
          <a:chExt cx="0" cy="0"/>
        </a:xfrm>
      </p:grpSpPr>
      <p:sp>
        <p:nvSpPr>
          <p:cNvPr id="5698" name="Google Shape;5698;p5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699" name="Google Shape;5699;p5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0" name="Google Shape;5700;p5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6" name="Shape 5706"/>
        <p:cNvGrpSpPr/>
        <p:nvPr/>
      </p:nvGrpSpPr>
      <p:grpSpPr>
        <a:xfrm>
          <a:off x="0" y="0"/>
          <a:ext cx="0" cy="0"/>
          <a:chOff x="0" y="0"/>
          <a:chExt cx="0" cy="0"/>
        </a:xfrm>
      </p:grpSpPr>
      <p:sp>
        <p:nvSpPr>
          <p:cNvPr id="5707" name="Google Shape;5707;p6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08" name="Google Shape;5708;p6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9" name="Google Shape;5709;p6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6" name="Shape 5716"/>
        <p:cNvGrpSpPr/>
        <p:nvPr/>
      </p:nvGrpSpPr>
      <p:grpSpPr>
        <a:xfrm>
          <a:off x="0" y="0"/>
          <a:ext cx="0" cy="0"/>
          <a:chOff x="0" y="0"/>
          <a:chExt cx="0" cy="0"/>
        </a:xfrm>
      </p:grpSpPr>
      <p:sp>
        <p:nvSpPr>
          <p:cNvPr id="5717" name="Google Shape;5717;p6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18" name="Google Shape;5718;p6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19" name="Google Shape;5719;p6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0" name="Shape 5730"/>
        <p:cNvGrpSpPr/>
        <p:nvPr/>
      </p:nvGrpSpPr>
      <p:grpSpPr>
        <a:xfrm>
          <a:off x="0" y="0"/>
          <a:ext cx="0" cy="0"/>
          <a:chOff x="0" y="0"/>
          <a:chExt cx="0" cy="0"/>
        </a:xfrm>
      </p:grpSpPr>
      <p:sp>
        <p:nvSpPr>
          <p:cNvPr id="5731" name="Google Shape;5731;p6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32" name="Google Shape;5732;p6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3" name="Google Shape;5733;p6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5" name="Shape 5775"/>
        <p:cNvGrpSpPr/>
        <p:nvPr/>
      </p:nvGrpSpPr>
      <p:grpSpPr>
        <a:xfrm>
          <a:off x="0" y="0"/>
          <a:ext cx="0" cy="0"/>
          <a:chOff x="0" y="0"/>
          <a:chExt cx="0" cy="0"/>
        </a:xfrm>
      </p:grpSpPr>
      <p:sp>
        <p:nvSpPr>
          <p:cNvPr id="5776" name="Google Shape;5776;p63: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77" name="Google Shape;5777;p6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8" name="Google Shape;5778;p63: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4" name="Shape 5784"/>
        <p:cNvGrpSpPr/>
        <p:nvPr/>
      </p:nvGrpSpPr>
      <p:grpSpPr>
        <a:xfrm>
          <a:off x="0" y="0"/>
          <a:ext cx="0" cy="0"/>
          <a:chOff x="0" y="0"/>
          <a:chExt cx="0" cy="0"/>
        </a:xfrm>
      </p:grpSpPr>
      <p:sp>
        <p:nvSpPr>
          <p:cNvPr id="5785" name="Google Shape;5785;p64: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86" name="Google Shape;5786;p6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7" name="Google Shape;5787;p64: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1" name="Shape 5801"/>
        <p:cNvGrpSpPr/>
        <p:nvPr/>
      </p:nvGrpSpPr>
      <p:grpSpPr>
        <a:xfrm>
          <a:off x="0" y="0"/>
          <a:ext cx="0" cy="0"/>
          <a:chOff x="0" y="0"/>
          <a:chExt cx="0" cy="0"/>
        </a:xfrm>
      </p:grpSpPr>
      <p:sp>
        <p:nvSpPr>
          <p:cNvPr id="5802" name="Google Shape;5802;p65: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803" name="Google Shape;5803;p6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4" name="Google Shape;5804;p65: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0" name="Shape 5820"/>
        <p:cNvGrpSpPr/>
        <p:nvPr/>
      </p:nvGrpSpPr>
      <p:grpSpPr>
        <a:xfrm>
          <a:off x="0" y="0"/>
          <a:ext cx="0" cy="0"/>
          <a:chOff x="0" y="0"/>
          <a:chExt cx="0" cy="0"/>
        </a:xfrm>
      </p:grpSpPr>
      <p:sp>
        <p:nvSpPr>
          <p:cNvPr id="5821" name="Google Shape;5821;p6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822" name="Google Shape;5822;p6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3" name="Google Shape;5823;p6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8" name="Shape 5968"/>
        <p:cNvGrpSpPr/>
        <p:nvPr/>
      </p:nvGrpSpPr>
      <p:grpSpPr>
        <a:xfrm>
          <a:off x="0" y="0"/>
          <a:ext cx="0" cy="0"/>
          <a:chOff x="0" y="0"/>
          <a:chExt cx="0" cy="0"/>
        </a:xfrm>
      </p:grpSpPr>
      <p:sp>
        <p:nvSpPr>
          <p:cNvPr id="5969" name="Google Shape;5969;p6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970" name="Google Shape;5970;p6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1" name="Google Shape;5971;p6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7" name="Shape 5977"/>
        <p:cNvGrpSpPr/>
        <p:nvPr/>
      </p:nvGrpSpPr>
      <p:grpSpPr>
        <a:xfrm>
          <a:off x="0" y="0"/>
          <a:ext cx="0" cy="0"/>
          <a:chOff x="0" y="0"/>
          <a:chExt cx="0" cy="0"/>
        </a:xfrm>
      </p:grpSpPr>
      <p:sp>
        <p:nvSpPr>
          <p:cNvPr id="5978" name="Google Shape;5978;p68: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5979" name="Google Shape;5979;p6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5" name="Shape 5985"/>
        <p:cNvGrpSpPr/>
        <p:nvPr/>
      </p:nvGrpSpPr>
      <p:grpSpPr>
        <a:xfrm>
          <a:off x="0" y="0"/>
          <a:ext cx="0" cy="0"/>
          <a:chOff x="0" y="0"/>
          <a:chExt cx="0" cy="0"/>
        </a:xfrm>
      </p:grpSpPr>
      <p:sp>
        <p:nvSpPr>
          <p:cNvPr id="5986" name="Google Shape;5986;p69: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5987" name="Google Shape;5987;p6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3" name="Shape 5993"/>
        <p:cNvGrpSpPr/>
        <p:nvPr/>
      </p:nvGrpSpPr>
      <p:grpSpPr>
        <a:xfrm>
          <a:off x="0" y="0"/>
          <a:ext cx="0" cy="0"/>
          <a:chOff x="0" y="0"/>
          <a:chExt cx="0" cy="0"/>
        </a:xfrm>
      </p:grpSpPr>
      <p:sp>
        <p:nvSpPr>
          <p:cNvPr id="5994" name="Google Shape;5994;p70: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5995" name="Google Shape;5995;p7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4" name="Shape 6004"/>
        <p:cNvGrpSpPr/>
        <p:nvPr/>
      </p:nvGrpSpPr>
      <p:grpSpPr>
        <a:xfrm>
          <a:off x="0" y="0"/>
          <a:ext cx="0" cy="0"/>
          <a:chOff x="0" y="0"/>
          <a:chExt cx="0" cy="0"/>
        </a:xfrm>
      </p:grpSpPr>
      <p:sp>
        <p:nvSpPr>
          <p:cNvPr id="6005" name="Google Shape;6005;p71: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6006" name="Google Shape;6006;p7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0" name="Shape 6060"/>
        <p:cNvGrpSpPr/>
        <p:nvPr/>
      </p:nvGrpSpPr>
      <p:grpSpPr>
        <a:xfrm>
          <a:off x="0" y="0"/>
          <a:ext cx="0" cy="0"/>
          <a:chOff x="0" y="0"/>
          <a:chExt cx="0" cy="0"/>
        </a:xfrm>
      </p:grpSpPr>
      <p:sp>
        <p:nvSpPr>
          <p:cNvPr id="6061" name="Google Shape;6061;p72: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6062" name="Google Shape;6062;p7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0" name="Shape 6110"/>
        <p:cNvGrpSpPr/>
        <p:nvPr/>
      </p:nvGrpSpPr>
      <p:grpSpPr>
        <a:xfrm>
          <a:off x="0" y="0"/>
          <a:ext cx="0" cy="0"/>
          <a:chOff x="0" y="0"/>
          <a:chExt cx="0" cy="0"/>
        </a:xfrm>
      </p:grpSpPr>
      <p:sp>
        <p:nvSpPr>
          <p:cNvPr id="6111" name="Google Shape;6111;p73: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6112" name="Google Shape;6112;p73: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8" name="Shape 6158"/>
        <p:cNvGrpSpPr/>
        <p:nvPr/>
      </p:nvGrpSpPr>
      <p:grpSpPr>
        <a:xfrm>
          <a:off x="0" y="0"/>
          <a:ext cx="0" cy="0"/>
          <a:chOff x="0" y="0"/>
          <a:chExt cx="0" cy="0"/>
        </a:xfrm>
      </p:grpSpPr>
      <p:sp>
        <p:nvSpPr>
          <p:cNvPr id="6159" name="Google Shape;6159;p74: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6160" name="Google Shape;6160;p74: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8" name="Shape 6208"/>
        <p:cNvGrpSpPr/>
        <p:nvPr/>
      </p:nvGrpSpPr>
      <p:grpSpPr>
        <a:xfrm>
          <a:off x="0" y="0"/>
          <a:ext cx="0" cy="0"/>
          <a:chOff x="0" y="0"/>
          <a:chExt cx="0" cy="0"/>
        </a:xfrm>
      </p:grpSpPr>
      <p:sp>
        <p:nvSpPr>
          <p:cNvPr id="6209" name="Google Shape;6209;p75:notes"/>
          <p:cNvSpPr txBox="1"/>
          <p:nvPr>
            <p:ph idx="1" type="body"/>
          </p:nvPr>
        </p:nvSpPr>
        <p:spPr>
          <a:xfrm>
            <a:off x="914400" y="4416425"/>
            <a:ext cx="5029200" cy="4181475"/>
          </a:xfrm>
          <a:prstGeom prst="rect">
            <a:avLst/>
          </a:prstGeom>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
        <p:nvSpPr>
          <p:cNvPr id="6210" name="Google Shape;6210;p75: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6" name="Shape 6216"/>
        <p:cNvGrpSpPr/>
        <p:nvPr/>
      </p:nvGrpSpPr>
      <p:grpSpPr>
        <a:xfrm>
          <a:off x="0" y="0"/>
          <a:ext cx="0" cy="0"/>
          <a:chOff x="0" y="0"/>
          <a:chExt cx="0" cy="0"/>
        </a:xfrm>
      </p:grpSpPr>
      <p:sp>
        <p:nvSpPr>
          <p:cNvPr id="6217" name="Google Shape;6217;p76: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18" name="Google Shape;6218;p76: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9" name="Google Shape;6219;p76: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5" name="Shape 6225"/>
        <p:cNvGrpSpPr/>
        <p:nvPr/>
      </p:nvGrpSpPr>
      <p:grpSpPr>
        <a:xfrm>
          <a:off x="0" y="0"/>
          <a:ext cx="0" cy="0"/>
          <a:chOff x="0" y="0"/>
          <a:chExt cx="0" cy="0"/>
        </a:xfrm>
      </p:grpSpPr>
      <p:sp>
        <p:nvSpPr>
          <p:cNvPr id="6226" name="Google Shape;6226;p77: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27" name="Google Shape;6227;p77: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8" name="Google Shape;6228;p77: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7" name="Shape 6237"/>
        <p:cNvGrpSpPr/>
        <p:nvPr/>
      </p:nvGrpSpPr>
      <p:grpSpPr>
        <a:xfrm>
          <a:off x="0" y="0"/>
          <a:ext cx="0" cy="0"/>
          <a:chOff x="0" y="0"/>
          <a:chExt cx="0" cy="0"/>
        </a:xfrm>
      </p:grpSpPr>
      <p:sp>
        <p:nvSpPr>
          <p:cNvPr id="6238" name="Google Shape;6238;p78: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39" name="Google Shape;6239;p78: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0" name="Google Shape;6240;p78: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9" name="Shape 6249"/>
        <p:cNvGrpSpPr/>
        <p:nvPr/>
      </p:nvGrpSpPr>
      <p:grpSpPr>
        <a:xfrm>
          <a:off x="0" y="0"/>
          <a:ext cx="0" cy="0"/>
          <a:chOff x="0" y="0"/>
          <a:chExt cx="0" cy="0"/>
        </a:xfrm>
      </p:grpSpPr>
      <p:sp>
        <p:nvSpPr>
          <p:cNvPr id="6250" name="Google Shape;6250;p79: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51" name="Google Shape;6251;p79: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2" name="Google Shape;6252;p79: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0" name="Shape 6260"/>
        <p:cNvGrpSpPr/>
        <p:nvPr/>
      </p:nvGrpSpPr>
      <p:grpSpPr>
        <a:xfrm>
          <a:off x="0" y="0"/>
          <a:ext cx="0" cy="0"/>
          <a:chOff x="0" y="0"/>
          <a:chExt cx="0" cy="0"/>
        </a:xfrm>
      </p:grpSpPr>
      <p:sp>
        <p:nvSpPr>
          <p:cNvPr id="6261" name="Google Shape;6261;p80: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62" name="Google Shape;6262;p80: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3" name="Google Shape;6263;p80: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1" name="Shape 6271"/>
        <p:cNvGrpSpPr/>
        <p:nvPr/>
      </p:nvGrpSpPr>
      <p:grpSpPr>
        <a:xfrm>
          <a:off x="0" y="0"/>
          <a:ext cx="0" cy="0"/>
          <a:chOff x="0" y="0"/>
          <a:chExt cx="0" cy="0"/>
        </a:xfrm>
      </p:grpSpPr>
      <p:sp>
        <p:nvSpPr>
          <p:cNvPr id="6272" name="Google Shape;6272;p81: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73" name="Google Shape;6273;p81: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4" name="Google Shape;6274;p81: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0" name="Shape 6280"/>
        <p:cNvGrpSpPr/>
        <p:nvPr/>
      </p:nvGrpSpPr>
      <p:grpSpPr>
        <a:xfrm>
          <a:off x="0" y="0"/>
          <a:ext cx="0" cy="0"/>
          <a:chOff x="0" y="0"/>
          <a:chExt cx="0" cy="0"/>
        </a:xfrm>
      </p:grpSpPr>
      <p:sp>
        <p:nvSpPr>
          <p:cNvPr id="6281" name="Google Shape;6281;p82:notes"/>
          <p:cNvSpPr txBox="1"/>
          <p:nvPr/>
        </p:nvSpPr>
        <p:spPr>
          <a:xfrm>
            <a:off x="3886200" y="8832850"/>
            <a:ext cx="2971800" cy="463550"/>
          </a:xfrm>
          <a:prstGeom prst="rect">
            <a:avLst/>
          </a:prstGeom>
          <a:noFill/>
          <a:ln>
            <a:noFill/>
          </a:ln>
        </p:spPr>
        <p:txBody>
          <a:bodyPr anchorCtr="0" anchor="b" bIns="46150" lIns="92300" spcFirstLastPara="1" rIns="92300" wrap="square" tIns="461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82" name="Google Shape;6282;p82:notes"/>
          <p:cNvSpPr/>
          <p:nvPr>
            <p:ph idx="2" type="sldImg"/>
          </p:nvPr>
        </p:nvSpPr>
        <p:spPr>
          <a:xfrm>
            <a:off x="1106487"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3" name="Google Shape;6283;p82:notes"/>
          <p:cNvSpPr txBox="1"/>
          <p:nvPr>
            <p:ph idx="1" type="body"/>
          </p:nvPr>
        </p:nvSpPr>
        <p:spPr>
          <a:xfrm>
            <a:off x="914400" y="4416425"/>
            <a:ext cx="5029200" cy="4181475"/>
          </a:xfrm>
          <a:prstGeom prst="rect">
            <a:avLst/>
          </a:prstGeom>
          <a:noFill/>
          <a:ln>
            <a:noFill/>
          </a:ln>
        </p:spPr>
        <p:txBody>
          <a:bodyPr anchorCtr="0" anchor="t" bIns="46150" lIns="92300" spcFirstLastPara="1" rIns="92300" wrap="square" tIns="4615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8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4"/>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84"/>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8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6"/>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79730" lvl="0" marL="457200" algn="l">
              <a:spcBef>
                <a:spcPts val="560"/>
              </a:spcBef>
              <a:spcAft>
                <a:spcPts val="0"/>
              </a:spcAft>
              <a:buSzPts val="2380"/>
              <a:buChar char="❑"/>
              <a:defRPr sz="2800"/>
            </a:lvl1pPr>
            <a:lvl2pPr indent="-342900" lvl="1" marL="914400" algn="l">
              <a:spcBef>
                <a:spcPts val="480"/>
              </a:spcBef>
              <a:spcAft>
                <a:spcPts val="0"/>
              </a:spcAft>
              <a:buSzPts val="1800"/>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28" name="Google Shape;28;p86"/>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79730" lvl="0" marL="457200" algn="l">
              <a:spcBef>
                <a:spcPts val="560"/>
              </a:spcBef>
              <a:spcAft>
                <a:spcPts val="0"/>
              </a:spcAft>
              <a:buSzPts val="2380"/>
              <a:buChar char="❑"/>
              <a:defRPr sz="2800"/>
            </a:lvl1pPr>
            <a:lvl2pPr indent="-342900" lvl="1" marL="914400" algn="l">
              <a:spcBef>
                <a:spcPts val="480"/>
              </a:spcBef>
              <a:spcAft>
                <a:spcPts val="0"/>
              </a:spcAft>
              <a:buSzPts val="1800"/>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29" name="Google Shape;29;p8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86"/>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6"/>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88"/>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8"/>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14325" lvl="1" marL="914400" algn="l">
              <a:spcBef>
                <a:spcPts val="360"/>
              </a:spcBef>
              <a:spcAft>
                <a:spcPts val="0"/>
              </a:spcAft>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8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8"/>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88"/>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9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0"/>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0"/>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 name="Shape 67"/>
        <p:cNvGrpSpPr/>
        <p:nvPr/>
      </p:nvGrpSpPr>
      <p:grpSpPr>
        <a:xfrm>
          <a:off x="0" y="0"/>
          <a:ext cx="0" cy="0"/>
          <a:chOff x="0" y="0"/>
          <a:chExt cx="0" cy="0"/>
        </a:xfrm>
      </p:grpSpPr>
      <p:sp>
        <p:nvSpPr>
          <p:cNvPr id="68" name="Google Shape;68;p9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SzPts val="2380"/>
              <a:buNone/>
              <a:defRPr/>
            </a:lvl1pPr>
            <a:lvl2pPr lvl="1" algn="ctr">
              <a:spcBef>
                <a:spcPts val="480"/>
              </a:spcBef>
              <a:spcAft>
                <a:spcPts val="0"/>
              </a:spcAft>
              <a:buSzPts val="1800"/>
              <a:buNone/>
              <a:defRPr/>
            </a:lvl2pPr>
            <a:lvl3pPr lvl="2" algn="ctr">
              <a:spcBef>
                <a:spcPts val="400"/>
              </a:spcBef>
              <a:spcAft>
                <a:spcPts val="0"/>
              </a:spcAft>
              <a:buClr>
                <a:schemeClr val="dk1"/>
              </a:buClr>
              <a:buSzPts val="2000"/>
              <a:buFont typeface="Comic Sans MS"/>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70" name="Google Shape;70;p9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3"/>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3"/>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sp>
        <p:nvSpPr>
          <p:cNvPr id="80" name="Google Shape;80;p9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7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Clr>
                <a:schemeClr val="dk1"/>
              </a:buClr>
              <a:buSzPts val="1600"/>
              <a:buFont typeface="Comic Sans MS"/>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82" name="Google Shape;82;p9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95"/>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95"/>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1" name="Shape 91"/>
        <p:cNvGrpSpPr/>
        <p:nvPr/>
      </p:nvGrpSpPr>
      <p:grpSpPr>
        <a:xfrm>
          <a:off x="0" y="0"/>
          <a:ext cx="0" cy="0"/>
          <a:chOff x="0" y="0"/>
          <a:chExt cx="0" cy="0"/>
        </a:xfrm>
      </p:grpSpPr>
      <p:sp>
        <p:nvSpPr>
          <p:cNvPr id="92" name="Google Shape;92;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9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04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94" name="Google Shape;94;p9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58140" lvl="0" marL="457200" algn="l">
              <a:spcBef>
                <a:spcPts val="480"/>
              </a:spcBef>
              <a:spcAft>
                <a:spcPts val="0"/>
              </a:spcAft>
              <a:buSzPts val="2040"/>
              <a:buChar char="❑"/>
              <a:defRPr sz="2400"/>
            </a:lvl1pPr>
            <a:lvl2pPr indent="-323850" lvl="1" marL="914400" algn="l">
              <a:spcBef>
                <a:spcPts val="400"/>
              </a:spcBef>
              <a:spcAft>
                <a:spcPts val="0"/>
              </a:spcAft>
              <a:buSzPts val="1500"/>
              <a:buChar char="❖"/>
              <a:defRPr sz="2000"/>
            </a:lvl2pPr>
            <a:lvl3pPr indent="-342900" lvl="2" marL="1371600" algn="l">
              <a:spcBef>
                <a:spcPts val="360"/>
              </a:spcBef>
              <a:spcAft>
                <a:spcPts val="0"/>
              </a:spcAft>
              <a:buClr>
                <a:schemeClr val="dk1"/>
              </a:buClr>
              <a:buSzPts val="1800"/>
              <a:buFont typeface="Comic Sans M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95" name="Google Shape;95;p9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04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96" name="Google Shape;96;p9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58140" lvl="0" marL="457200" algn="l">
              <a:spcBef>
                <a:spcPts val="480"/>
              </a:spcBef>
              <a:spcAft>
                <a:spcPts val="0"/>
              </a:spcAft>
              <a:buSzPts val="2040"/>
              <a:buChar char="❑"/>
              <a:defRPr sz="2400"/>
            </a:lvl1pPr>
            <a:lvl2pPr indent="-323850" lvl="1" marL="914400" algn="l">
              <a:spcBef>
                <a:spcPts val="400"/>
              </a:spcBef>
              <a:spcAft>
                <a:spcPts val="0"/>
              </a:spcAft>
              <a:buSzPts val="1500"/>
              <a:buChar char="❖"/>
              <a:defRPr sz="2000"/>
            </a:lvl2pPr>
            <a:lvl3pPr indent="-342900" lvl="2" marL="1371600" algn="l">
              <a:spcBef>
                <a:spcPts val="360"/>
              </a:spcBef>
              <a:spcAft>
                <a:spcPts val="0"/>
              </a:spcAft>
              <a:buClr>
                <a:schemeClr val="dk1"/>
              </a:buClr>
              <a:buSzPts val="1800"/>
              <a:buFont typeface="Comic Sans M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97" name="Google Shape;97;p9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97"/>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97"/>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6" name="Shape 106"/>
        <p:cNvGrpSpPr/>
        <p:nvPr/>
      </p:nvGrpSpPr>
      <p:grpSpPr>
        <a:xfrm>
          <a:off x="0" y="0"/>
          <a:ext cx="0" cy="0"/>
          <a:chOff x="0" y="0"/>
          <a:chExt cx="0" cy="0"/>
        </a:xfrm>
      </p:grpSpPr>
      <p:sp>
        <p:nvSpPr>
          <p:cNvPr id="107" name="Google Shape;107;p9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9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01320" lvl="0" marL="457200" algn="l">
              <a:spcBef>
                <a:spcPts val="640"/>
              </a:spcBef>
              <a:spcAft>
                <a:spcPts val="0"/>
              </a:spcAft>
              <a:buSzPts val="2720"/>
              <a:buChar char="❑"/>
              <a:defRPr sz="3200"/>
            </a:lvl1pPr>
            <a:lvl2pPr indent="-361950" lvl="1" marL="914400" algn="l">
              <a:spcBef>
                <a:spcPts val="560"/>
              </a:spcBef>
              <a:spcAft>
                <a:spcPts val="0"/>
              </a:spcAft>
              <a:buSzPts val="2100"/>
              <a:buChar char="❖"/>
              <a:defRPr sz="2800"/>
            </a:lvl2pPr>
            <a:lvl3pPr indent="-381000" lvl="2" marL="1371600" algn="l">
              <a:spcBef>
                <a:spcPts val="480"/>
              </a:spcBef>
              <a:spcAft>
                <a:spcPts val="0"/>
              </a:spcAft>
              <a:buClr>
                <a:schemeClr val="dk1"/>
              </a:buClr>
              <a:buSzPts val="2400"/>
              <a:buFont typeface="Comic Sans MS"/>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109" name="Google Shape;109;p9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Clr>
                <a:schemeClr val="dk1"/>
              </a:buClr>
              <a:buSzPts val="1000"/>
              <a:buFont typeface="Comic Sans M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110" name="Google Shape;110;p9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99"/>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99"/>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9" name="Shape 119"/>
        <p:cNvGrpSpPr/>
        <p:nvPr/>
      </p:nvGrpSpPr>
      <p:grpSpPr>
        <a:xfrm>
          <a:off x="0" y="0"/>
          <a:ext cx="0" cy="0"/>
          <a:chOff x="0" y="0"/>
          <a:chExt cx="0" cy="0"/>
        </a:xfrm>
      </p:grpSpPr>
      <p:sp>
        <p:nvSpPr>
          <p:cNvPr id="120" name="Google Shape;120;p10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01"/>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accent2"/>
              </a:buClr>
              <a:buSzPts val="2720"/>
              <a:buFont typeface="Noto Sans Symbols"/>
              <a:buNone/>
              <a:defRPr b="0" i="0" sz="3200" u="none" cap="none" strike="noStrike">
                <a:solidFill>
                  <a:schemeClr val="dk1"/>
                </a:solidFill>
                <a:latin typeface="Comic Sans MS"/>
                <a:ea typeface="Comic Sans MS"/>
                <a:cs typeface="Comic Sans MS"/>
                <a:sym typeface="Comic Sans MS"/>
              </a:defRPr>
            </a:lvl1pPr>
            <a:lvl2pPr lvl="1" marR="0" rtl="0" algn="l">
              <a:spcBef>
                <a:spcPts val="560"/>
              </a:spcBef>
              <a:spcAft>
                <a:spcPts val="0"/>
              </a:spcAft>
              <a:buClr>
                <a:schemeClr val="accent2"/>
              </a:buClr>
              <a:buSzPts val="2100"/>
              <a:buFont typeface="Noto Sans Symbols"/>
              <a:buNone/>
              <a:defRPr b="0" i="0" sz="2800" u="none" cap="none" strike="noStrike">
                <a:solidFill>
                  <a:schemeClr val="dk1"/>
                </a:solidFill>
                <a:latin typeface="Comic Sans MS"/>
                <a:ea typeface="Comic Sans MS"/>
                <a:cs typeface="Comic Sans MS"/>
                <a:sym typeface="Comic Sans MS"/>
              </a:defRPr>
            </a:lvl2pPr>
            <a:lvl3pPr lvl="2" marR="0" rtl="0" algn="l">
              <a:spcBef>
                <a:spcPts val="480"/>
              </a:spcBef>
              <a:spcAft>
                <a:spcPts val="0"/>
              </a:spcAft>
              <a:buClr>
                <a:schemeClr val="dk1"/>
              </a:buClr>
              <a:buSzPts val="2400"/>
              <a:buFont typeface="Comic Sans MS"/>
              <a:buNone/>
              <a:defRPr b="0" i="0" sz="2400" u="none" cap="none" strike="noStrike">
                <a:solidFill>
                  <a:schemeClr val="dk1"/>
                </a:solidFill>
                <a:latin typeface="Comic Sans MS"/>
                <a:ea typeface="Comic Sans MS"/>
                <a:cs typeface="Comic Sans MS"/>
                <a:sym typeface="Comic Sans MS"/>
              </a:defRPr>
            </a:lvl3pPr>
            <a:lvl4pPr lvl="3"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122" name="Google Shape;122;p10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Clr>
                <a:schemeClr val="dk1"/>
              </a:buClr>
              <a:buSzPts val="1000"/>
              <a:buFont typeface="Comic Sans M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123" name="Google Shape;123;p10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01"/>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01"/>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10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03"/>
          <p:cNvSpPr txBox="1"/>
          <p:nvPr>
            <p:ph idx="1" type="body"/>
          </p:nvPr>
        </p:nvSpPr>
        <p:spPr>
          <a:xfrm rot="5400000">
            <a:off x="2095500" y="38100"/>
            <a:ext cx="4648200" cy="77724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14325" lvl="1" marL="914400" algn="l">
              <a:spcBef>
                <a:spcPts val="360"/>
              </a:spcBef>
              <a:spcAft>
                <a:spcPts val="0"/>
              </a:spcAft>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10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03"/>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03"/>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 name="Shape 144"/>
        <p:cNvGrpSpPr/>
        <p:nvPr/>
      </p:nvGrpSpPr>
      <p:grpSpPr>
        <a:xfrm>
          <a:off x="0" y="0"/>
          <a:ext cx="0" cy="0"/>
          <a:chOff x="0" y="0"/>
          <a:chExt cx="0" cy="0"/>
        </a:xfrm>
      </p:grpSpPr>
      <p:sp>
        <p:nvSpPr>
          <p:cNvPr id="145" name="Google Shape;145;p105"/>
          <p:cNvSpPr txBox="1"/>
          <p:nvPr>
            <p:ph type="title"/>
          </p:nvPr>
        </p:nvSpPr>
        <p:spPr>
          <a:xfrm rot="5400000">
            <a:off x="4324350" y="2266950"/>
            <a:ext cx="6019800" cy="1943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05"/>
          <p:cNvSpPr txBox="1"/>
          <p:nvPr>
            <p:ph idx="1" type="body"/>
          </p:nvPr>
        </p:nvSpPr>
        <p:spPr>
          <a:xfrm rot="5400000">
            <a:off x="361950" y="400050"/>
            <a:ext cx="6019800" cy="56769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14325" lvl="1" marL="914400" algn="l">
              <a:spcBef>
                <a:spcPts val="360"/>
              </a:spcBef>
              <a:spcAft>
                <a:spcPts val="0"/>
              </a:spcAft>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7" name="Google Shape;147;p10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105"/>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05"/>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8.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3.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9.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7.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12.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3.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11" name="Google Shape;11;p83"/>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8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83"/>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cap="none" strike="noStrik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83"/>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8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21" name="Google Shape;21;p85"/>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2" name="Google Shape;22;p8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 name="Google Shape;23;p85"/>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cap="none" strike="noStrik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4" name="Google Shape;24;p85"/>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87"/>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34" name="Google Shape;34;p87"/>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5" name="Google Shape;35;p8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6" name="Google Shape;36;p87"/>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cap="none" strike="noStrik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7" name="Google Shape;37;p87"/>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p89"/>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46" name="Google Shape;46;p89"/>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47" name="Google Shape;47;p8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8" name="Google Shape;48;p89"/>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9" name="Google Shape;49;p89"/>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9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57" name="Google Shape;57;p91"/>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58" name="Google Shape;58;p9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9" name="Google Shape;59;p91"/>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0" name="Google Shape;60;p91"/>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9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63" name="Google Shape;63;p92"/>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64" name="Google Shape;64;p9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5" name="Google Shape;65;p92"/>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6" name="Google Shape;66;p92"/>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9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75" name="Google Shape;75;p94"/>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76" name="Google Shape;76;p9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7" name="Google Shape;77;p94"/>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8" name="Google Shape;78;p94"/>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9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87" name="Google Shape;87;p96"/>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88" name="Google Shape;88;p9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9" name="Google Shape;89;p96"/>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0" name="Google Shape;90;p96"/>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98"/>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102" name="Google Shape;102;p98"/>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03" name="Google Shape;103;p9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4" name="Google Shape;104;p98"/>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5" name="Google Shape;105;p98"/>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10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115" name="Google Shape;115;p100"/>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16" name="Google Shape;116;p10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7" name="Google Shape;117;p100"/>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8" name="Google Shape;118;p100"/>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10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128" name="Google Shape;128;p102"/>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9" name="Google Shape;129;p10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0" name="Google Shape;130;p102"/>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1" name="Google Shape;131;p102"/>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10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1pPr>
            <a:lvl2pPr lvl="1"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2pPr>
            <a:lvl3pPr lvl="2"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3pPr>
            <a:lvl4pPr lvl="3"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4pPr>
            <a:lvl5pPr lvl="4"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5pPr>
            <a:lvl6pPr lvl="5"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6pPr>
            <a:lvl7pPr lvl="6"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7pPr>
            <a:lvl8pPr lvl="7"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8pPr>
            <a:lvl9pPr lvl="8" marR="0" rtl="0" algn="l">
              <a:spcBef>
                <a:spcPts val="0"/>
              </a:spcBef>
              <a:spcAft>
                <a:spcPts val="0"/>
              </a:spcAft>
              <a:buSzPts val="1400"/>
              <a:buNone/>
              <a:defRPr b="0" i="0" sz="4000" u="sng" cap="none" strike="noStrike">
                <a:solidFill>
                  <a:schemeClr val="accent2"/>
                </a:solidFill>
                <a:latin typeface="Comic Sans MS"/>
                <a:ea typeface="Comic Sans MS"/>
                <a:cs typeface="Comic Sans MS"/>
                <a:sym typeface="Comic Sans MS"/>
              </a:defRPr>
            </a:lvl9pPr>
          </a:lstStyle>
          <a:p/>
        </p:txBody>
      </p:sp>
      <p:sp>
        <p:nvSpPr>
          <p:cNvPr id="140" name="Google Shape;140;p104"/>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79730" lvl="0" marL="457200" marR="0" rtl="0" algn="l">
              <a:spcBef>
                <a:spcPts val="560"/>
              </a:spcBef>
              <a:spcAft>
                <a:spcPts val="0"/>
              </a:spcAft>
              <a:buClr>
                <a:schemeClr val="accent2"/>
              </a:buClr>
              <a:buSzPts val="2380"/>
              <a:buFont typeface="Noto Sans Symbols"/>
              <a:buChar char="❑"/>
              <a:defRPr b="0" i="0" sz="2800" u="none" cap="none" strike="noStrike">
                <a:solidFill>
                  <a:schemeClr val="dk1"/>
                </a:solidFill>
                <a:latin typeface="Comic Sans MS"/>
                <a:ea typeface="Comic Sans MS"/>
                <a:cs typeface="Comic Sans MS"/>
                <a:sym typeface="Comic Sans MS"/>
              </a:defRPr>
            </a:lvl1pPr>
            <a:lvl2pPr indent="-342900" lvl="1" marL="914400" marR="0" rtl="0" algn="l">
              <a:spcBef>
                <a:spcPts val="480"/>
              </a:spcBef>
              <a:spcAft>
                <a:spcPts val="0"/>
              </a:spcAft>
              <a:buClr>
                <a:schemeClr val="accent2"/>
              </a:buClr>
              <a:buSzPts val="1800"/>
              <a:buFont typeface="Noto Sans Symbols"/>
              <a:buChar char="❖"/>
              <a:defRPr b="0" i="0" sz="2400" u="none" cap="none" strike="noStrike">
                <a:solidFill>
                  <a:schemeClr val="dk1"/>
                </a:solidFill>
                <a:latin typeface="Comic Sans MS"/>
                <a:ea typeface="Comic Sans MS"/>
                <a:cs typeface="Comic Sans MS"/>
                <a:sym typeface="Comic Sans M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41" name="Google Shape;141;p10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2" name="Google Shape;142;p104"/>
          <p:cNvSpPr txBox="1"/>
          <p:nvPr>
            <p:ph idx="11" type="ftr"/>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3" name="Google Shape;143;p104"/>
          <p:cNvSpPr txBox="1"/>
          <p:nvPr>
            <p:ph idx="12" type="sldNum"/>
          </p:nvPr>
        </p:nvSpPr>
        <p:spPr>
          <a:xfrm>
            <a:off x="8305800" y="6400800"/>
            <a:ext cx="625475"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1-</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0" Type="http://schemas.openxmlformats.org/officeDocument/2006/relationships/oleObject" Target="../embeddings/oleObject15.bin"/><Relationship Id="rId20" Type="http://schemas.openxmlformats.org/officeDocument/2006/relationships/oleObject" Target="../embeddings/oleObject6.bin"/><Relationship Id="rId42" Type="http://schemas.openxmlformats.org/officeDocument/2006/relationships/oleObject" Target="../embeddings/oleObject16.bin"/><Relationship Id="rId41" Type="http://schemas.openxmlformats.org/officeDocument/2006/relationships/oleObject" Target="../embeddings/oleObject16.bin"/><Relationship Id="rId22" Type="http://schemas.openxmlformats.org/officeDocument/2006/relationships/image" Target="../media/image8.png"/><Relationship Id="rId21" Type="http://schemas.openxmlformats.org/officeDocument/2006/relationships/oleObject" Target="../embeddings/oleObject6.bin"/><Relationship Id="rId24" Type="http://schemas.openxmlformats.org/officeDocument/2006/relationships/oleObject" Target="../embeddings/oleObject7.bin"/><Relationship Id="rId23" Type="http://schemas.openxmlformats.org/officeDocument/2006/relationships/oleObject" Target="../embeddings/oleObject7.bin"/><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image" Target="../media/image7.png"/><Relationship Id="rId9" Type="http://schemas.openxmlformats.org/officeDocument/2006/relationships/oleObject" Target="../embeddings/oleObject2.bin"/><Relationship Id="rId26" Type="http://schemas.openxmlformats.org/officeDocument/2006/relationships/oleObject" Target="../embeddings/oleObject8.bin"/><Relationship Id="rId25" Type="http://schemas.openxmlformats.org/officeDocument/2006/relationships/oleObject" Target="../embeddings/oleObject8.bin"/><Relationship Id="rId28" Type="http://schemas.openxmlformats.org/officeDocument/2006/relationships/oleObject" Target="../embeddings/oleObject9.bin"/><Relationship Id="rId27" Type="http://schemas.openxmlformats.org/officeDocument/2006/relationships/oleObject" Target="../embeddings/oleObject9.bin"/><Relationship Id="rId5" Type="http://schemas.openxmlformats.org/officeDocument/2006/relationships/image" Target="../media/image1.png"/><Relationship Id="rId6" Type="http://schemas.openxmlformats.org/officeDocument/2006/relationships/oleObject" Target="../embeddings/oleObject1.bin"/><Relationship Id="rId29" Type="http://schemas.openxmlformats.org/officeDocument/2006/relationships/oleObject" Target="../embeddings/oleObject10.bin"/><Relationship Id="rId7" Type="http://schemas.openxmlformats.org/officeDocument/2006/relationships/oleObject" Target="../embeddings/oleObject1.bin"/><Relationship Id="rId8" Type="http://schemas.openxmlformats.org/officeDocument/2006/relationships/image" Target="../media/image3.png"/><Relationship Id="rId31" Type="http://schemas.openxmlformats.org/officeDocument/2006/relationships/oleObject" Target="../embeddings/oleObject11.bin"/><Relationship Id="rId30" Type="http://schemas.openxmlformats.org/officeDocument/2006/relationships/oleObject" Target="../embeddings/oleObject10.bin"/><Relationship Id="rId11" Type="http://schemas.openxmlformats.org/officeDocument/2006/relationships/image" Target="../media/image4.png"/><Relationship Id="rId33" Type="http://schemas.openxmlformats.org/officeDocument/2006/relationships/oleObject" Target="../embeddings/oleObject12.bin"/><Relationship Id="rId10" Type="http://schemas.openxmlformats.org/officeDocument/2006/relationships/oleObject" Target="../embeddings/oleObject2.bin"/><Relationship Id="rId32" Type="http://schemas.openxmlformats.org/officeDocument/2006/relationships/oleObject" Target="../embeddings/oleObject11.bin"/><Relationship Id="rId13" Type="http://schemas.openxmlformats.org/officeDocument/2006/relationships/oleObject" Target="../embeddings/oleObject3.bin"/><Relationship Id="rId35" Type="http://schemas.openxmlformats.org/officeDocument/2006/relationships/oleObject" Target="../embeddings/oleObject13.bin"/><Relationship Id="rId12" Type="http://schemas.openxmlformats.org/officeDocument/2006/relationships/oleObject" Target="../embeddings/oleObject3.bin"/><Relationship Id="rId34" Type="http://schemas.openxmlformats.org/officeDocument/2006/relationships/oleObject" Target="../embeddings/oleObject12.bin"/><Relationship Id="rId15" Type="http://schemas.openxmlformats.org/officeDocument/2006/relationships/oleObject" Target="../embeddings/oleObject4.bin"/><Relationship Id="rId37" Type="http://schemas.openxmlformats.org/officeDocument/2006/relationships/oleObject" Target="../embeddings/oleObject14.bin"/><Relationship Id="rId14" Type="http://schemas.openxmlformats.org/officeDocument/2006/relationships/oleObject" Target="../embeddings/oleObject4.bin"/><Relationship Id="rId36" Type="http://schemas.openxmlformats.org/officeDocument/2006/relationships/oleObject" Target="../embeddings/oleObject13.bin"/><Relationship Id="rId17" Type="http://schemas.openxmlformats.org/officeDocument/2006/relationships/oleObject" Target="../embeddings/oleObject5.bin"/><Relationship Id="rId39" Type="http://schemas.openxmlformats.org/officeDocument/2006/relationships/oleObject" Target="../embeddings/oleObject15.bin"/><Relationship Id="rId16" Type="http://schemas.openxmlformats.org/officeDocument/2006/relationships/image" Target="../media/image5.png"/><Relationship Id="rId38" Type="http://schemas.openxmlformats.org/officeDocument/2006/relationships/oleObject" Target="../embeddings/oleObject14.bin"/><Relationship Id="rId19" Type="http://schemas.openxmlformats.org/officeDocument/2006/relationships/image" Target="../media/image2.png"/><Relationship Id="rId18"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4.jpg"/></Relationships>
</file>

<file path=ppt/slides/_rels/slide6.xml.rels><?xml version="1.0" encoding="UTF-8" standalone="yes"?><Relationships xmlns="http://schemas.openxmlformats.org/package/2006/relationships"><Relationship Id="rId20" Type="http://schemas.openxmlformats.org/officeDocument/2006/relationships/oleObject" Target="../embeddings/oleObject22.bin"/><Relationship Id="rId22" Type="http://schemas.openxmlformats.org/officeDocument/2006/relationships/image" Target="../media/image8.png"/><Relationship Id="rId21" Type="http://schemas.openxmlformats.org/officeDocument/2006/relationships/oleObject" Target="../embeddings/oleObject22.bin"/><Relationship Id="rId24" Type="http://schemas.openxmlformats.org/officeDocument/2006/relationships/oleObject" Target="../embeddings/oleObject23.bin"/><Relationship Id="rId23" Type="http://schemas.openxmlformats.org/officeDocument/2006/relationships/oleObject" Target="../embeddings/oleObject23.bin"/><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vmlDrawing" Target="../drawings/vmlDrawing2.vml"/><Relationship Id="rId4" Type="http://schemas.openxmlformats.org/officeDocument/2006/relationships/image" Target="../media/image7.png"/><Relationship Id="rId9" Type="http://schemas.openxmlformats.org/officeDocument/2006/relationships/oleObject" Target="../embeddings/oleObject18.bin"/><Relationship Id="rId26" Type="http://schemas.openxmlformats.org/officeDocument/2006/relationships/oleObject" Target="../embeddings/oleObject24.bin"/><Relationship Id="rId25" Type="http://schemas.openxmlformats.org/officeDocument/2006/relationships/oleObject" Target="../embeddings/oleObject24.bin"/><Relationship Id="rId28" Type="http://schemas.openxmlformats.org/officeDocument/2006/relationships/oleObject" Target="../embeddings/oleObject25.bin"/><Relationship Id="rId27" Type="http://schemas.openxmlformats.org/officeDocument/2006/relationships/oleObject" Target="../embeddings/oleObject25.bin"/><Relationship Id="rId5" Type="http://schemas.openxmlformats.org/officeDocument/2006/relationships/image" Target="../media/image1.png"/><Relationship Id="rId6" Type="http://schemas.openxmlformats.org/officeDocument/2006/relationships/oleObject" Target="../embeddings/oleObject17.bin"/><Relationship Id="rId29" Type="http://schemas.openxmlformats.org/officeDocument/2006/relationships/oleObject" Target="../embeddings/oleObject26.bin"/><Relationship Id="rId7" Type="http://schemas.openxmlformats.org/officeDocument/2006/relationships/oleObject" Target="../embeddings/oleObject17.bin"/><Relationship Id="rId8" Type="http://schemas.openxmlformats.org/officeDocument/2006/relationships/image" Target="../media/image3.png"/><Relationship Id="rId31" Type="http://schemas.openxmlformats.org/officeDocument/2006/relationships/oleObject" Target="../embeddings/oleObject27.bin"/><Relationship Id="rId30" Type="http://schemas.openxmlformats.org/officeDocument/2006/relationships/oleObject" Target="../embeddings/oleObject26.bin"/><Relationship Id="rId11" Type="http://schemas.openxmlformats.org/officeDocument/2006/relationships/image" Target="../media/image4.png"/><Relationship Id="rId33" Type="http://schemas.openxmlformats.org/officeDocument/2006/relationships/oleObject" Target="../embeddings/oleObject28.bin"/><Relationship Id="rId10" Type="http://schemas.openxmlformats.org/officeDocument/2006/relationships/oleObject" Target="../embeddings/oleObject18.bin"/><Relationship Id="rId32" Type="http://schemas.openxmlformats.org/officeDocument/2006/relationships/oleObject" Target="../embeddings/oleObject27.bin"/><Relationship Id="rId13" Type="http://schemas.openxmlformats.org/officeDocument/2006/relationships/oleObject" Target="../embeddings/oleObject19.bin"/><Relationship Id="rId35" Type="http://schemas.openxmlformats.org/officeDocument/2006/relationships/oleObject" Target="../embeddings/oleObject29.bin"/><Relationship Id="rId12" Type="http://schemas.openxmlformats.org/officeDocument/2006/relationships/oleObject" Target="../embeddings/oleObject19.bin"/><Relationship Id="rId34" Type="http://schemas.openxmlformats.org/officeDocument/2006/relationships/oleObject" Target="../embeddings/oleObject28.bin"/><Relationship Id="rId15" Type="http://schemas.openxmlformats.org/officeDocument/2006/relationships/oleObject" Target="../embeddings/oleObject20.bin"/><Relationship Id="rId14" Type="http://schemas.openxmlformats.org/officeDocument/2006/relationships/oleObject" Target="../embeddings/oleObject20.bin"/><Relationship Id="rId36" Type="http://schemas.openxmlformats.org/officeDocument/2006/relationships/oleObject" Target="../embeddings/oleObject29.bin"/><Relationship Id="rId17" Type="http://schemas.openxmlformats.org/officeDocument/2006/relationships/oleObject" Target="../embeddings/oleObject21.bin"/><Relationship Id="rId16" Type="http://schemas.openxmlformats.org/officeDocument/2006/relationships/image" Target="../media/image5.png"/><Relationship Id="rId19" Type="http://schemas.openxmlformats.org/officeDocument/2006/relationships/image" Target="../media/image2.png"/><Relationship Id="rId18" Type="http://schemas.openxmlformats.org/officeDocument/2006/relationships/oleObject" Target="../embeddings/oleObject21.bin"/></Relationships>
</file>

<file path=ppt/slides/_rels/slide7.xml.rels><?xml version="1.0" encoding="UTF-8" standalone="yes"?><Relationships xmlns="http://schemas.openxmlformats.org/package/2006/relationships"><Relationship Id="rId20" Type="http://schemas.openxmlformats.org/officeDocument/2006/relationships/oleObject" Target="../embeddings/oleObject35.bin"/><Relationship Id="rId22" Type="http://schemas.openxmlformats.org/officeDocument/2006/relationships/image" Target="../media/image8.png"/><Relationship Id="rId21" Type="http://schemas.openxmlformats.org/officeDocument/2006/relationships/oleObject" Target="../embeddings/oleObject35.bin"/><Relationship Id="rId24" Type="http://schemas.openxmlformats.org/officeDocument/2006/relationships/oleObject" Target="../embeddings/oleObject36.bin"/><Relationship Id="rId23" Type="http://schemas.openxmlformats.org/officeDocument/2006/relationships/oleObject" Target="../embeddings/oleObject36.bin"/><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vmlDrawing" Target="../drawings/vmlDrawing3.vml"/><Relationship Id="rId4" Type="http://schemas.openxmlformats.org/officeDocument/2006/relationships/image" Target="../media/image7.png"/><Relationship Id="rId9" Type="http://schemas.openxmlformats.org/officeDocument/2006/relationships/oleObject" Target="../embeddings/oleObject31.bin"/><Relationship Id="rId26" Type="http://schemas.openxmlformats.org/officeDocument/2006/relationships/oleObject" Target="../embeddings/oleObject37.bin"/><Relationship Id="rId25" Type="http://schemas.openxmlformats.org/officeDocument/2006/relationships/oleObject" Target="../embeddings/oleObject37.bin"/><Relationship Id="rId28" Type="http://schemas.openxmlformats.org/officeDocument/2006/relationships/oleObject" Target="../embeddings/oleObject38.bin"/><Relationship Id="rId27" Type="http://schemas.openxmlformats.org/officeDocument/2006/relationships/oleObject" Target="../embeddings/oleObject38.bin"/><Relationship Id="rId5" Type="http://schemas.openxmlformats.org/officeDocument/2006/relationships/image" Target="../media/image1.png"/><Relationship Id="rId6" Type="http://schemas.openxmlformats.org/officeDocument/2006/relationships/oleObject" Target="../embeddings/oleObject30.bin"/><Relationship Id="rId29" Type="http://schemas.openxmlformats.org/officeDocument/2006/relationships/oleObject" Target="../embeddings/oleObject39.bin"/><Relationship Id="rId7" Type="http://schemas.openxmlformats.org/officeDocument/2006/relationships/oleObject" Target="../embeddings/oleObject30.bin"/><Relationship Id="rId8" Type="http://schemas.openxmlformats.org/officeDocument/2006/relationships/image" Target="../media/image3.png"/><Relationship Id="rId31" Type="http://schemas.openxmlformats.org/officeDocument/2006/relationships/oleObject" Target="../embeddings/oleObject40.bin"/><Relationship Id="rId30" Type="http://schemas.openxmlformats.org/officeDocument/2006/relationships/oleObject" Target="../embeddings/oleObject39.bin"/><Relationship Id="rId11" Type="http://schemas.openxmlformats.org/officeDocument/2006/relationships/image" Target="../media/image4.png"/><Relationship Id="rId33" Type="http://schemas.openxmlformats.org/officeDocument/2006/relationships/oleObject" Target="../embeddings/oleObject41.bin"/><Relationship Id="rId10" Type="http://schemas.openxmlformats.org/officeDocument/2006/relationships/oleObject" Target="../embeddings/oleObject31.bin"/><Relationship Id="rId32" Type="http://schemas.openxmlformats.org/officeDocument/2006/relationships/oleObject" Target="../embeddings/oleObject40.bin"/><Relationship Id="rId13" Type="http://schemas.openxmlformats.org/officeDocument/2006/relationships/oleObject" Target="../embeddings/oleObject32.bin"/><Relationship Id="rId35" Type="http://schemas.openxmlformats.org/officeDocument/2006/relationships/oleObject" Target="../embeddings/oleObject42.bin"/><Relationship Id="rId12" Type="http://schemas.openxmlformats.org/officeDocument/2006/relationships/oleObject" Target="../embeddings/oleObject32.bin"/><Relationship Id="rId34" Type="http://schemas.openxmlformats.org/officeDocument/2006/relationships/oleObject" Target="../embeddings/oleObject41.bin"/><Relationship Id="rId15" Type="http://schemas.openxmlformats.org/officeDocument/2006/relationships/oleObject" Target="../embeddings/oleObject33.bin"/><Relationship Id="rId14" Type="http://schemas.openxmlformats.org/officeDocument/2006/relationships/oleObject" Target="../embeddings/oleObject33.bin"/><Relationship Id="rId36" Type="http://schemas.openxmlformats.org/officeDocument/2006/relationships/oleObject" Target="../embeddings/oleObject42.bin"/><Relationship Id="rId17" Type="http://schemas.openxmlformats.org/officeDocument/2006/relationships/oleObject" Target="../embeddings/oleObject34.bin"/><Relationship Id="rId16" Type="http://schemas.openxmlformats.org/officeDocument/2006/relationships/image" Target="../media/image5.png"/><Relationship Id="rId19" Type="http://schemas.openxmlformats.org/officeDocument/2006/relationships/image" Target="../media/image2.png"/><Relationship Id="rId18" Type="http://schemas.openxmlformats.org/officeDocument/2006/relationships/oleObject" Target="../embeddings/oleObject34.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vmlDrawing" Target="../drawings/vmlDrawing4.vml"/><Relationship Id="rId4" Type="http://schemas.openxmlformats.org/officeDocument/2006/relationships/oleObject" Target="../embeddings/oleObject43.bin"/><Relationship Id="rId5" Type="http://schemas.openxmlformats.org/officeDocument/2006/relationships/oleObject" Target="../embeddings/oleObject43.bin"/><Relationship Id="rId6" Type="http://schemas.openxmlformats.org/officeDocument/2006/relationships/image" Target="../media/image11.png"/><Relationship Id="rId7" Type="http://schemas.openxmlformats.org/officeDocument/2006/relationships/image" Target="../media/image16.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0" Type="http://schemas.openxmlformats.org/officeDocument/2006/relationships/oleObject" Target="../embeddings/oleObject49.bin"/><Relationship Id="rId22" Type="http://schemas.openxmlformats.org/officeDocument/2006/relationships/oleObject" Target="../embeddings/oleObject50.bin"/><Relationship Id="rId21" Type="http://schemas.openxmlformats.org/officeDocument/2006/relationships/image" Target="../media/image8.png"/><Relationship Id="rId24" Type="http://schemas.openxmlformats.org/officeDocument/2006/relationships/oleObject" Target="../embeddings/oleObject51.bin"/><Relationship Id="rId23" Type="http://schemas.openxmlformats.org/officeDocument/2006/relationships/oleObject" Target="../embeddings/oleObject50.bin"/><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vmlDrawing" Target="../drawings/vmlDrawing5.vml"/><Relationship Id="rId4" Type="http://schemas.openxmlformats.org/officeDocument/2006/relationships/image" Target="../media/image7.png"/><Relationship Id="rId9" Type="http://schemas.openxmlformats.org/officeDocument/2006/relationships/oleObject" Target="../embeddings/oleObject45.bin"/><Relationship Id="rId26" Type="http://schemas.openxmlformats.org/officeDocument/2006/relationships/oleObject" Target="../embeddings/oleObject52.bin"/><Relationship Id="rId25" Type="http://schemas.openxmlformats.org/officeDocument/2006/relationships/oleObject" Target="../embeddings/oleObject51.bin"/><Relationship Id="rId28" Type="http://schemas.openxmlformats.org/officeDocument/2006/relationships/oleObject" Target="../embeddings/oleObject53.bin"/><Relationship Id="rId27" Type="http://schemas.openxmlformats.org/officeDocument/2006/relationships/oleObject" Target="../embeddings/oleObject52.bin"/><Relationship Id="rId5" Type="http://schemas.openxmlformats.org/officeDocument/2006/relationships/image" Target="../media/image1.png"/><Relationship Id="rId6" Type="http://schemas.openxmlformats.org/officeDocument/2006/relationships/oleObject" Target="../embeddings/oleObject44.bin"/><Relationship Id="rId29" Type="http://schemas.openxmlformats.org/officeDocument/2006/relationships/oleObject" Target="../embeddings/oleObject53.bin"/><Relationship Id="rId7" Type="http://schemas.openxmlformats.org/officeDocument/2006/relationships/oleObject" Target="../embeddings/oleObject44.bin"/><Relationship Id="rId8" Type="http://schemas.openxmlformats.org/officeDocument/2006/relationships/image" Target="../media/image3.png"/><Relationship Id="rId31" Type="http://schemas.openxmlformats.org/officeDocument/2006/relationships/oleObject" Target="../embeddings/oleObject54.bin"/><Relationship Id="rId30" Type="http://schemas.openxmlformats.org/officeDocument/2006/relationships/oleObject" Target="../embeddings/oleObject54.bin"/><Relationship Id="rId11" Type="http://schemas.openxmlformats.org/officeDocument/2006/relationships/image" Target="../media/image4.png"/><Relationship Id="rId33" Type="http://schemas.openxmlformats.org/officeDocument/2006/relationships/oleObject" Target="../embeddings/oleObject55.bin"/><Relationship Id="rId10" Type="http://schemas.openxmlformats.org/officeDocument/2006/relationships/oleObject" Target="../embeddings/oleObject45.bin"/><Relationship Id="rId32" Type="http://schemas.openxmlformats.org/officeDocument/2006/relationships/oleObject" Target="../embeddings/oleObject55.bin"/><Relationship Id="rId13" Type="http://schemas.openxmlformats.org/officeDocument/2006/relationships/oleObject" Target="../embeddings/oleObject46.bin"/><Relationship Id="rId35" Type="http://schemas.openxmlformats.org/officeDocument/2006/relationships/oleObject" Target="../embeddings/oleObject56.bin"/><Relationship Id="rId12" Type="http://schemas.openxmlformats.org/officeDocument/2006/relationships/oleObject" Target="../embeddings/oleObject46.bin"/><Relationship Id="rId34" Type="http://schemas.openxmlformats.org/officeDocument/2006/relationships/oleObject" Target="../embeddings/oleObject56.bin"/><Relationship Id="rId15" Type="http://schemas.openxmlformats.org/officeDocument/2006/relationships/oleObject" Target="../embeddings/oleObject47.bin"/><Relationship Id="rId14" Type="http://schemas.openxmlformats.org/officeDocument/2006/relationships/oleObject" Target="../embeddings/oleObject47.bin"/><Relationship Id="rId36" Type="http://schemas.openxmlformats.org/officeDocument/2006/relationships/image" Target="../media/image5.png"/><Relationship Id="rId17" Type="http://schemas.openxmlformats.org/officeDocument/2006/relationships/oleObject" Target="../embeddings/oleObject48.bin"/><Relationship Id="rId16" Type="http://schemas.openxmlformats.org/officeDocument/2006/relationships/oleObject" Target="../embeddings/oleObject48.bin"/><Relationship Id="rId19" Type="http://schemas.openxmlformats.org/officeDocument/2006/relationships/oleObject" Target="../embeddings/oleObject49.bin"/><Relationship Id="rId18" Type="http://schemas.openxmlformats.org/officeDocument/2006/relationships/image" Target="../media/image2.png"/></Relationships>
</file>

<file path=ppt/slides/_rels/slide12.xml.rels><?xml version="1.0" encoding="UTF-8" standalone="yes"?><Relationships xmlns="http://schemas.openxmlformats.org/package/2006/relationships"><Relationship Id="rId20" Type="http://schemas.openxmlformats.org/officeDocument/2006/relationships/oleObject" Target="../embeddings/oleObject62.bin"/><Relationship Id="rId22" Type="http://schemas.openxmlformats.org/officeDocument/2006/relationships/oleObject" Target="../embeddings/oleObject63.bin"/><Relationship Id="rId21" Type="http://schemas.openxmlformats.org/officeDocument/2006/relationships/image" Target="../media/image8.png"/><Relationship Id="rId24" Type="http://schemas.openxmlformats.org/officeDocument/2006/relationships/oleObject" Target="../embeddings/oleObject64.bin"/><Relationship Id="rId23" Type="http://schemas.openxmlformats.org/officeDocument/2006/relationships/oleObject" Target="../embeddings/oleObject63.bin"/><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6.vml"/><Relationship Id="rId4" Type="http://schemas.openxmlformats.org/officeDocument/2006/relationships/image" Target="../media/image7.png"/><Relationship Id="rId9" Type="http://schemas.openxmlformats.org/officeDocument/2006/relationships/oleObject" Target="../embeddings/oleObject58.bin"/><Relationship Id="rId26" Type="http://schemas.openxmlformats.org/officeDocument/2006/relationships/oleObject" Target="../embeddings/oleObject65.bin"/><Relationship Id="rId25" Type="http://schemas.openxmlformats.org/officeDocument/2006/relationships/oleObject" Target="../embeddings/oleObject64.bin"/><Relationship Id="rId28" Type="http://schemas.openxmlformats.org/officeDocument/2006/relationships/oleObject" Target="../embeddings/oleObject66.bin"/><Relationship Id="rId27" Type="http://schemas.openxmlformats.org/officeDocument/2006/relationships/oleObject" Target="../embeddings/oleObject65.bin"/><Relationship Id="rId5" Type="http://schemas.openxmlformats.org/officeDocument/2006/relationships/image" Target="../media/image1.png"/><Relationship Id="rId6" Type="http://schemas.openxmlformats.org/officeDocument/2006/relationships/oleObject" Target="../embeddings/oleObject57.bin"/><Relationship Id="rId29" Type="http://schemas.openxmlformats.org/officeDocument/2006/relationships/oleObject" Target="../embeddings/oleObject66.bin"/><Relationship Id="rId7" Type="http://schemas.openxmlformats.org/officeDocument/2006/relationships/oleObject" Target="../embeddings/oleObject57.bin"/><Relationship Id="rId8" Type="http://schemas.openxmlformats.org/officeDocument/2006/relationships/image" Target="../media/image3.png"/><Relationship Id="rId31" Type="http://schemas.openxmlformats.org/officeDocument/2006/relationships/oleObject" Target="../embeddings/oleObject67.bin"/><Relationship Id="rId30" Type="http://schemas.openxmlformats.org/officeDocument/2006/relationships/oleObject" Target="../embeddings/oleObject67.bin"/><Relationship Id="rId11" Type="http://schemas.openxmlformats.org/officeDocument/2006/relationships/image" Target="../media/image4.png"/><Relationship Id="rId33" Type="http://schemas.openxmlformats.org/officeDocument/2006/relationships/oleObject" Target="../embeddings/oleObject68.bin"/><Relationship Id="rId10" Type="http://schemas.openxmlformats.org/officeDocument/2006/relationships/oleObject" Target="../embeddings/oleObject58.bin"/><Relationship Id="rId32" Type="http://schemas.openxmlformats.org/officeDocument/2006/relationships/oleObject" Target="../embeddings/oleObject68.bin"/><Relationship Id="rId13" Type="http://schemas.openxmlformats.org/officeDocument/2006/relationships/oleObject" Target="../embeddings/oleObject59.bin"/><Relationship Id="rId35" Type="http://schemas.openxmlformats.org/officeDocument/2006/relationships/oleObject" Target="../embeddings/oleObject69.bin"/><Relationship Id="rId12" Type="http://schemas.openxmlformats.org/officeDocument/2006/relationships/oleObject" Target="../embeddings/oleObject59.bin"/><Relationship Id="rId34" Type="http://schemas.openxmlformats.org/officeDocument/2006/relationships/oleObject" Target="../embeddings/oleObject69.bin"/><Relationship Id="rId15" Type="http://schemas.openxmlformats.org/officeDocument/2006/relationships/oleObject" Target="../embeddings/oleObject60.bin"/><Relationship Id="rId14" Type="http://schemas.openxmlformats.org/officeDocument/2006/relationships/oleObject" Target="../embeddings/oleObject60.bin"/><Relationship Id="rId36" Type="http://schemas.openxmlformats.org/officeDocument/2006/relationships/image" Target="../media/image5.png"/><Relationship Id="rId17" Type="http://schemas.openxmlformats.org/officeDocument/2006/relationships/oleObject" Target="../embeddings/oleObject61.bin"/><Relationship Id="rId16" Type="http://schemas.openxmlformats.org/officeDocument/2006/relationships/oleObject" Target="../embeddings/oleObject61.bin"/><Relationship Id="rId19" Type="http://schemas.openxmlformats.org/officeDocument/2006/relationships/oleObject" Target="../embeddings/oleObject62.bin"/><Relationship Id="rId18"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vmlDrawing" Target="../drawings/vmlDrawing7.vml"/><Relationship Id="rId4" Type="http://schemas.openxmlformats.org/officeDocument/2006/relationships/oleObject" Target="../embeddings/oleObject70.bin"/><Relationship Id="rId5" Type="http://schemas.openxmlformats.org/officeDocument/2006/relationships/oleObject" Target="../embeddings/oleObject70.bin"/><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vmlDrawing" Target="../drawings/vmlDrawing8.vml"/><Relationship Id="rId4" Type="http://schemas.openxmlformats.org/officeDocument/2006/relationships/oleObject" Target="../embeddings/oleObject71.bin"/><Relationship Id="rId9" Type="http://schemas.openxmlformats.org/officeDocument/2006/relationships/image" Target="../media/image20.png"/><Relationship Id="rId5" Type="http://schemas.openxmlformats.org/officeDocument/2006/relationships/oleObject" Target="../embeddings/oleObject71.bin"/><Relationship Id="rId6" Type="http://schemas.openxmlformats.org/officeDocument/2006/relationships/image" Target="../media/image19.png"/><Relationship Id="rId7" Type="http://schemas.openxmlformats.org/officeDocument/2006/relationships/oleObject" Target="../embeddings/oleObject72.bin"/><Relationship Id="rId8" Type="http://schemas.openxmlformats.org/officeDocument/2006/relationships/oleObject" Target="../embeddings/oleObject7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7.jpg"/><Relationship Id="rId4" Type="http://schemas.openxmlformats.org/officeDocument/2006/relationships/image" Target="../media/image21.jpg"/><Relationship Id="rId5"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7.jpg"/><Relationship Id="rId4" Type="http://schemas.openxmlformats.org/officeDocument/2006/relationships/image" Target="../media/image21.jpg"/><Relationship Id="rId5" Type="http://schemas.openxmlformats.org/officeDocument/2006/relationships/image" Target="../media/image13.jpg"/><Relationship Id="rId6" Type="http://schemas.openxmlformats.org/officeDocument/2006/relationships/image" Target="../media/image2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jpg"/><Relationship Id="rId4" Type="http://schemas.openxmlformats.org/officeDocument/2006/relationships/image" Target="../media/image21.jpg"/><Relationship Id="rId5" Type="http://schemas.openxmlformats.org/officeDocument/2006/relationships/image" Target="../media/image13.jpg"/><Relationship Id="rId6"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7.jpg"/><Relationship Id="rId4" Type="http://schemas.openxmlformats.org/officeDocument/2006/relationships/image" Target="../media/image21.jpg"/><Relationship Id="rId5"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vmlDrawing" Target="../drawings/vmlDrawing9.vml"/><Relationship Id="rId4" Type="http://schemas.openxmlformats.org/officeDocument/2006/relationships/oleObject" Target="../embeddings/oleObject73.bin"/><Relationship Id="rId9" Type="http://schemas.openxmlformats.org/officeDocument/2006/relationships/oleObject" Target="../embeddings/oleObject75.bin"/><Relationship Id="rId5" Type="http://schemas.openxmlformats.org/officeDocument/2006/relationships/oleObject" Target="../embeddings/oleObject73.bin"/><Relationship Id="rId6" Type="http://schemas.openxmlformats.org/officeDocument/2006/relationships/image" Target="../media/image19.png"/><Relationship Id="rId7" Type="http://schemas.openxmlformats.org/officeDocument/2006/relationships/oleObject" Target="../embeddings/oleObject74.bin"/><Relationship Id="rId8" Type="http://schemas.openxmlformats.org/officeDocument/2006/relationships/oleObject" Target="../embeddings/oleObject74.bin"/><Relationship Id="rId10" Type="http://schemas.openxmlformats.org/officeDocument/2006/relationships/oleObject" Target="../embeddings/oleObject75.bin"/></Relationships>
</file>

<file path=ppt/slides/_rels/slide24.xml.rels><?xml version="1.0" encoding="UTF-8" standalone="yes"?><Relationships xmlns="http://schemas.openxmlformats.org/package/2006/relationships"><Relationship Id="rId20" Type="http://schemas.openxmlformats.org/officeDocument/2006/relationships/oleObject" Target="../embeddings/oleObject82.bin"/><Relationship Id="rId22" Type="http://schemas.openxmlformats.org/officeDocument/2006/relationships/oleObject" Target="../embeddings/oleObject83.bin"/><Relationship Id="rId21" Type="http://schemas.openxmlformats.org/officeDocument/2006/relationships/oleObject" Target="../embeddings/oleObject82.bin"/><Relationship Id="rId23" Type="http://schemas.openxmlformats.org/officeDocument/2006/relationships/oleObject" Target="../embeddings/oleObject83.bin"/><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vmlDrawing" Target="../drawings/vmlDrawing10.vml"/><Relationship Id="rId4" Type="http://schemas.openxmlformats.org/officeDocument/2006/relationships/oleObject" Target="../embeddings/oleObject76.bin"/><Relationship Id="rId9" Type="http://schemas.openxmlformats.org/officeDocument/2006/relationships/image" Target="../media/image28.png"/><Relationship Id="rId5" Type="http://schemas.openxmlformats.org/officeDocument/2006/relationships/oleObject" Target="../embeddings/oleObject76.bin"/><Relationship Id="rId6" Type="http://schemas.openxmlformats.org/officeDocument/2006/relationships/image" Target="../media/image29.png"/><Relationship Id="rId7" Type="http://schemas.openxmlformats.org/officeDocument/2006/relationships/oleObject" Target="../embeddings/oleObject77.bin"/><Relationship Id="rId8" Type="http://schemas.openxmlformats.org/officeDocument/2006/relationships/oleObject" Target="../embeddings/oleObject77.bin"/><Relationship Id="rId11" Type="http://schemas.openxmlformats.org/officeDocument/2006/relationships/oleObject" Target="../embeddings/oleObject78.bin"/><Relationship Id="rId10" Type="http://schemas.openxmlformats.org/officeDocument/2006/relationships/oleObject" Target="../embeddings/oleObject78.bin"/><Relationship Id="rId13" Type="http://schemas.openxmlformats.org/officeDocument/2006/relationships/oleObject" Target="../embeddings/oleObject79.bin"/><Relationship Id="rId12" Type="http://schemas.openxmlformats.org/officeDocument/2006/relationships/image" Target="../media/image3.png"/><Relationship Id="rId15" Type="http://schemas.openxmlformats.org/officeDocument/2006/relationships/image" Target="../media/image4.png"/><Relationship Id="rId14" Type="http://schemas.openxmlformats.org/officeDocument/2006/relationships/oleObject" Target="../embeddings/oleObject79.bin"/><Relationship Id="rId17" Type="http://schemas.openxmlformats.org/officeDocument/2006/relationships/oleObject" Target="../embeddings/oleObject80.bin"/><Relationship Id="rId16" Type="http://schemas.openxmlformats.org/officeDocument/2006/relationships/oleObject" Target="../embeddings/oleObject80.bin"/><Relationship Id="rId19" Type="http://schemas.openxmlformats.org/officeDocument/2006/relationships/oleObject" Target="../embeddings/oleObject81.bin"/><Relationship Id="rId18" Type="http://schemas.openxmlformats.org/officeDocument/2006/relationships/oleObject" Target="../embeddings/oleObject81.bin"/></Relationships>
</file>

<file path=ppt/slides/_rels/slide25.xml.rels><?xml version="1.0" encoding="UTF-8" standalone="yes"?><Relationships xmlns="http://schemas.openxmlformats.org/package/2006/relationships"><Relationship Id="rId20" Type="http://schemas.openxmlformats.org/officeDocument/2006/relationships/oleObject" Target="../embeddings/oleObject89.bin"/><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vmlDrawing" Target="../drawings/vmlDrawing11.vml"/><Relationship Id="rId4" Type="http://schemas.openxmlformats.org/officeDocument/2006/relationships/oleObject" Target="../embeddings/oleObject84.bin"/><Relationship Id="rId9" Type="http://schemas.openxmlformats.org/officeDocument/2006/relationships/image" Target="../media/image28.png"/><Relationship Id="rId5" Type="http://schemas.openxmlformats.org/officeDocument/2006/relationships/oleObject" Target="../embeddings/oleObject84.bin"/><Relationship Id="rId6" Type="http://schemas.openxmlformats.org/officeDocument/2006/relationships/image" Target="../media/image29.png"/><Relationship Id="rId7" Type="http://schemas.openxmlformats.org/officeDocument/2006/relationships/oleObject" Target="../embeddings/oleObject85.bin"/><Relationship Id="rId8" Type="http://schemas.openxmlformats.org/officeDocument/2006/relationships/oleObject" Target="../embeddings/oleObject85.bin"/><Relationship Id="rId11" Type="http://schemas.openxmlformats.org/officeDocument/2006/relationships/oleObject" Target="../embeddings/oleObject86.bin"/><Relationship Id="rId10" Type="http://schemas.openxmlformats.org/officeDocument/2006/relationships/oleObject" Target="../embeddings/oleObject86.bin"/><Relationship Id="rId13" Type="http://schemas.openxmlformats.org/officeDocument/2006/relationships/oleObject" Target="../embeddings/oleObject87.bin"/><Relationship Id="rId12" Type="http://schemas.openxmlformats.org/officeDocument/2006/relationships/image" Target="../media/image3.png"/><Relationship Id="rId15" Type="http://schemas.openxmlformats.org/officeDocument/2006/relationships/image" Target="../media/image4.png"/><Relationship Id="rId14" Type="http://schemas.openxmlformats.org/officeDocument/2006/relationships/oleObject" Target="../embeddings/oleObject87.bin"/><Relationship Id="rId17" Type="http://schemas.openxmlformats.org/officeDocument/2006/relationships/oleObject" Target="../embeddings/oleObject88.bin"/><Relationship Id="rId16" Type="http://schemas.openxmlformats.org/officeDocument/2006/relationships/oleObject" Target="../embeddings/oleObject88.bin"/><Relationship Id="rId19" Type="http://schemas.openxmlformats.org/officeDocument/2006/relationships/oleObject" Target="../embeddings/oleObject89.bin"/><Relationship Id="rId18"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20" Type="http://schemas.openxmlformats.org/officeDocument/2006/relationships/oleObject" Target="../embeddings/oleObject95.bin"/><Relationship Id="rId22" Type="http://schemas.openxmlformats.org/officeDocument/2006/relationships/image" Target="../media/image8.png"/><Relationship Id="rId21" Type="http://schemas.openxmlformats.org/officeDocument/2006/relationships/oleObject" Target="../embeddings/oleObject95.bin"/><Relationship Id="rId24" Type="http://schemas.openxmlformats.org/officeDocument/2006/relationships/oleObject" Target="../embeddings/oleObject96.bin"/><Relationship Id="rId23" Type="http://schemas.openxmlformats.org/officeDocument/2006/relationships/oleObject" Target="../embeddings/oleObject96.bin"/><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vmlDrawing" Target="../drawings/vmlDrawing12.vml"/><Relationship Id="rId4" Type="http://schemas.openxmlformats.org/officeDocument/2006/relationships/image" Target="../media/image7.png"/><Relationship Id="rId9" Type="http://schemas.openxmlformats.org/officeDocument/2006/relationships/oleObject" Target="../embeddings/oleObject91.bin"/><Relationship Id="rId26" Type="http://schemas.openxmlformats.org/officeDocument/2006/relationships/oleObject" Target="../embeddings/oleObject97.bin"/><Relationship Id="rId25" Type="http://schemas.openxmlformats.org/officeDocument/2006/relationships/oleObject" Target="../embeddings/oleObject97.bin"/><Relationship Id="rId28" Type="http://schemas.openxmlformats.org/officeDocument/2006/relationships/oleObject" Target="../embeddings/oleObject98.bin"/><Relationship Id="rId27" Type="http://schemas.openxmlformats.org/officeDocument/2006/relationships/oleObject" Target="../embeddings/oleObject98.bin"/><Relationship Id="rId5" Type="http://schemas.openxmlformats.org/officeDocument/2006/relationships/image" Target="../media/image1.png"/><Relationship Id="rId6" Type="http://schemas.openxmlformats.org/officeDocument/2006/relationships/oleObject" Target="../embeddings/oleObject90.bin"/><Relationship Id="rId29" Type="http://schemas.openxmlformats.org/officeDocument/2006/relationships/oleObject" Target="../embeddings/oleObject99.bin"/><Relationship Id="rId7" Type="http://schemas.openxmlformats.org/officeDocument/2006/relationships/oleObject" Target="../embeddings/oleObject90.bin"/><Relationship Id="rId8" Type="http://schemas.openxmlformats.org/officeDocument/2006/relationships/image" Target="../media/image3.png"/><Relationship Id="rId31" Type="http://schemas.openxmlformats.org/officeDocument/2006/relationships/oleObject" Target="../embeddings/oleObject100.bin"/><Relationship Id="rId30" Type="http://schemas.openxmlformats.org/officeDocument/2006/relationships/oleObject" Target="../embeddings/oleObject99.bin"/><Relationship Id="rId11" Type="http://schemas.openxmlformats.org/officeDocument/2006/relationships/image" Target="../media/image4.png"/><Relationship Id="rId33" Type="http://schemas.openxmlformats.org/officeDocument/2006/relationships/oleObject" Target="../embeddings/oleObject101.bin"/><Relationship Id="rId10" Type="http://schemas.openxmlformats.org/officeDocument/2006/relationships/oleObject" Target="../embeddings/oleObject91.bin"/><Relationship Id="rId32" Type="http://schemas.openxmlformats.org/officeDocument/2006/relationships/oleObject" Target="../embeddings/oleObject100.bin"/><Relationship Id="rId13" Type="http://schemas.openxmlformats.org/officeDocument/2006/relationships/oleObject" Target="../embeddings/oleObject92.bin"/><Relationship Id="rId35" Type="http://schemas.openxmlformats.org/officeDocument/2006/relationships/oleObject" Target="../embeddings/oleObject102.bin"/><Relationship Id="rId12" Type="http://schemas.openxmlformats.org/officeDocument/2006/relationships/oleObject" Target="../embeddings/oleObject92.bin"/><Relationship Id="rId34" Type="http://schemas.openxmlformats.org/officeDocument/2006/relationships/oleObject" Target="../embeddings/oleObject101.bin"/><Relationship Id="rId15" Type="http://schemas.openxmlformats.org/officeDocument/2006/relationships/oleObject" Target="../embeddings/oleObject93.bin"/><Relationship Id="rId14" Type="http://schemas.openxmlformats.org/officeDocument/2006/relationships/oleObject" Target="../embeddings/oleObject93.bin"/><Relationship Id="rId36" Type="http://schemas.openxmlformats.org/officeDocument/2006/relationships/oleObject" Target="../embeddings/oleObject102.bin"/><Relationship Id="rId17" Type="http://schemas.openxmlformats.org/officeDocument/2006/relationships/oleObject" Target="../embeddings/oleObject94.bin"/><Relationship Id="rId16" Type="http://schemas.openxmlformats.org/officeDocument/2006/relationships/image" Target="../media/image5.png"/><Relationship Id="rId19" Type="http://schemas.openxmlformats.org/officeDocument/2006/relationships/image" Target="../media/image2.png"/><Relationship Id="rId18" Type="http://schemas.openxmlformats.org/officeDocument/2006/relationships/oleObject" Target="../embeddings/oleObject9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vmlDrawing" Target="../drawings/vmlDrawing13.vml"/><Relationship Id="rId4" Type="http://schemas.openxmlformats.org/officeDocument/2006/relationships/oleObject" Target="../embeddings/oleObject103.bin"/><Relationship Id="rId9" Type="http://schemas.openxmlformats.org/officeDocument/2006/relationships/oleObject" Target="../embeddings/oleObject105.bin"/><Relationship Id="rId5" Type="http://schemas.openxmlformats.org/officeDocument/2006/relationships/oleObject" Target="../embeddings/oleObject103.bin"/><Relationship Id="rId6" Type="http://schemas.openxmlformats.org/officeDocument/2006/relationships/image" Target="../media/image27.png"/><Relationship Id="rId7" Type="http://schemas.openxmlformats.org/officeDocument/2006/relationships/oleObject" Target="../embeddings/oleObject104.bin"/><Relationship Id="rId8" Type="http://schemas.openxmlformats.org/officeDocument/2006/relationships/oleObject" Target="../embeddings/oleObject104.bin"/><Relationship Id="rId11" Type="http://schemas.openxmlformats.org/officeDocument/2006/relationships/oleObject" Target="../embeddings/oleObject106.bin"/><Relationship Id="rId10" Type="http://schemas.openxmlformats.org/officeDocument/2006/relationships/oleObject" Target="../embeddings/oleObject105.bin"/><Relationship Id="rId13" Type="http://schemas.openxmlformats.org/officeDocument/2006/relationships/oleObject" Target="../embeddings/oleObject107.bin"/><Relationship Id="rId12" Type="http://schemas.openxmlformats.org/officeDocument/2006/relationships/oleObject" Target="../embeddings/oleObject106.bin"/><Relationship Id="rId14" Type="http://schemas.openxmlformats.org/officeDocument/2006/relationships/oleObject" Target="../embeddings/oleObject10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vmlDrawing" Target="../drawings/vmlDrawing14.vml"/><Relationship Id="rId4" Type="http://schemas.openxmlformats.org/officeDocument/2006/relationships/oleObject" Target="../embeddings/oleObject108.bin"/><Relationship Id="rId5" Type="http://schemas.openxmlformats.org/officeDocument/2006/relationships/oleObject" Target="../embeddings/oleObject108.bin"/><Relationship Id="rId6" Type="http://schemas.openxmlformats.org/officeDocument/2006/relationships/image" Target="../media/image27.png"/><Relationship Id="rId7" Type="http://schemas.openxmlformats.org/officeDocument/2006/relationships/oleObject" Target="../embeddings/oleObject109.bin"/><Relationship Id="rId8" Type="http://schemas.openxmlformats.org/officeDocument/2006/relationships/oleObject" Target="../embeddings/oleObject109.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vmlDrawing" Target="../drawings/vmlDrawing15.vml"/><Relationship Id="rId4" Type="http://schemas.openxmlformats.org/officeDocument/2006/relationships/oleObject" Target="../embeddings/oleObject110.bin"/><Relationship Id="rId5" Type="http://schemas.openxmlformats.org/officeDocument/2006/relationships/oleObject" Target="../embeddings/oleObject110.bin"/><Relationship Id="rId6" Type="http://schemas.openxmlformats.org/officeDocument/2006/relationships/image" Target="../media/image27.png"/><Relationship Id="rId7" Type="http://schemas.openxmlformats.org/officeDocument/2006/relationships/oleObject" Target="../embeddings/oleObject111.bin"/><Relationship Id="rId8" Type="http://schemas.openxmlformats.org/officeDocument/2006/relationships/oleObject" Target="../embeddings/oleObject111.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vmlDrawing" Target="../drawings/vmlDrawing16.vml"/><Relationship Id="rId4" Type="http://schemas.openxmlformats.org/officeDocument/2006/relationships/oleObject" Target="../embeddings/oleObject112.bin"/><Relationship Id="rId5" Type="http://schemas.openxmlformats.org/officeDocument/2006/relationships/oleObject" Target="../embeddings/oleObject112.bin"/><Relationship Id="rId6" Type="http://schemas.openxmlformats.org/officeDocument/2006/relationships/image" Target="../media/image31.png"/><Relationship Id="rId7" Type="http://schemas.openxmlformats.org/officeDocument/2006/relationships/oleObject" Target="../embeddings/oleObject113.bin"/><Relationship Id="rId8" Type="http://schemas.openxmlformats.org/officeDocument/2006/relationships/oleObject" Target="../embeddings/oleObject113.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vmlDrawing" Target="../drawings/vmlDrawing17.vml"/><Relationship Id="rId4" Type="http://schemas.openxmlformats.org/officeDocument/2006/relationships/oleObject" Target="../embeddings/oleObject114.bin"/><Relationship Id="rId5" Type="http://schemas.openxmlformats.org/officeDocument/2006/relationships/oleObject" Target="../embeddings/oleObject114.bin"/><Relationship Id="rId6" Type="http://schemas.openxmlformats.org/officeDocument/2006/relationships/image" Target="../media/image27.png"/><Relationship Id="rId7" Type="http://schemas.openxmlformats.org/officeDocument/2006/relationships/oleObject" Target="../embeddings/oleObject115.bin"/><Relationship Id="rId8" Type="http://schemas.openxmlformats.org/officeDocument/2006/relationships/oleObject" Target="../embeddings/oleObject115.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vmlDrawing" Target="../drawings/vmlDrawing18.vml"/><Relationship Id="rId4" Type="http://schemas.openxmlformats.org/officeDocument/2006/relationships/oleObject" Target="../embeddings/oleObject116.bin"/><Relationship Id="rId5" Type="http://schemas.openxmlformats.org/officeDocument/2006/relationships/oleObject" Target="../embeddings/oleObject116.bin"/><Relationship Id="rId6" Type="http://schemas.openxmlformats.org/officeDocument/2006/relationships/image" Target="../media/image27.png"/><Relationship Id="rId7" Type="http://schemas.openxmlformats.org/officeDocument/2006/relationships/oleObject" Target="../embeddings/oleObject117.bin"/><Relationship Id="rId8" Type="http://schemas.openxmlformats.org/officeDocument/2006/relationships/oleObject" Target="../embeddings/oleObject117.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vmlDrawing" Target="../drawings/vmlDrawing19.vml"/><Relationship Id="rId4" Type="http://schemas.openxmlformats.org/officeDocument/2006/relationships/oleObject" Target="../embeddings/oleObject118.bin"/><Relationship Id="rId5" Type="http://schemas.openxmlformats.org/officeDocument/2006/relationships/oleObject" Target="../embeddings/oleObject118.bin"/><Relationship Id="rId6" Type="http://schemas.openxmlformats.org/officeDocument/2006/relationships/image" Target="../media/image27.png"/><Relationship Id="rId7" Type="http://schemas.openxmlformats.org/officeDocument/2006/relationships/oleObject" Target="../embeddings/oleObject119.bin"/><Relationship Id="rId8" Type="http://schemas.openxmlformats.org/officeDocument/2006/relationships/oleObject" Target="../embeddings/oleObject119.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3.png"/><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3.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7.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vmlDrawing" Target="../drawings/vmlDrawing20.vml"/><Relationship Id="rId4" Type="http://schemas.openxmlformats.org/officeDocument/2006/relationships/oleObject" Target="../embeddings/oleObject120.bin"/><Relationship Id="rId5" Type="http://schemas.openxmlformats.org/officeDocument/2006/relationships/oleObject" Target="../embeddings/oleObject120.bin"/><Relationship Id="rId6" Type="http://schemas.openxmlformats.org/officeDocument/2006/relationships/image" Target="../media/image35.png"/><Relationship Id="rId7" Type="http://schemas.openxmlformats.org/officeDocument/2006/relationships/oleObject" Target="../embeddings/oleObject121.bin"/><Relationship Id="rId8" Type="http://schemas.openxmlformats.org/officeDocument/2006/relationships/oleObject" Target="../embeddings/oleObject121.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vmlDrawing" Target="../drawings/vmlDrawing21.vml"/><Relationship Id="rId4" Type="http://schemas.openxmlformats.org/officeDocument/2006/relationships/oleObject" Target="../embeddings/oleObject122.bin"/><Relationship Id="rId5" Type="http://schemas.openxmlformats.org/officeDocument/2006/relationships/oleObject" Target="../embeddings/oleObject122.bin"/><Relationship Id="rId6" Type="http://schemas.openxmlformats.org/officeDocument/2006/relationships/image" Target="../media/image27.png"/><Relationship Id="rId7" Type="http://schemas.openxmlformats.org/officeDocument/2006/relationships/oleObject" Target="../embeddings/oleObject123.bin"/><Relationship Id="rId8" Type="http://schemas.openxmlformats.org/officeDocument/2006/relationships/oleObject" Target="../embeddings/oleObject12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vmlDrawing" Target="../drawings/vmlDrawing22.vml"/><Relationship Id="rId4" Type="http://schemas.openxmlformats.org/officeDocument/2006/relationships/oleObject" Target="../embeddings/oleObject124.bin"/><Relationship Id="rId5" Type="http://schemas.openxmlformats.org/officeDocument/2006/relationships/oleObject" Target="../embeddings/oleObject124.bin"/><Relationship Id="rId6"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vmlDrawing" Target="../drawings/vmlDrawing23.vml"/><Relationship Id="rId4" Type="http://schemas.openxmlformats.org/officeDocument/2006/relationships/oleObject" Target="../embeddings/oleObject125.bin"/><Relationship Id="rId5" Type="http://schemas.openxmlformats.org/officeDocument/2006/relationships/oleObject" Target="../embeddings/oleObject125.bin"/><Relationship Id="rId6" Type="http://schemas.openxmlformats.org/officeDocument/2006/relationships/image" Target="../media/image43.png"/><Relationship Id="rId7" Type="http://schemas.openxmlformats.org/officeDocument/2006/relationships/oleObject" Target="../embeddings/oleObject126.bin"/><Relationship Id="rId8" Type="http://schemas.openxmlformats.org/officeDocument/2006/relationships/oleObject" Target="../embeddings/oleObject126.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vmlDrawing" Target="../drawings/vmlDrawing24.vml"/><Relationship Id="rId4" Type="http://schemas.openxmlformats.org/officeDocument/2006/relationships/oleObject" Target="../embeddings/oleObject127.bin"/><Relationship Id="rId9" Type="http://schemas.openxmlformats.org/officeDocument/2006/relationships/image" Target="../media/image40.png"/><Relationship Id="rId5" Type="http://schemas.openxmlformats.org/officeDocument/2006/relationships/oleObject" Target="../embeddings/oleObject127.bin"/><Relationship Id="rId6" Type="http://schemas.openxmlformats.org/officeDocument/2006/relationships/image" Target="../media/image38.png"/><Relationship Id="rId7" Type="http://schemas.openxmlformats.org/officeDocument/2006/relationships/oleObject" Target="../embeddings/oleObject128.bin"/><Relationship Id="rId8" Type="http://schemas.openxmlformats.org/officeDocument/2006/relationships/oleObject" Target="../embeddings/oleObject128.bin"/><Relationship Id="rId11" Type="http://schemas.openxmlformats.org/officeDocument/2006/relationships/oleObject" Target="../embeddings/oleObject129.bin"/><Relationship Id="rId10" Type="http://schemas.openxmlformats.org/officeDocument/2006/relationships/oleObject" Target="../embeddings/oleObject129.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vmlDrawing" Target="../drawings/vmlDrawing25.vml"/><Relationship Id="rId4" Type="http://schemas.openxmlformats.org/officeDocument/2006/relationships/oleObject" Target="../embeddings/oleObject130.bin"/><Relationship Id="rId5" Type="http://schemas.openxmlformats.org/officeDocument/2006/relationships/oleObject" Target="../embeddings/oleObject130.bin"/><Relationship Id="rId6" Type="http://schemas.openxmlformats.org/officeDocument/2006/relationships/image" Target="../media/image27.png"/><Relationship Id="rId7" Type="http://schemas.openxmlformats.org/officeDocument/2006/relationships/oleObject" Target="../embeddings/oleObject131.bin"/><Relationship Id="rId8" Type="http://schemas.openxmlformats.org/officeDocument/2006/relationships/oleObject" Target="../embeddings/oleObject131.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2.png"/></Relationships>
</file>

<file path=ppt/slides/_rels/slide71.xml.rels><?xml version="1.0" encoding="UTF-8" standalone="yes"?><Relationships xmlns="http://schemas.openxmlformats.org/package/2006/relationships"><Relationship Id="rId20" Type="http://schemas.openxmlformats.org/officeDocument/2006/relationships/oleObject" Target="../embeddings/oleObject139.bin"/><Relationship Id="rId22" Type="http://schemas.openxmlformats.org/officeDocument/2006/relationships/oleObject" Target="../embeddings/oleObject140.bin"/><Relationship Id="rId21" Type="http://schemas.openxmlformats.org/officeDocument/2006/relationships/oleObject" Target="../embeddings/oleObject140.bin"/><Relationship Id="rId24" Type="http://schemas.openxmlformats.org/officeDocument/2006/relationships/oleObject" Target="../embeddings/oleObject141.bin"/><Relationship Id="rId23" Type="http://schemas.openxmlformats.org/officeDocument/2006/relationships/oleObject" Target="../embeddings/oleObject141.bin"/><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vmlDrawing" Target="../drawings/vmlDrawing26.vml"/><Relationship Id="rId4" Type="http://schemas.openxmlformats.org/officeDocument/2006/relationships/oleObject" Target="../embeddings/oleObject132.bin"/><Relationship Id="rId9" Type="http://schemas.openxmlformats.org/officeDocument/2006/relationships/oleObject" Target="../embeddings/oleObject134.bin"/><Relationship Id="rId26" Type="http://schemas.openxmlformats.org/officeDocument/2006/relationships/oleObject" Target="../embeddings/oleObject142.bin"/><Relationship Id="rId25" Type="http://schemas.openxmlformats.org/officeDocument/2006/relationships/oleObject" Target="../embeddings/oleObject142.bin"/><Relationship Id="rId28" Type="http://schemas.openxmlformats.org/officeDocument/2006/relationships/oleObject" Target="../embeddings/oleObject143.bin"/><Relationship Id="rId27" Type="http://schemas.openxmlformats.org/officeDocument/2006/relationships/oleObject" Target="../embeddings/oleObject143.bin"/><Relationship Id="rId5" Type="http://schemas.openxmlformats.org/officeDocument/2006/relationships/oleObject" Target="../embeddings/oleObject132.bin"/><Relationship Id="rId6" Type="http://schemas.openxmlformats.org/officeDocument/2006/relationships/image" Target="../media/image38.png"/><Relationship Id="rId29" Type="http://schemas.openxmlformats.org/officeDocument/2006/relationships/oleObject" Target="../embeddings/oleObject144.bin"/><Relationship Id="rId7" Type="http://schemas.openxmlformats.org/officeDocument/2006/relationships/oleObject" Target="../embeddings/oleObject133.bin"/><Relationship Id="rId8" Type="http://schemas.openxmlformats.org/officeDocument/2006/relationships/oleObject" Target="../embeddings/oleObject133.bin"/><Relationship Id="rId31" Type="http://schemas.openxmlformats.org/officeDocument/2006/relationships/image" Target="../media/image45.png"/><Relationship Id="rId30" Type="http://schemas.openxmlformats.org/officeDocument/2006/relationships/oleObject" Target="../embeddings/oleObject144.bin"/><Relationship Id="rId11" Type="http://schemas.openxmlformats.org/officeDocument/2006/relationships/oleObject" Target="../embeddings/oleObject135.bin"/><Relationship Id="rId10" Type="http://schemas.openxmlformats.org/officeDocument/2006/relationships/oleObject" Target="../embeddings/oleObject134.bin"/><Relationship Id="rId13" Type="http://schemas.openxmlformats.org/officeDocument/2006/relationships/oleObject" Target="../embeddings/oleObject136.bin"/><Relationship Id="rId12" Type="http://schemas.openxmlformats.org/officeDocument/2006/relationships/oleObject" Target="../embeddings/oleObject135.bin"/><Relationship Id="rId15" Type="http://schemas.openxmlformats.org/officeDocument/2006/relationships/oleObject" Target="../embeddings/oleObject137.bin"/><Relationship Id="rId14" Type="http://schemas.openxmlformats.org/officeDocument/2006/relationships/oleObject" Target="../embeddings/oleObject136.bin"/><Relationship Id="rId17" Type="http://schemas.openxmlformats.org/officeDocument/2006/relationships/oleObject" Target="../embeddings/oleObject138.bin"/><Relationship Id="rId16" Type="http://schemas.openxmlformats.org/officeDocument/2006/relationships/oleObject" Target="../embeddings/oleObject137.bin"/><Relationship Id="rId19" Type="http://schemas.openxmlformats.org/officeDocument/2006/relationships/oleObject" Target="../embeddings/oleObject139.bin"/><Relationship Id="rId18" Type="http://schemas.openxmlformats.org/officeDocument/2006/relationships/oleObject" Target="../embeddings/oleObject138.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vmlDrawing" Target="../drawings/vmlDrawing27.vml"/><Relationship Id="rId4" Type="http://schemas.openxmlformats.org/officeDocument/2006/relationships/oleObject" Target="../embeddings/oleObject145.bin"/><Relationship Id="rId9" Type="http://schemas.openxmlformats.org/officeDocument/2006/relationships/image" Target="../media/image45.png"/><Relationship Id="rId5" Type="http://schemas.openxmlformats.org/officeDocument/2006/relationships/oleObject" Target="../embeddings/oleObject145.bin"/><Relationship Id="rId6" Type="http://schemas.openxmlformats.org/officeDocument/2006/relationships/image" Target="../media/image44.png"/><Relationship Id="rId7" Type="http://schemas.openxmlformats.org/officeDocument/2006/relationships/oleObject" Target="../embeddings/oleObject146.bin"/><Relationship Id="rId8" Type="http://schemas.openxmlformats.org/officeDocument/2006/relationships/oleObject" Target="../embeddings/oleObject146.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vmlDrawing" Target="../drawings/vmlDrawing28.vml"/><Relationship Id="rId4" Type="http://schemas.openxmlformats.org/officeDocument/2006/relationships/oleObject" Target="../embeddings/oleObject147.bin"/><Relationship Id="rId9" Type="http://schemas.openxmlformats.org/officeDocument/2006/relationships/image" Target="../media/image45.png"/><Relationship Id="rId5" Type="http://schemas.openxmlformats.org/officeDocument/2006/relationships/oleObject" Target="../embeddings/oleObject147.bin"/><Relationship Id="rId6" Type="http://schemas.openxmlformats.org/officeDocument/2006/relationships/image" Target="../media/image44.png"/><Relationship Id="rId7" Type="http://schemas.openxmlformats.org/officeDocument/2006/relationships/oleObject" Target="../embeddings/oleObject148.bin"/><Relationship Id="rId8" Type="http://schemas.openxmlformats.org/officeDocument/2006/relationships/oleObject" Target="../embeddings/oleObject148.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vmlDrawing" Target="../drawings/vmlDrawing29.vml"/><Relationship Id="rId4" Type="http://schemas.openxmlformats.org/officeDocument/2006/relationships/oleObject" Target="../embeddings/oleObject149.bin"/><Relationship Id="rId9" Type="http://schemas.openxmlformats.org/officeDocument/2006/relationships/image" Target="../media/image45.png"/><Relationship Id="rId5" Type="http://schemas.openxmlformats.org/officeDocument/2006/relationships/oleObject" Target="../embeddings/oleObject149.bin"/><Relationship Id="rId6" Type="http://schemas.openxmlformats.org/officeDocument/2006/relationships/image" Target="../media/image44.png"/><Relationship Id="rId7" Type="http://schemas.openxmlformats.org/officeDocument/2006/relationships/oleObject" Target="../embeddings/oleObject150.bin"/><Relationship Id="rId8" Type="http://schemas.openxmlformats.org/officeDocument/2006/relationships/oleObject" Target="../embeddings/oleObject150.bin"/><Relationship Id="rId10" Type="http://schemas.openxmlformats.org/officeDocument/2006/relationships/image" Target="../media/image4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4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 Introduction</a:t>
            </a:r>
            <a:endParaRPr/>
          </a:p>
        </p:txBody>
      </p:sp>
      <p:sp>
        <p:nvSpPr>
          <p:cNvPr id="156" name="Google Shape;156;p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1-</a:t>
            </a: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157" name="Google Shape;157;p1"/>
          <p:cNvSpPr txBox="1"/>
          <p:nvPr/>
        </p:nvSpPr>
        <p:spPr>
          <a:xfrm>
            <a:off x="382587" y="493712"/>
            <a:ext cx="5764212"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4000"/>
              <a:buFont typeface="Comic Sans MS"/>
              <a:buNone/>
            </a:pPr>
            <a:r>
              <a:rPr b="0" i="0" lang="en-US" sz="4000" u="none" cap="none" strike="noStrike">
                <a:solidFill>
                  <a:schemeClr val="accent2"/>
                </a:solidFill>
                <a:latin typeface="Comic Sans MS"/>
                <a:ea typeface="Comic Sans MS"/>
                <a:cs typeface="Comic Sans MS"/>
                <a:sym typeface="Comic Sans MS"/>
              </a:rPr>
              <a:t>Chapter 1</a:t>
            </a:r>
            <a:br>
              <a:rPr b="0" i="0" lang="en-US" sz="4000" u="none" cap="none" strike="noStrike">
                <a:solidFill>
                  <a:schemeClr val="accent2"/>
                </a:solidFill>
                <a:latin typeface="Comic Sans MS"/>
                <a:ea typeface="Comic Sans MS"/>
                <a:cs typeface="Comic Sans MS"/>
                <a:sym typeface="Comic Sans MS"/>
              </a:rPr>
            </a:br>
            <a:r>
              <a:rPr b="0" i="0" lang="en-US" sz="4000" u="none" cap="none" strike="noStrike">
                <a:solidFill>
                  <a:schemeClr val="accent2"/>
                </a:solidFill>
                <a:latin typeface="Comic Sans MS"/>
                <a:ea typeface="Comic Sans MS"/>
                <a:cs typeface="Comic Sans MS"/>
                <a:sym typeface="Comic Sans MS"/>
              </a:rPr>
              <a:t>Introduction</a:t>
            </a:r>
            <a:endParaRPr/>
          </a:p>
        </p:txBody>
      </p:sp>
      <p:sp>
        <p:nvSpPr>
          <p:cNvPr id="158" name="Google Shape;158;p1"/>
          <p:cNvSpPr txBox="1"/>
          <p:nvPr/>
        </p:nvSpPr>
        <p:spPr>
          <a:xfrm>
            <a:off x="6229350" y="3486150"/>
            <a:ext cx="2730500"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800"/>
              <a:buFont typeface="Comic Sans MS"/>
              <a:buNone/>
            </a:pPr>
            <a:r>
              <a:rPr b="0" i="1" lang="en-US" sz="1800" u="none" cap="none" strike="noStrike">
                <a:solidFill>
                  <a:schemeClr val="accent2"/>
                </a:solidFill>
                <a:latin typeface="Comic Sans MS"/>
                <a:ea typeface="Comic Sans MS"/>
                <a:cs typeface="Comic Sans MS"/>
                <a:sym typeface="Comic Sans MS"/>
              </a:rPr>
              <a:t>Computer Networking: A Top Down Approach ,</a:t>
            </a:r>
            <a:br>
              <a:rPr b="0" i="0" lang="en-US" sz="1800" u="none" cap="none" strike="noStrike">
                <a:solidFill>
                  <a:schemeClr val="accent2"/>
                </a:solidFill>
                <a:latin typeface="Comic Sans MS"/>
                <a:ea typeface="Comic Sans MS"/>
                <a:cs typeface="Comic Sans MS"/>
                <a:sym typeface="Comic Sans MS"/>
              </a:rPr>
            </a:br>
            <a:r>
              <a:rPr b="0" i="0" lang="en-US" sz="1800" u="none" cap="none" strike="noStrike">
                <a:solidFill>
                  <a:schemeClr val="accent2"/>
                </a:solidFill>
                <a:latin typeface="Comic Sans MS"/>
                <a:ea typeface="Comic Sans MS"/>
                <a:cs typeface="Comic Sans MS"/>
                <a:sym typeface="Comic Sans MS"/>
              </a:rPr>
              <a:t>5</a:t>
            </a:r>
            <a:r>
              <a:rPr b="0" baseline="30000" i="0" lang="en-US" sz="1800" u="none" cap="none" strike="noStrike">
                <a:solidFill>
                  <a:schemeClr val="accent2"/>
                </a:solidFill>
                <a:latin typeface="Comic Sans MS"/>
                <a:ea typeface="Comic Sans MS"/>
                <a:cs typeface="Comic Sans MS"/>
                <a:sym typeface="Comic Sans MS"/>
              </a:rPr>
              <a:t>th</a:t>
            </a:r>
            <a:r>
              <a:rPr b="0" i="0" lang="en-US" sz="1800" u="none" cap="none" strike="noStrike">
                <a:solidFill>
                  <a:schemeClr val="accent2"/>
                </a:solidFill>
                <a:latin typeface="Comic Sans MS"/>
                <a:ea typeface="Comic Sans MS"/>
                <a:cs typeface="Comic Sans MS"/>
                <a:sym typeface="Comic Sans MS"/>
              </a:rPr>
              <a:t> edition. </a:t>
            </a:r>
            <a:br>
              <a:rPr b="0" i="0" lang="en-US" sz="1800" u="none" cap="none" strike="noStrike">
                <a:solidFill>
                  <a:schemeClr val="accent2"/>
                </a:solidFill>
                <a:latin typeface="Comic Sans MS"/>
                <a:ea typeface="Comic Sans MS"/>
                <a:cs typeface="Comic Sans MS"/>
                <a:sym typeface="Comic Sans MS"/>
              </a:rPr>
            </a:br>
            <a:r>
              <a:rPr b="0" i="0" lang="en-US" sz="1800" u="none" cap="none" strike="noStrike">
                <a:solidFill>
                  <a:schemeClr val="accent2"/>
                </a:solidFill>
                <a:latin typeface="Comic Sans MS"/>
                <a:ea typeface="Comic Sans MS"/>
                <a:cs typeface="Comic Sans MS"/>
                <a:sym typeface="Comic Sans MS"/>
              </a:rPr>
              <a:t>Jim Kurose, Keith Ross</a:t>
            </a:r>
            <a:br>
              <a:rPr b="0" i="0" lang="en-US" sz="1800" u="none" cap="none" strike="noStrike">
                <a:solidFill>
                  <a:schemeClr val="accent2"/>
                </a:solidFill>
                <a:latin typeface="Comic Sans MS"/>
                <a:ea typeface="Comic Sans MS"/>
                <a:cs typeface="Comic Sans MS"/>
                <a:sym typeface="Comic Sans MS"/>
              </a:rPr>
            </a:br>
            <a:r>
              <a:rPr b="0" i="0" lang="en-US" sz="1800" u="none" cap="none" strike="noStrike">
                <a:solidFill>
                  <a:schemeClr val="accent2"/>
                </a:solidFill>
                <a:latin typeface="Comic Sans MS"/>
                <a:ea typeface="Comic Sans MS"/>
                <a:cs typeface="Comic Sans MS"/>
                <a:sym typeface="Comic Sans MS"/>
              </a:rPr>
              <a:t>Addison-Wesley, April 2009. </a:t>
            </a:r>
            <a:br>
              <a:rPr b="0" i="0" lang="en-US" sz="1800" u="none" cap="none" strike="noStrike">
                <a:solidFill>
                  <a:schemeClr val="accent2"/>
                </a:solidFill>
                <a:latin typeface="Comic Sans MS"/>
                <a:ea typeface="Comic Sans MS"/>
                <a:cs typeface="Comic Sans MS"/>
                <a:sym typeface="Comic Sans MS"/>
              </a:rPr>
            </a:br>
            <a:endParaRPr/>
          </a:p>
        </p:txBody>
      </p:sp>
      <p:sp>
        <p:nvSpPr>
          <p:cNvPr id="159" name="Google Shape;159;p1"/>
          <p:cNvSpPr txBox="1"/>
          <p:nvPr/>
        </p:nvSpPr>
        <p:spPr>
          <a:xfrm>
            <a:off x="393700" y="3392487"/>
            <a:ext cx="5378450" cy="3170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 note on the use of these ppt slides:</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We’re making these slides freely available to all (faculty, students, readers). They’re in PowerPoint form so you can add, modify, and delete slides  (including this one) and slide content to suit your needs. They obviously represent a </a:t>
            </a:r>
            <a:r>
              <a:rPr b="0" i="1" lang="en-US" sz="1200" u="none" cap="none" strike="noStrike">
                <a:solidFill>
                  <a:schemeClr val="dk1"/>
                </a:solidFill>
                <a:latin typeface="Arial"/>
                <a:ea typeface="Arial"/>
                <a:cs typeface="Arial"/>
                <a:sym typeface="Arial"/>
              </a:rPr>
              <a:t>lot</a:t>
            </a:r>
            <a:r>
              <a:rPr b="0" i="0" lang="en-US" sz="1200" u="none" cap="none" strike="noStrike">
                <a:solidFill>
                  <a:schemeClr val="dk1"/>
                </a:solidFill>
                <a:latin typeface="Arial"/>
                <a:ea typeface="Arial"/>
                <a:cs typeface="Arial"/>
                <a:sym typeface="Arial"/>
              </a:rPr>
              <a:t> of work on our part. In return for use, we only ask the following:</a:t>
            </a:r>
            <a:endParaRPr/>
          </a:p>
          <a:p>
            <a:pPr indent="-76200" lvl="0" marL="0" marR="0" rtl="0" algn="l">
              <a:lnSpc>
                <a:spcPct val="100000"/>
              </a:lnSpc>
              <a:spcBef>
                <a:spcPts val="0"/>
              </a:spcBef>
              <a:spcAft>
                <a:spcPts val="0"/>
              </a:spcAft>
              <a:buClr>
                <a:schemeClr val="accent2"/>
              </a:buClr>
              <a:buSzPts val="1200"/>
              <a:buFont typeface="Noto Sans Symbols"/>
              <a:buChar char="❑"/>
            </a:pPr>
            <a:r>
              <a:rPr b="0" i="0" lang="en-US" sz="1200" u="none" cap="none" strike="noStrike">
                <a:solidFill>
                  <a:schemeClr val="dk1"/>
                </a:solidFill>
                <a:latin typeface="Arial"/>
                <a:ea typeface="Arial"/>
                <a:cs typeface="Arial"/>
                <a:sym typeface="Arial"/>
              </a:rPr>
              <a:t> If you use these slides (e.g., in a class) in substantially unaltered form, that you mention their source (after all, we’d like people to use our book!)</a:t>
            </a:r>
            <a:endParaRPr/>
          </a:p>
          <a:p>
            <a:pPr indent="-76200" lvl="0" marL="0" marR="0" rtl="0" algn="l">
              <a:lnSpc>
                <a:spcPct val="100000"/>
              </a:lnSpc>
              <a:spcBef>
                <a:spcPts val="0"/>
              </a:spcBef>
              <a:spcAft>
                <a:spcPts val="0"/>
              </a:spcAft>
              <a:buClr>
                <a:schemeClr val="accent2"/>
              </a:buClr>
              <a:buSzPts val="1200"/>
              <a:buFont typeface="Noto Sans Symbols"/>
              <a:buChar char="❑"/>
            </a:pPr>
            <a:r>
              <a:rPr b="0" i="0" lang="en-US" sz="1200" u="none" cap="none" strike="noStrike">
                <a:solidFill>
                  <a:schemeClr val="dk1"/>
                </a:solidFill>
                <a:latin typeface="Arial"/>
                <a:ea typeface="Arial"/>
                <a:cs typeface="Arial"/>
                <a:sym typeface="Arial"/>
              </a:rPr>
              <a:t> If you post any slides in substantially unaltered form on a www site, that you note that they are adapted from (or perhaps identical to) our slides, and note our copyright of this material.</a:t>
            </a:r>
            <a:endParaRPr/>
          </a:p>
          <a:p>
            <a:pPr indent="0" lvl="0" marL="0" marR="0" rtl="0" algn="l">
              <a:lnSpc>
                <a:spcPct val="100000"/>
              </a:lnSpc>
              <a:spcBef>
                <a:spcPts val="0"/>
              </a:spcBef>
              <a:spcAft>
                <a:spcPts val="0"/>
              </a:spcAft>
              <a:buClr>
                <a:schemeClr val="accent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Thanks and enjoy!  JFK/KWR</a:t>
            </a:r>
            <a:endParaRPr/>
          </a:p>
          <a:p>
            <a:pPr indent="0" lvl="0" marL="0" marR="0" rtl="0" algn="l">
              <a:lnSpc>
                <a:spcPct val="100000"/>
              </a:lnSpc>
              <a:spcBef>
                <a:spcPts val="0"/>
              </a:spcBef>
              <a:spcAft>
                <a:spcPts val="0"/>
              </a:spcAft>
              <a:buClr>
                <a:schemeClr val="dk1"/>
              </a:buClr>
              <a:buSzPts val="1200"/>
              <a:buFont typeface="Times New Roman"/>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material copyright 1996-2009</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J.F Kurose and K.W. Ross, All Rights Reserved</a:t>
            </a:r>
            <a:endParaRPr/>
          </a:p>
        </p:txBody>
      </p:sp>
      <p:pic>
        <p:nvPicPr>
          <p:cNvPr id="160" name="Google Shape;160;p1"/>
          <p:cNvPicPr preferRelativeResize="0"/>
          <p:nvPr/>
        </p:nvPicPr>
        <p:blipFill rotWithShape="1">
          <a:blip r:embed="rId3">
            <a:alphaModFix/>
          </a:blip>
          <a:srcRect b="0" l="0" r="0" t="0"/>
          <a:stretch/>
        </p:blipFill>
        <p:spPr>
          <a:xfrm>
            <a:off x="6289675" y="390525"/>
            <a:ext cx="2425700" cy="2994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 Introduction</a:t>
            </a:r>
            <a:endParaRPr/>
          </a:p>
        </p:txBody>
      </p:sp>
      <p:sp>
        <p:nvSpPr>
          <p:cNvPr id="167" name="Google Shape;167;p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1-</a:t>
            </a: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168" name="Google Shape;168;p2"/>
          <p:cNvSpPr txBox="1"/>
          <p:nvPr>
            <p:ph type="title"/>
          </p:nvPr>
        </p:nvSpPr>
        <p:spPr>
          <a:xfrm>
            <a:off x="457200" y="2413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Introduction</a:t>
            </a:r>
            <a:endParaRPr/>
          </a:p>
        </p:txBody>
      </p:sp>
      <p:sp>
        <p:nvSpPr>
          <p:cNvPr id="169" name="Google Shape;169;p2"/>
          <p:cNvSpPr txBox="1"/>
          <p:nvPr>
            <p:ph idx="1" type="body"/>
          </p:nvPr>
        </p:nvSpPr>
        <p:spPr>
          <a:xfrm>
            <a:off x="533400" y="1371600"/>
            <a:ext cx="3581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380"/>
              <a:buNone/>
            </a:pPr>
            <a:r>
              <a:rPr b="0" i="0" lang="en-US" sz="2800" u="sng">
                <a:solidFill>
                  <a:srgbClr val="FF0000"/>
                </a:solidFill>
                <a:latin typeface="Comic Sans MS"/>
                <a:ea typeface="Comic Sans MS"/>
                <a:cs typeface="Comic Sans MS"/>
                <a:sym typeface="Comic Sans MS"/>
              </a:rPr>
              <a:t>Our goal:</a:t>
            </a:r>
            <a:r>
              <a:rPr b="0" i="0" lang="en-US" sz="2800" u="none">
                <a:solidFill>
                  <a:schemeClr val="dk1"/>
                </a:solidFill>
                <a:latin typeface="Comic Sans MS"/>
                <a:ea typeface="Comic Sans MS"/>
                <a:cs typeface="Comic Sans MS"/>
                <a:sym typeface="Comic Sans MS"/>
              </a:rPr>
              <a:t> </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get “feel” and terminology</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more depth, detail </a:t>
            </a:r>
            <a:r>
              <a:rPr b="0" i="1" lang="en-US" sz="2400" u="none">
                <a:solidFill>
                  <a:schemeClr val="dk1"/>
                </a:solidFill>
                <a:latin typeface="Comic Sans MS"/>
                <a:ea typeface="Comic Sans MS"/>
                <a:cs typeface="Comic Sans MS"/>
                <a:sym typeface="Comic Sans MS"/>
              </a:rPr>
              <a:t>later</a:t>
            </a:r>
            <a:r>
              <a:rPr b="0" i="0" lang="en-US" sz="2400" u="none">
                <a:solidFill>
                  <a:schemeClr val="dk1"/>
                </a:solidFill>
                <a:latin typeface="Comic Sans MS"/>
                <a:ea typeface="Comic Sans MS"/>
                <a:cs typeface="Comic Sans MS"/>
                <a:sym typeface="Comic Sans MS"/>
              </a:rPr>
              <a:t> in course</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approach:</a:t>
            </a:r>
            <a:endParaRPr/>
          </a:p>
          <a:p>
            <a:pPr indent="-285750" lvl="1" marL="7429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use Internet as example</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
        <p:nvSpPr>
          <p:cNvPr id="170" name="Google Shape;170;p2"/>
          <p:cNvSpPr txBox="1"/>
          <p:nvPr>
            <p:ph idx="1" type="body"/>
          </p:nvPr>
        </p:nvSpPr>
        <p:spPr>
          <a:xfrm>
            <a:off x="4114800" y="1371600"/>
            <a:ext cx="5029200" cy="5245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0" lang="en-US" sz="2800" u="sng">
                <a:solidFill>
                  <a:srgbClr val="FF0000"/>
                </a:solidFill>
                <a:latin typeface="Comic Sans MS"/>
                <a:ea typeface="Comic Sans MS"/>
                <a:cs typeface="Comic Sans MS"/>
                <a:sym typeface="Comic Sans MS"/>
              </a:rPr>
              <a:t>Overview:</a:t>
            </a:r>
            <a:endParaRPr b="0" i="0" sz="28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what’s the Internet?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what’s a protocol?</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network edge; hosts, access net, physical media</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network core: packet/circuit switching, Internet structure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performance: loss, delay, throughput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security</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protocol layers, service models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 Introduction</a:t>
            </a:r>
            <a:endParaRPr/>
          </a:p>
        </p:txBody>
      </p:sp>
      <p:sp>
        <p:nvSpPr>
          <p:cNvPr id="177" name="Google Shape;177;p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1-</a:t>
            </a: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178" name="Google Shape;178;p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179" name="Google Shape;179;p3"/>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rgbClr val="FF0000"/>
                </a:solidFill>
                <a:latin typeface="Comic Sans MS"/>
                <a:ea typeface="Comic Sans MS"/>
                <a:cs typeface="Comic Sans MS"/>
                <a:sym typeface="Comic Sans MS"/>
              </a:rPr>
              <a:t>1.1 What </a:t>
            </a:r>
            <a:r>
              <a:rPr b="0" i="1" lang="en-US" sz="2400" u="none">
                <a:solidFill>
                  <a:srgbClr val="FF0000"/>
                </a:solidFill>
                <a:latin typeface="Comic Sans MS"/>
                <a:ea typeface="Comic Sans MS"/>
                <a:cs typeface="Comic Sans MS"/>
                <a:sym typeface="Comic Sans MS"/>
              </a:rPr>
              <a:t>is</a:t>
            </a:r>
            <a:r>
              <a:rPr b="0" i="0" lang="en-US" sz="2400" u="none">
                <a:solidFill>
                  <a:srgbClr val="FF0000"/>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1.2</a:t>
            </a:r>
            <a:r>
              <a:rPr b="0" i="0" lang="en-US" sz="2400" u="none">
                <a:solidFill>
                  <a:schemeClr val="dk1"/>
                </a:solidFill>
                <a:latin typeface="Comic Sans MS"/>
                <a:ea typeface="Comic Sans MS"/>
                <a:cs typeface="Comic Sans MS"/>
                <a:sym typeface="Comic Sans MS"/>
              </a:rPr>
              <a:t> Network edge</a:t>
            </a:r>
            <a:endParaRPr/>
          </a:p>
          <a:p>
            <a:pPr indent="-228600" lvl="2" marL="1143000" rtl="0" algn="l">
              <a:lnSpc>
                <a:spcPct val="100000"/>
              </a:lnSpc>
              <a:spcBef>
                <a:spcPts val="400"/>
              </a:spcBef>
              <a:spcAft>
                <a:spcPts val="0"/>
              </a:spcAft>
              <a:buClr>
                <a:srgbClr val="0000FF"/>
              </a:buClr>
              <a:buSzPts val="2000"/>
              <a:buFont typeface="Noto Sans Symbols"/>
              <a:buChar char="❑"/>
            </a:pPr>
            <a:r>
              <a:rPr b="0" i="0" lang="en-US" sz="2000" u="none">
                <a:solidFill>
                  <a:schemeClr val="dk1"/>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1.3</a:t>
            </a:r>
            <a:r>
              <a:rPr b="0" i="0" lang="en-US" sz="2400" u="none">
                <a:solidFill>
                  <a:schemeClr val="dk1"/>
                </a:solidFill>
                <a:latin typeface="Comic Sans MS"/>
                <a:ea typeface="Comic Sans MS"/>
                <a:cs typeface="Comic Sans MS"/>
                <a:sym typeface="Comic Sans MS"/>
              </a:rPr>
              <a:t> Network core</a:t>
            </a:r>
            <a:endParaRPr/>
          </a:p>
          <a:p>
            <a:pPr indent="-228600" lvl="2" marL="1143000" rtl="0" algn="l">
              <a:lnSpc>
                <a:spcPct val="100000"/>
              </a:lnSpc>
              <a:spcBef>
                <a:spcPts val="400"/>
              </a:spcBef>
              <a:spcAft>
                <a:spcPts val="0"/>
              </a:spcAft>
              <a:buClr>
                <a:srgbClr val="0000FF"/>
              </a:buClr>
              <a:buSzPts val="2000"/>
              <a:buFont typeface="Noto Sans Symbols"/>
              <a:buChar char="❑"/>
            </a:pPr>
            <a:r>
              <a:rPr b="0" i="0" lang="en-US" sz="2000" u="none">
                <a:solidFill>
                  <a:schemeClr val="dk1"/>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1.4</a:t>
            </a:r>
            <a:r>
              <a:rPr b="0" i="0" lang="en-US" sz="2400" u="none">
                <a:solidFill>
                  <a:schemeClr val="dk1"/>
                </a:solidFill>
                <a:latin typeface="Comic Sans MS"/>
                <a:ea typeface="Comic Sans MS"/>
                <a:cs typeface="Comic Sans MS"/>
                <a:sym typeface="Comic Sans MS"/>
              </a:rPr>
              <a:t> 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rgbClr val="0000FF"/>
                </a:solidFill>
                <a:latin typeface="Comic Sans MS"/>
                <a:ea typeface="Comic Sans MS"/>
                <a:cs typeface="Comic Sans MS"/>
                <a:sym typeface="Comic Sans MS"/>
              </a:rPr>
              <a:t>1.5</a:t>
            </a:r>
            <a:r>
              <a:rPr b="0" i="0" lang="en-US" sz="2400" u="none">
                <a:solidFill>
                  <a:schemeClr val="dk1"/>
                </a:solidFill>
                <a:latin typeface="Comic Sans MS"/>
                <a:ea typeface="Comic Sans MS"/>
                <a:cs typeface="Comic Sans MS"/>
                <a:sym typeface="Comic Sans MS"/>
              </a:rPr>
              <a:t> Protocol layers, service models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1.6</a:t>
            </a:r>
            <a:r>
              <a:rPr b="0" i="0" lang="en-US" sz="2400" u="none">
                <a:solidFill>
                  <a:schemeClr val="dk1"/>
                </a:solidFill>
                <a:latin typeface="Comic Sans MS"/>
                <a:ea typeface="Comic Sans MS"/>
                <a:cs typeface="Comic Sans MS"/>
                <a:sym typeface="Comic Sans MS"/>
              </a:rPr>
              <a:t> Networks under attack: security</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1.7</a:t>
            </a:r>
            <a:r>
              <a:rPr b="0" i="0" lang="en-US" sz="2400" u="none">
                <a:solidFill>
                  <a:schemeClr val="dk1"/>
                </a:solidFill>
                <a:latin typeface="Comic Sans MS"/>
                <a:ea typeface="Comic Sans MS"/>
                <a:cs typeface="Comic Sans MS"/>
                <a:sym typeface="Comic Sans MS"/>
              </a:rPr>
              <a:t> 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cap="none" strike="noStrike">
                <a:solidFill>
                  <a:schemeClr val="dk1"/>
                </a:solidFill>
                <a:latin typeface="Comic Sans MS"/>
                <a:ea typeface="Comic Sans MS"/>
                <a:cs typeface="Comic Sans MS"/>
                <a:sym typeface="Comic Sans MS"/>
              </a:rPr>
              <a:t> Introduction</a:t>
            </a:r>
            <a:endParaRPr/>
          </a:p>
        </p:txBody>
      </p:sp>
      <p:sp>
        <p:nvSpPr>
          <p:cNvPr id="186" name="Google Shape;186;p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1-</a:t>
            </a: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187" name="Google Shape;187;p4"/>
          <p:cNvSpPr txBox="1"/>
          <p:nvPr>
            <p:ph type="title"/>
          </p:nvPr>
        </p:nvSpPr>
        <p:spPr>
          <a:xfrm>
            <a:off x="212725" y="9525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What’s the Internet: “nuts and bolts” view</a:t>
            </a:r>
            <a:endParaRPr/>
          </a:p>
        </p:txBody>
      </p:sp>
      <p:sp>
        <p:nvSpPr>
          <p:cNvPr id="188" name="Google Shape;188;p4"/>
          <p:cNvSpPr txBox="1"/>
          <p:nvPr>
            <p:ph idx="1" type="body"/>
          </p:nvPr>
        </p:nvSpPr>
        <p:spPr>
          <a:xfrm>
            <a:off x="1320800" y="1300162"/>
            <a:ext cx="3779837" cy="20367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millions of connected computing devices: </a:t>
            </a:r>
            <a:r>
              <a:rPr b="0" i="1" lang="en-US" sz="2400" u="none">
                <a:solidFill>
                  <a:srgbClr val="FF0000"/>
                </a:solidFill>
                <a:latin typeface="Comic Sans MS"/>
                <a:ea typeface="Comic Sans MS"/>
                <a:cs typeface="Comic Sans MS"/>
                <a:sym typeface="Comic Sans MS"/>
              </a:rPr>
              <a:t>hosts = end systems</a:t>
            </a:r>
            <a:r>
              <a:rPr b="0" i="0" lang="en-US" sz="2400" u="none">
                <a:solidFill>
                  <a:srgbClr val="FF0000"/>
                </a:solidFill>
                <a:latin typeface="Comic Sans MS"/>
                <a:ea typeface="Comic Sans MS"/>
                <a:cs typeface="Comic Sans MS"/>
                <a:sym typeface="Comic Sans MS"/>
              </a:rPr>
              <a:t> </a:t>
            </a:r>
            <a:endParaRPr/>
          </a:p>
          <a:p>
            <a:pPr indent="-285750" lvl="1" marL="742950" rtl="0" algn="l">
              <a:lnSpc>
                <a:spcPct val="100000"/>
              </a:lnSpc>
              <a:spcBef>
                <a:spcPts val="48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 </a:t>
            </a:r>
            <a:r>
              <a:rPr b="0" i="0" lang="en-US" sz="2400" u="none">
                <a:solidFill>
                  <a:schemeClr val="dk1"/>
                </a:solidFill>
                <a:latin typeface="Comic Sans MS"/>
                <a:ea typeface="Comic Sans MS"/>
                <a:cs typeface="Comic Sans MS"/>
                <a:sym typeface="Comic Sans MS"/>
              </a:rPr>
              <a:t>running </a:t>
            </a:r>
            <a:r>
              <a:rPr b="0" i="1" lang="en-US" sz="2400" u="none">
                <a:solidFill>
                  <a:srgbClr val="FF0000"/>
                </a:solidFill>
                <a:latin typeface="Comic Sans MS"/>
                <a:ea typeface="Comic Sans MS"/>
                <a:cs typeface="Comic Sans MS"/>
                <a:sym typeface="Comic Sans MS"/>
              </a:rPr>
              <a:t>network apps</a:t>
            </a:r>
            <a:endParaRPr/>
          </a:p>
        </p:txBody>
      </p:sp>
      <p:grpSp>
        <p:nvGrpSpPr>
          <p:cNvPr id="189" name="Google Shape;189;p4"/>
          <p:cNvGrpSpPr/>
          <p:nvPr/>
        </p:nvGrpSpPr>
        <p:grpSpPr>
          <a:xfrm>
            <a:off x="4989512" y="1319212"/>
            <a:ext cx="3470275" cy="4489450"/>
            <a:chOff x="3177" y="1065"/>
            <a:chExt cx="2186" cy="2828"/>
          </a:xfrm>
        </p:grpSpPr>
        <p:sp>
          <p:nvSpPr>
            <p:cNvPr id="190" name="Google Shape;190;p4"/>
            <p:cNvSpPr/>
            <p:nvPr/>
          </p:nvSpPr>
          <p:spPr>
            <a:xfrm>
              <a:off x="4261" y="2412"/>
              <a:ext cx="828" cy="425"/>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1" name="Google Shape;191;p4"/>
            <p:cNvSpPr/>
            <p:nvPr/>
          </p:nvSpPr>
          <p:spPr>
            <a:xfrm>
              <a:off x="4273" y="1451"/>
              <a:ext cx="1090" cy="65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2" name="Google Shape;192;p4"/>
            <p:cNvSpPr/>
            <p:nvPr/>
          </p:nvSpPr>
          <p:spPr>
            <a:xfrm>
              <a:off x="3177" y="1267"/>
              <a:ext cx="1036" cy="67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93" name="Google Shape;193;p4"/>
            <p:cNvGrpSpPr/>
            <p:nvPr/>
          </p:nvGrpSpPr>
          <p:grpSpPr>
            <a:xfrm>
              <a:off x="3232" y="2108"/>
              <a:ext cx="919" cy="588"/>
              <a:chOff x="2889" y="1631"/>
              <a:chExt cx="980" cy="743"/>
            </a:xfrm>
          </p:grpSpPr>
          <p:sp>
            <p:nvSpPr>
              <p:cNvPr id="194" name="Google Shape;194;p4"/>
              <p:cNvSpPr txBox="1"/>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5" name="Google Shape;195;p4"/>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96" name="Google Shape;196;p4"/>
            <p:cNvGrpSpPr/>
            <p:nvPr/>
          </p:nvGrpSpPr>
          <p:grpSpPr>
            <a:xfrm>
              <a:off x="3672" y="1386"/>
              <a:ext cx="216" cy="337"/>
              <a:chOff x="3789" y="1034"/>
              <a:chExt cx="879" cy="1246"/>
            </a:xfrm>
          </p:grpSpPr>
          <p:cxnSp>
            <p:nvCxnSpPr>
              <p:cNvPr id="197" name="Google Shape;197;p4"/>
              <p:cNvCxnSpPr/>
              <p:nvPr/>
            </p:nvCxnSpPr>
            <p:spPr>
              <a:xfrm flipH="1">
                <a:off x="3992" y="1481"/>
                <a:ext cx="235" cy="724"/>
              </a:xfrm>
              <a:prstGeom prst="straightConnector1">
                <a:avLst/>
              </a:prstGeom>
              <a:noFill/>
              <a:ln cap="flat" cmpd="sng" w="9525">
                <a:solidFill>
                  <a:schemeClr val="dk1"/>
                </a:solidFill>
                <a:prstDash val="solid"/>
                <a:miter lim="800000"/>
                <a:headEnd len="med" w="med" type="none"/>
                <a:tailEnd len="med" w="med" type="none"/>
              </a:ln>
            </p:spPr>
          </p:cxnSp>
          <p:cxnSp>
            <p:nvCxnSpPr>
              <p:cNvPr id="198" name="Google Shape;198;p4"/>
              <p:cNvCxnSpPr/>
              <p:nvPr/>
            </p:nvCxnSpPr>
            <p:spPr>
              <a:xfrm>
                <a:off x="4227" y="1481"/>
                <a:ext cx="236" cy="720"/>
              </a:xfrm>
              <a:prstGeom prst="straightConnector1">
                <a:avLst/>
              </a:prstGeom>
              <a:noFill/>
              <a:ln cap="flat" cmpd="sng" w="9525">
                <a:solidFill>
                  <a:schemeClr val="dk1"/>
                </a:solidFill>
                <a:prstDash val="solid"/>
                <a:miter lim="800000"/>
                <a:headEnd len="med" w="med" type="none"/>
                <a:tailEnd len="med" w="med" type="none"/>
              </a:ln>
            </p:spPr>
          </p:cxnSp>
          <p:cxnSp>
            <p:nvCxnSpPr>
              <p:cNvPr id="199" name="Google Shape;199;p4"/>
              <p:cNvCxnSpPr/>
              <p:nvPr/>
            </p:nvCxnSpPr>
            <p:spPr>
              <a:xfrm>
                <a:off x="3992" y="2201"/>
                <a:ext cx="235" cy="79"/>
              </a:xfrm>
              <a:prstGeom prst="straightConnector1">
                <a:avLst/>
              </a:prstGeom>
              <a:noFill/>
              <a:ln cap="flat" cmpd="sng" w="9525">
                <a:solidFill>
                  <a:schemeClr val="dk1"/>
                </a:solidFill>
                <a:prstDash val="solid"/>
                <a:miter lim="800000"/>
                <a:headEnd len="med" w="med" type="none"/>
                <a:tailEnd len="med" w="med" type="none"/>
              </a:ln>
            </p:spPr>
          </p:cxnSp>
          <p:cxnSp>
            <p:nvCxnSpPr>
              <p:cNvPr id="200" name="Google Shape;200;p4"/>
              <p:cNvCxnSpPr/>
              <p:nvPr/>
            </p:nvCxnSpPr>
            <p:spPr>
              <a:xfrm flipH="1">
                <a:off x="4227" y="2201"/>
                <a:ext cx="236" cy="79"/>
              </a:xfrm>
              <a:prstGeom prst="straightConnector1">
                <a:avLst/>
              </a:prstGeom>
              <a:noFill/>
              <a:ln cap="flat" cmpd="sng" w="9525">
                <a:solidFill>
                  <a:schemeClr val="dk1"/>
                </a:solidFill>
                <a:prstDash val="solid"/>
                <a:miter lim="800000"/>
                <a:headEnd len="med" w="med" type="none"/>
                <a:tailEnd len="med" w="med" type="none"/>
              </a:ln>
            </p:spPr>
          </p:cxnSp>
          <p:cxnSp>
            <p:nvCxnSpPr>
              <p:cNvPr id="201" name="Google Shape;201;p4"/>
              <p:cNvCxnSpPr/>
              <p:nvPr/>
            </p:nvCxnSpPr>
            <p:spPr>
              <a:xfrm>
                <a:off x="4227" y="1497"/>
                <a:ext cx="0" cy="783"/>
              </a:xfrm>
              <a:prstGeom prst="straightConnector1">
                <a:avLst/>
              </a:prstGeom>
              <a:noFill/>
              <a:ln cap="flat" cmpd="sng" w="9525">
                <a:solidFill>
                  <a:schemeClr val="dk1"/>
                </a:solidFill>
                <a:prstDash val="solid"/>
                <a:miter lim="800000"/>
                <a:headEnd len="med" w="med" type="none"/>
                <a:tailEnd len="med" w="med" type="none"/>
              </a:ln>
            </p:spPr>
          </p:cxnSp>
          <p:cxnSp>
            <p:nvCxnSpPr>
              <p:cNvPr id="202" name="Google Shape;202;p4"/>
              <p:cNvCxnSpPr/>
              <p:nvPr/>
            </p:nvCxnSpPr>
            <p:spPr>
              <a:xfrm flipH="1" rot="10800000">
                <a:off x="3992" y="2127"/>
                <a:ext cx="235" cy="78"/>
              </a:xfrm>
              <a:prstGeom prst="straightConnector1">
                <a:avLst/>
              </a:prstGeom>
              <a:noFill/>
              <a:ln cap="flat" cmpd="sng" w="9525">
                <a:solidFill>
                  <a:schemeClr val="dk1"/>
                </a:solidFill>
                <a:prstDash val="solid"/>
                <a:miter lim="800000"/>
                <a:headEnd len="med" w="med" type="none"/>
                <a:tailEnd len="med" w="med" type="none"/>
              </a:ln>
            </p:spPr>
          </p:cxnSp>
          <p:cxnSp>
            <p:nvCxnSpPr>
              <p:cNvPr id="203" name="Google Shape;203;p4"/>
              <p:cNvCxnSpPr/>
              <p:nvPr/>
            </p:nvCxnSpPr>
            <p:spPr>
              <a:xfrm rot="10800000">
                <a:off x="4227" y="2127"/>
                <a:ext cx="236" cy="74"/>
              </a:xfrm>
              <a:prstGeom prst="straightConnector1">
                <a:avLst/>
              </a:prstGeom>
              <a:noFill/>
              <a:ln cap="flat" cmpd="sng" w="9525">
                <a:solidFill>
                  <a:schemeClr val="dk1"/>
                </a:solidFill>
                <a:prstDash val="solid"/>
                <a:miter lim="800000"/>
                <a:headEnd len="med" w="med" type="none"/>
                <a:tailEnd len="med" w="med" type="none"/>
              </a:ln>
            </p:spPr>
          </p:cxnSp>
          <p:cxnSp>
            <p:nvCxnSpPr>
              <p:cNvPr id="204" name="Google Shape;204;p4"/>
              <p:cNvCxnSpPr/>
              <p:nvPr/>
            </p:nvCxnSpPr>
            <p:spPr>
              <a:xfrm>
                <a:off x="4092" y="1890"/>
                <a:ext cx="135" cy="60"/>
              </a:xfrm>
              <a:prstGeom prst="straightConnector1">
                <a:avLst/>
              </a:prstGeom>
              <a:noFill/>
              <a:ln cap="flat" cmpd="sng" w="9525">
                <a:solidFill>
                  <a:schemeClr val="dk1"/>
                </a:solidFill>
                <a:prstDash val="solid"/>
                <a:miter lim="800000"/>
                <a:headEnd len="med" w="med" type="none"/>
                <a:tailEnd len="med" w="med" type="none"/>
              </a:ln>
            </p:spPr>
          </p:cxnSp>
          <p:cxnSp>
            <p:nvCxnSpPr>
              <p:cNvPr id="205" name="Google Shape;205;p4"/>
              <p:cNvCxnSpPr/>
              <p:nvPr/>
            </p:nvCxnSpPr>
            <p:spPr>
              <a:xfrm flipH="1" rot="10800000">
                <a:off x="4227" y="1890"/>
                <a:ext cx="143" cy="60"/>
              </a:xfrm>
              <a:prstGeom prst="straightConnector1">
                <a:avLst/>
              </a:prstGeom>
              <a:noFill/>
              <a:ln cap="flat" cmpd="sng" w="9525">
                <a:solidFill>
                  <a:schemeClr val="dk1"/>
                </a:solidFill>
                <a:prstDash val="solid"/>
                <a:miter lim="800000"/>
                <a:headEnd len="med" w="med" type="none"/>
                <a:tailEnd len="med" w="med" type="none"/>
              </a:ln>
            </p:spPr>
          </p:cxnSp>
          <p:cxnSp>
            <p:nvCxnSpPr>
              <p:cNvPr id="206" name="Google Shape;206;p4"/>
              <p:cNvCxnSpPr/>
              <p:nvPr/>
            </p:nvCxnSpPr>
            <p:spPr>
              <a:xfrm>
                <a:off x="4047" y="1996"/>
                <a:ext cx="175" cy="81"/>
              </a:xfrm>
              <a:prstGeom prst="straightConnector1">
                <a:avLst/>
              </a:prstGeom>
              <a:noFill/>
              <a:ln cap="flat" cmpd="sng" w="9525">
                <a:solidFill>
                  <a:schemeClr val="dk1"/>
                </a:solidFill>
                <a:prstDash val="solid"/>
                <a:miter lim="800000"/>
                <a:headEnd len="med" w="med" type="none"/>
                <a:tailEnd len="med" w="med" type="none"/>
              </a:ln>
            </p:spPr>
          </p:cxnSp>
          <p:cxnSp>
            <p:nvCxnSpPr>
              <p:cNvPr id="207" name="Google Shape;207;p4"/>
              <p:cNvCxnSpPr/>
              <p:nvPr/>
            </p:nvCxnSpPr>
            <p:spPr>
              <a:xfrm flipH="1" rot="10800000">
                <a:off x="4227" y="2012"/>
                <a:ext cx="176" cy="71"/>
              </a:xfrm>
              <a:prstGeom prst="straightConnector1">
                <a:avLst/>
              </a:prstGeom>
              <a:noFill/>
              <a:ln cap="flat" cmpd="sng" w="9525">
                <a:solidFill>
                  <a:schemeClr val="dk1"/>
                </a:solidFill>
                <a:prstDash val="solid"/>
                <a:miter lim="800000"/>
                <a:headEnd len="med" w="med" type="none"/>
                <a:tailEnd len="med" w="med" type="none"/>
              </a:ln>
            </p:spPr>
          </p:cxnSp>
          <p:cxnSp>
            <p:nvCxnSpPr>
              <p:cNvPr id="208" name="Google Shape;208;p4"/>
              <p:cNvCxnSpPr/>
              <p:nvPr/>
            </p:nvCxnSpPr>
            <p:spPr>
              <a:xfrm flipH="1" rot="10800000">
                <a:off x="4227" y="1782"/>
                <a:ext cx="90" cy="29"/>
              </a:xfrm>
              <a:prstGeom prst="straightConnector1">
                <a:avLst/>
              </a:prstGeom>
              <a:noFill/>
              <a:ln cap="flat" cmpd="sng" w="9525">
                <a:solidFill>
                  <a:schemeClr val="dk1"/>
                </a:solidFill>
                <a:prstDash val="solid"/>
                <a:miter lim="800000"/>
                <a:headEnd len="med" w="med" type="none"/>
                <a:tailEnd len="med" w="med" type="none"/>
              </a:ln>
            </p:spPr>
          </p:cxnSp>
          <p:cxnSp>
            <p:nvCxnSpPr>
              <p:cNvPr id="209" name="Google Shape;209;p4"/>
              <p:cNvCxnSpPr/>
              <p:nvPr/>
            </p:nvCxnSpPr>
            <p:spPr>
              <a:xfrm flipH="1" rot="10800000">
                <a:off x="4227" y="1632"/>
                <a:ext cx="57" cy="22"/>
              </a:xfrm>
              <a:prstGeom prst="straightConnector1">
                <a:avLst/>
              </a:prstGeom>
              <a:noFill/>
              <a:ln cap="flat" cmpd="sng" w="9525">
                <a:solidFill>
                  <a:schemeClr val="dk1"/>
                </a:solidFill>
                <a:prstDash val="solid"/>
                <a:miter lim="800000"/>
                <a:headEnd len="med" w="med" type="none"/>
                <a:tailEnd len="med" w="med" type="none"/>
              </a:ln>
            </p:spPr>
          </p:cxnSp>
          <p:cxnSp>
            <p:nvCxnSpPr>
              <p:cNvPr id="210" name="Google Shape;210;p4"/>
              <p:cNvCxnSpPr/>
              <p:nvPr/>
            </p:nvCxnSpPr>
            <p:spPr>
              <a:xfrm>
                <a:off x="4126" y="1772"/>
                <a:ext cx="109" cy="39"/>
              </a:xfrm>
              <a:prstGeom prst="straightConnector1">
                <a:avLst/>
              </a:prstGeom>
              <a:noFill/>
              <a:ln cap="flat" cmpd="sng" w="9525">
                <a:solidFill>
                  <a:schemeClr val="dk1"/>
                </a:solidFill>
                <a:prstDash val="solid"/>
                <a:miter lim="800000"/>
                <a:headEnd len="med" w="med" type="none"/>
                <a:tailEnd len="med" w="med" type="none"/>
              </a:ln>
            </p:spPr>
          </p:cxnSp>
          <p:cxnSp>
            <p:nvCxnSpPr>
              <p:cNvPr id="211" name="Google Shape;211;p4"/>
              <p:cNvCxnSpPr/>
              <p:nvPr/>
            </p:nvCxnSpPr>
            <p:spPr>
              <a:xfrm>
                <a:off x="4175" y="1625"/>
                <a:ext cx="63" cy="39"/>
              </a:xfrm>
              <a:prstGeom prst="straightConnector1">
                <a:avLst/>
              </a:prstGeom>
              <a:noFill/>
              <a:ln cap="flat" cmpd="sng" w="9525">
                <a:solidFill>
                  <a:schemeClr val="dk1"/>
                </a:solidFill>
                <a:prstDash val="solid"/>
                <a:miter lim="800000"/>
                <a:headEnd len="med" w="med" type="none"/>
                <a:tailEnd len="med" w="med" type="none"/>
              </a:ln>
            </p:spPr>
          </p:cxnSp>
          <p:grpSp>
            <p:nvGrpSpPr>
              <p:cNvPr id="212" name="Google Shape;212;p4"/>
              <p:cNvGrpSpPr/>
              <p:nvPr/>
            </p:nvGrpSpPr>
            <p:grpSpPr>
              <a:xfrm>
                <a:off x="4269" y="1382"/>
                <a:ext cx="399" cy="203"/>
                <a:chOff x="4227" y="1294"/>
                <a:chExt cx="879" cy="400"/>
              </a:xfrm>
            </p:grpSpPr>
            <p:cxnSp>
              <p:nvCxnSpPr>
                <p:cNvPr id="213" name="Google Shape;213;p4"/>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214" name="Google Shape;214;p4"/>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215" name="Google Shape;215;p4"/>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216" name="Google Shape;216;p4"/>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217" name="Google Shape;217;p4"/>
              <p:cNvGrpSpPr/>
              <p:nvPr/>
            </p:nvGrpSpPr>
            <p:grpSpPr>
              <a:xfrm rot="5700000">
                <a:off x="4048" y="1141"/>
                <a:ext cx="399" cy="203"/>
                <a:chOff x="4227" y="1294"/>
                <a:chExt cx="879" cy="400"/>
              </a:xfrm>
            </p:grpSpPr>
            <p:cxnSp>
              <p:nvCxnSpPr>
                <p:cNvPr id="218" name="Google Shape;218;p4"/>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219" name="Google Shape;219;p4"/>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220" name="Google Shape;220;p4"/>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221" name="Google Shape;221;p4"/>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222" name="Google Shape;222;p4"/>
              <p:cNvGrpSpPr/>
              <p:nvPr/>
            </p:nvGrpSpPr>
            <p:grpSpPr>
              <a:xfrm rot="10800000">
                <a:off x="3789" y="1369"/>
                <a:ext cx="399" cy="203"/>
                <a:chOff x="4227" y="1294"/>
                <a:chExt cx="879" cy="400"/>
              </a:xfrm>
            </p:grpSpPr>
            <p:cxnSp>
              <p:nvCxnSpPr>
                <p:cNvPr id="223" name="Google Shape;223;p4"/>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224" name="Google Shape;224;p4"/>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225" name="Google Shape;225;p4"/>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226" name="Google Shape;226;p4"/>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grpSp>
          <p:nvGrpSpPr>
            <p:cNvPr id="227" name="Google Shape;227;p4"/>
            <p:cNvGrpSpPr/>
            <p:nvPr/>
          </p:nvGrpSpPr>
          <p:grpSpPr>
            <a:xfrm>
              <a:off x="3223" y="1598"/>
              <a:ext cx="436" cy="114"/>
              <a:chOff x="3072" y="739"/>
              <a:chExt cx="652" cy="146"/>
            </a:xfrm>
          </p:grpSpPr>
          <p:pic>
            <p:nvPicPr>
              <p:cNvPr descr="lgv_fqmg[1]" id="228" name="Google Shape;228;p4"/>
              <p:cNvPicPr preferRelativeResize="0"/>
              <p:nvPr/>
            </p:nvPicPr>
            <p:blipFill rotWithShape="1">
              <a:blip r:embed="rId4">
                <a:alphaModFix/>
              </a:blip>
              <a:srcRect b="0" l="0" r="0" t="0"/>
              <a:stretch/>
            </p:blipFill>
            <p:spPr>
              <a:xfrm flipH="1">
                <a:off x="3237" y="739"/>
                <a:ext cx="487" cy="146"/>
              </a:xfrm>
              <a:prstGeom prst="rect">
                <a:avLst/>
              </a:prstGeom>
              <a:noFill/>
              <a:ln>
                <a:noFill/>
              </a:ln>
            </p:spPr>
          </p:pic>
          <p:cxnSp>
            <p:nvCxnSpPr>
              <p:cNvPr id="229" name="Google Shape;229;p4"/>
              <p:cNvCxnSpPr/>
              <p:nvPr/>
            </p:nvCxnSpPr>
            <p:spPr>
              <a:xfrm rot="10800000">
                <a:off x="3104" y="784"/>
                <a:ext cx="88" cy="0"/>
              </a:xfrm>
              <a:prstGeom prst="straightConnector1">
                <a:avLst/>
              </a:prstGeom>
              <a:noFill/>
              <a:ln cap="flat" cmpd="sng" w="9525">
                <a:solidFill>
                  <a:schemeClr val="dk1"/>
                </a:solidFill>
                <a:prstDash val="solid"/>
                <a:miter lim="800000"/>
                <a:headEnd len="med" w="med" type="none"/>
                <a:tailEnd len="med" w="med" type="none"/>
              </a:ln>
            </p:spPr>
          </p:cxnSp>
          <p:cxnSp>
            <p:nvCxnSpPr>
              <p:cNvPr id="230" name="Google Shape;230;p4"/>
              <p:cNvCxnSpPr/>
              <p:nvPr/>
            </p:nvCxnSpPr>
            <p:spPr>
              <a:xfrm rot="10800000">
                <a:off x="3072" y="760"/>
                <a:ext cx="144" cy="0"/>
              </a:xfrm>
              <a:prstGeom prst="straightConnector1">
                <a:avLst/>
              </a:prstGeom>
              <a:noFill/>
              <a:ln cap="flat" cmpd="sng" w="9525">
                <a:solidFill>
                  <a:schemeClr val="dk1"/>
                </a:solidFill>
                <a:prstDash val="solid"/>
                <a:miter lim="800000"/>
                <a:headEnd len="med" w="med" type="none"/>
                <a:tailEnd len="med" w="med" type="none"/>
              </a:ln>
            </p:spPr>
          </p:cxnSp>
        </p:grpSp>
        <p:pic>
          <p:nvPicPr>
            <p:cNvPr descr="imgyjavg[1]" id="231" name="Google Shape;231;p4"/>
            <p:cNvPicPr preferRelativeResize="0"/>
            <p:nvPr/>
          </p:nvPicPr>
          <p:blipFill rotWithShape="1">
            <a:blip r:embed="rId5">
              <a:alphaModFix/>
            </a:blip>
            <a:srcRect b="0" l="0" r="0" t="0"/>
            <a:stretch/>
          </p:blipFill>
          <p:spPr>
            <a:xfrm>
              <a:off x="3399" y="1417"/>
              <a:ext cx="232" cy="168"/>
            </a:xfrm>
            <a:prstGeom prst="rect">
              <a:avLst/>
            </a:prstGeom>
            <a:noFill/>
            <a:ln>
              <a:noFill/>
            </a:ln>
          </p:spPr>
        </p:pic>
        <p:grpSp>
          <p:nvGrpSpPr>
            <p:cNvPr id="232" name="Google Shape;232;p4"/>
            <p:cNvGrpSpPr/>
            <p:nvPr/>
          </p:nvGrpSpPr>
          <p:grpSpPr>
            <a:xfrm>
              <a:off x="3880" y="1303"/>
              <a:ext cx="256" cy="269"/>
              <a:chOff x="2870" y="1518"/>
              <a:chExt cx="292" cy="320"/>
            </a:xfrm>
          </p:grpSpPr>
          <p:graphicFrame>
            <p:nvGraphicFramePr>
              <p:cNvPr id="233" name="Google Shape;233;p4"/>
              <p:cNvGraphicFramePr/>
              <p:nvPr/>
            </p:nvGraphicFramePr>
            <p:xfrm>
              <a:off x="2870" y="1518"/>
              <a:ext cx="272" cy="282"/>
            </p:xfrm>
            <a:graphic>
              <a:graphicData uri="http://schemas.openxmlformats.org/presentationml/2006/ole">
                <mc:AlternateContent>
                  <mc:Choice Requires="v">
                    <p:oleObj r:id="rId6" imgH="282" imgW="272" progId="MS_ClipArt_Gallery.2" spid="_x0000_s1">
                      <p:embed/>
                    </p:oleObj>
                  </mc:Choice>
                  <mc:Fallback>
                    <p:oleObj r:id="rId7" imgH="282" imgW="272" progId="MS_ClipArt_Gallery.2">
                      <p:embed/>
                      <p:pic>
                        <p:nvPicPr>
                          <p:cNvPr id="233" name="Google Shape;233;p4"/>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234" name="Google Shape;234;p4"/>
              <p:cNvGraphicFramePr/>
              <p:nvPr/>
            </p:nvGraphicFramePr>
            <p:xfrm>
              <a:off x="2913" y="1602"/>
              <a:ext cx="249" cy="236"/>
            </p:xfrm>
            <a:graphic>
              <a:graphicData uri="http://schemas.openxmlformats.org/presentationml/2006/ole">
                <mc:AlternateContent>
                  <mc:Choice Requires="v">
                    <p:oleObj r:id="rId9" imgH="236" imgW="249" progId="MS_ClipArt_Gallery.2" spid="_x0000_s2">
                      <p:embed/>
                    </p:oleObj>
                  </mc:Choice>
                  <mc:Fallback>
                    <p:oleObj r:id="rId10" imgH="236" imgW="249" progId="MS_ClipArt_Gallery.2">
                      <p:embed/>
                      <p:pic>
                        <p:nvPicPr>
                          <p:cNvPr id="234" name="Google Shape;234;p4"/>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235" name="Google Shape;235;p4"/>
            <p:cNvGrpSpPr/>
            <p:nvPr/>
          </p:nvGrpSpPr>
          <p:grpSpPr>
            <a:xfrm>
              <a:off x="4338" y="2487"/>
              <a:ext cx="228" cy="108"/>
              <a:chOff x="3600" y="219"/>
              <a:chExt cx="360" cy="175"/>
            </a:xfrm>
          </p:grpSpPr>
          <p:sp>
            <p:nvSpPr>
              <p:cNvPr id="236" name="Google Shape;236;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37" name="Google Shape;237;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38" name="Google Shape;238;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39" name="Google Shape;239;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 name="Google Shape;240;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41" name="Google Shape;241;p4"/>
              <p:cNvGrpSpPr/>
              <p:nvPr/>
            </p:nvGrpSpPr>
            <p:grpSpPr>
              <a:xfrm>
                <a:off x="3686" y="244"/>
                <a:ext cx="177" cy="66"/>
                <a:chOff x="2848" y="848"/>
                <a:chExt cx="140" cy="98"/>
              </a:xfrm>
            </p:grpSpPr>
            <p:cxnSp>
              <p:nvCxnSpPr>
                <p:cNvPr id="242" name="Google Shape;242;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43" name="Google Shape;243;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44" name="Google Shape;244;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45" name="Google Shape;245;p4"/>
              <p:cNvGrpSpPr/>
              <p:nvPr/>
            </p:nvGrpSpPr>
            <p:grpSpPr>
              <a:xfrm flipH="1" rot="10800000">
                <a:off x="3686" y="243"/>
                <a:ext cx="177" cy="66"/>
                <a:chOff x="2848" y="848"/>
                <a:chExt cx="140" cy="98"/>
              </a:xfrm>
            </p:grpSpPr>
            <p:cxnSp>
              <p:nvCxnSpPr>
                <p:cNvPr id="246" name="Google Shape;246;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47" name="Google Shape;247;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48" name="Google Shape;248;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249" name="Google Shape;249;p4"/>
            <p:cNvGrpSpPr/>
            <p:nvPr/>
          </p:nvGrpSpPr>
          <p:grpSpPr>
            <a:xfrm>
              <a:off x="4562" y="2663"/>
              <a:ext cx="228" cy="108"/>
              <a:chOff x="3600" y="219"/>
              <a:chExt cx="360" cy="175"/>
            </a:xfrm>
          </p:grpSpPr>
          <p:sp>
            <p:nvSpPr>
              <p:cNvPr id="250" name="Google Shape;250;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51" name="Google Shape;251;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52" name="Google Shape;252;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53" name="Google Shape;253;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 name="Google Shape;254;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55" name="Google Shape;255;p4"/>
              <p:cNvGrpSpPr/>
              <p:nvPr/>
            </p:nvGrpSpPr>
            <p:grpSpPr>
              <a:xfrm>
                <a:off x="3686" y="244"/>
                <a:ext cx="177" cy="66"/>
                <a:chOff x="2848" y="848"/>
                <a:chExt cx="140" cy="98"/>
              </a:xfrm>
            </p:grpSpPr>
            <p:cxnSp>
              <p:nvCxnSpPr>
                <p:cNvPr id="256" name="Google Shape;256;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57" name="Google Shape;257;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58" name="Google Shape;258;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59" name="Google Shape;259;p4"/>
              <p:cNvGrpSpPr/>
              <p:nvPr/>
            </p:nvGrpSpPr>
            <p:grpSpPr>
              <a:xfrm flipH="1" rot="10800000">
                <a:off x="3686" y="243"/>
                <a:ext cx="177" cy="66"/>
                <a:chOff x="2848" y="848"/>
                <a:chExt cx="140" cy="98"/>
              </a:xfrm>
            </p:grpSpPr>
            <p:cxnSp>
              <p:nvCxnSpPr>
                <p:cNvPr id="260" name="Google Shape;260;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61" name="Google Shape;261;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62" name="Google Shape;262;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263" name="Google Shape;263;p4"/>
            <p:cNvGrpSpPr/>
            <p:nvPr/>
          </p:nvGrpSpPr>
          <p:grpSpPr>
            <a:xfrm>
              <a:off x="4738" y="2495"/>
              <a:ext cx="228" cy="108"/>
              <a:chOff x="3600" y="219"/>
              <a:chExt cx="360" cy="175"/>
            </a:xfrm>
          </p:grpSpPr>
          <p:sp>
            <p:nvSpPr>
              <p:cNvPr id="264" name="Google Shape;264;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65" name="Google Shape;265;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66" name="Google Shape;266;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67" name="Google Shape;267;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 name="Google Shape;268;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69" name="Google Shape;269;p4"/>
              <p:cNvGrpSpPr/>
              <p:nvPr/>
            </p:nvGrpSpPr>
            <p:grpSpPr>
              <a:xfrm>
                <a:off x="3686" y="244"/>
                <a:ext cx="177" cy="66"/>
                <a:chOff x="2848" y="848"/>
                <a:chExt cx="140" cy="98"/>
              </a:xfrm>
            </p:grpSpPr>
            <p:cxnSp>
              <p:nvCxnSpPr>
                <p:cNvPr id="270" name="Google Shape;270;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71" name="Google Shape;271;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72" name="Google Shape;272;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73" name="Google Shape;273;p4"/>
              <p:cNvGrpSpPr/>
              <p:nvPr/>
            </p:nvGrpSpPr>
            <p:grpSpPr>
              <a:xfrm flipH="1" rot="10800000">
                <a:off x="3686" y="243"/>
                <a:ext cx="177" cy="66"/>
                <a:chOff x="2848" y="848"/>
                <a:chExt cx="140" cy="98"/>
              </a:xfrm>
            </p:grpSpPr>
            <p:cxnSp>
              <p:nvCxnSpPr>
                <p:cNvPr id="274" name="Google Shape;274;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75" name="Google Shape;275;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76" name="Google Shape;276;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277" name="Google Shape;277;p4"/>
            <p:cNvGrpSpPr/>
            <p:nvPr/>
          </p:nvGrpSpPr>
          <p:grpSpPr>
            <a:xfrm>
              <a:off x="4401" y="1766"/>
              <a:ext cx="221" cy="101"/>
              <a:chOff x="3600" y="219"/>
              <a:chExt cx="360" cy="175"/>
            </a:xfrm>
          </p:grpSpPr>
          <p:sp>
            <p:nvSpPr>
              <p:cNvPr id="278" name="Google Shape;278;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9" name="Google Shape;279;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80" name="Google Shape;280;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81" name="Google Shape;281;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2" name="Google Shape;282;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83" name="Google Shape;283;p4"/>
              <p:cNvGrpSpPr/>
              <p:nvPr/>
            </p:nvGrpSpPr>
            <p:grpSpPr>
              <a:xfrm>
                <a:off x="3686" y="244"/>
                <a:ext cx="177" cy="66"/>
                <a:chOff x="2848" y="848"/>
                <a:chExt cx="140" cy="98"/>
              </a:xfrm>
            </p:grpSpPr>
            <p:cxnSp>
              <p:nvCxnSpPr>
                <p:cNvPr id="284" name="Google Shape;284;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85" name="Google Shape;285;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86" name="Google Shape;286;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87" name="Google Shape;287;p4"/>
              <p:cNvGrpSpPr/>
              <p:nvPr/>
            </p:nvGrpSpPr>
            <p:grpSpPr>
              <a:xfrm flipH="1" rot="10800000">
                <a:off x="3686" y="243"/>
                <a:ext cx="177" cy="66"/>
                <a:chOff x="2848" y="848"/>
                <a:chExt cx="140" cy="98"/>
              </a:xfrm>
            </p:grpSpPr>
            <p:cxnSp>
              <p:nvCxnSpPr>
                <p:cNvPr id="288" name="Google Shape;288;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89" name="Google Shape;289;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90" name="Google Shape;290;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291" name="Google Shape;291;p4"/>
            <p:cNvGrpSpPr/>
            <p:nvPr/>
          </p:nvGrpSpPr>
          <p:grpSpPr>
            <a:xfrm>
              <a:off x="4400" y="1927"/>
              <a:ext cx="228" cy="108"/>
              <a:chOff x="3600" y="219"/>
              <a:chExt cx="360" cy="175"/>
            </a:xfrm>
          </p:grpSpPr>
          <p:sp>
            <p:nvSpPr>
              <p:cNvPr id="292" name="Google Shape;292;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93" name="Google Shape;293;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94" name="Google Shape;294;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95" name="Google Shape;295;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6" name="Google Shape;296;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97" name="Google Shape;297;p4"/>
              <p:cNvGrpSpPr/>
              <p:nvPr/>
            </p:nvGrpSpPr>
            <p:grpSpPr>
              <a:xfrm>
                <a:off x="3686" y="244"/>
                <a:ext cx="177" cy="66"/>
                <a:chOff x="2848" y="848"/>
                <a:chExt cx="140" cy="98"/>
              </a:xfrm>
            </p:grpSpPr>
            <p:cxnSp>
              <p:nvCxnSpPr>
                <p:cNvPr id="298" name="Google Shape;298;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99" name="Google Shape;299;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00" name="Google Shape;300;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01" name="Google Shape;301;p4"/>
              <p:cNvGrpSpPr/>
              <p:nvPr/>
            </p:nvGrpSpPr>
            <p:grpSpPr>
              <a:xfrm flipH="1" rot="10800000">
                <a:off x="3686" y="243"/>
                <a:ext cx="177" cy="66"/>
                <a:chOff x="2848" y="848"/>
                <a:chExt cx="140" cy="98"/>
              </a:xfrm>
            </p:grpSpPr>
            <p:cxnSp>
              <p:nvCxnSpPr>
                <p:cNvPr id="302" name="Google Shape;302;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03" name="Google Shape;303;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04" name="Google Shape;304;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305" name="Google Shape;305;p4"/>
            <p:cNvGrpSpPr/>
            <p:nvPr/>
          </p:nvGrpSpPr>
          <p:grpSpPr>
            <a:xfrm>
              <a:off x="4700" y="1706"/>
              <a:ext cx="210" cy="97"/>
              <a:chOff x="3600" y="219"/>
              <a:chExt cx="360" cy="175"/>
            </a:xfrm>
          </p:grpSpPr>
          <p:sp>
            <p:nvSpPr>
              <p:cNvPr id="306" name="Google Shape;306;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07" name="Google Shape;307;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308" name="Google Shape;308;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309" name="Google Shape;309;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0" name="Google Shape;310;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11" name="Google Shape;311;p4"/>
              <p:cNvGrpSpPr/>
              <p:nvPr/>
            </p:nvGrpSpPr>
            <p:grpSpPr>
              <a:xfrm>
                <a:off x="3686" y="244"/>
                <a:ext cx="177" cy="66"/>
                <a:chOff x="2848" y="848"/>
                <a:chExt cx="140" cy="98"/>
              </a:xfrm>
            </p:grpSpPr>
            <p:cxnSp>
              <p:nvCxnSpPr>
                <p:cNvPr id="312" name="Google Shape;312;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13" name="Google Shape;313;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14" name="Google Shape;314;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15" name="Google Shape;315;p4"/>
              <p:cNvGrpSpPr/>
              <p:nvPr/>
            </p:nvGrpSpPr>
            <p:grpSpPr>
              <a:xfrm flipH="1" rot="10800000">
                <a:off x="3686" y="243"/>
                <a:ext cx="177" cy="66"/>
                <a:chOff x="2848" y="848"/>
                <a:chExt cx="140" cy="98"/>
              </a:xfrm>
            </p:grpSpPr>
            <p:cxnSp>
              <p:nvCxnSpPr>
                <p:cNvPr id="316" name="Google Shape;316;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17" name="Google Shape;317;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18" name="Google Shape;318;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319" name="Google Shape;319;p4"/>
            <p:cNvGrpSpPr/>
            <p:nvPr/>
          </p:nvGrpSpPr>
          <p:grpSpPr>
            <a:xfrm>
              <a:off x="4754" y="1927"/>
              <a:ext cx="228" cy="108"/>
              <a:chOff x="3600" y="219"/>
              <a:chExt cx="360" cy="175"/>
            </a:xfrm>
          </p:grpSpPr>
          <p:sp>
            <p:nvSpPr>
              <p:cNvPr id="320" name="Google Shape;320;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21" name="Google Shape;321;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322" name="Google Shape;322;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323" name="Google Shape;323;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4" name="Google Shape;324;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25" name="Google Shape;325;p4"/>
              <p:cNvGrpSpPr/>
              <p:nvPr/>
            </p:nvGrpSpPr>
            <p:grpSpPr>
              <a:xfrm>
                <a:off x="3686" y="244"/>
                <a:ext cx="177" cy="66"/>
                <a:chOff x="2848" y="848"/>
                <a:chExt cx="140" cy="98"/>
              </a:xfrm>
            </p:grpSpPr>
            <p:cxnSp>
              <p:nvCxnSpPr>
                <p:cNvPr id="326" name="Google Shape;326;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27" name="Google Shape;327;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28" name="Google Shape;328;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29" name="Google Shape;329;p4"/>
              <p:cNvGrpSpPr/>
              <p:nvPr/>
            </p:nvGrpSpPr>
            <p:grpSpPr>
              <a:xfrm flipH="1" rot="10800000">
                <a:off x="3686" y="243"/>
                <a:ext cx="177" cy="66"/>
                <a:chOff x="2848" y="848"/>
                <a:chExt cx="140" cy="98"/>
              </a:xfrm>
            </p:grpSpPr>
            <p:cxnSp>
              <p:nvCxnSpPr>
                <p:cNvPr id="330" name="Google Shape;330;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31" name="Google Shape;331;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32" name="Google Shape;332;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333" name="Google Shape;333;p4"/>
            <p:cNvGrpSpPr/>
            <p:nvPr/>
          </p:nvGrpSpPr>
          <p:grpSpPr>
            <a:xfrm>
              <a:off x="3866" y="1763"/>
              <a:ext cx="220" cy="100"/>
              <a:chOff x="3600" y="219"/>
              <a:chExt cx="360" cy="175"/>
            </a:xfrm>
          </p:grpSpPr>
          <p:sp>
            <p:nvSpPr>
              <p:cNvPr id="334" name="Google Shape;334;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35" name="Google Shape;335;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336" name="Google Shape;336;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337" name="Google Shape;337;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8" name="Google Shape;338;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39" name="Google Shape;339;p4"/>
              <p:cNvGrpSpPr/>
              <p:nvPr/>
            </p:nvGrpSpPr>
            <p:grpSpPr>
              <a:xfrm>
                <a:off x="3686" y="244"/>
                <a:ext cx="177" cy="66"/>
                <a:chOff x="2848" y="848"/>
                <a:chExt cx="140" cy="98"/>
              </a:xfrm>
            </p:grpSpPr>
            <p:cxnSp>
              <p:nvCxnSpPr>
                <p:cNvPr id="340" name="Google Shape;340;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41" name="Google Shape;341;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42" name="Google Shape;342;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43" name="Google Shape;343;p4"/>
              <p:cNvGrpSpPr/>
              <p:nvPr/>
            </p:nvGrpSpPr>
            <p:grpSpPr>
              <a:xfrm flipH="1" rot="10800000">
                <a:off x="3686" y="243"/>
                <a:ext cx="177" cy="66"/>
                <a:chOff x="2848" y="848"/>
                <a:chExt cx="140" cy="98"/>
              </a:xfrm>
            </p:grpSpPr>
            <p:cxnSp>
              <p:nvCxnSpPr>
                <p:cNvPr id="344" name="Google Shape;344;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45" name="Google Shape;345;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46" name="Google Shape;346;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347" name="Google Shape;347;p4"/>
            <p:cNvGrpSpPr/>
            <p:nvPr/>
          </p:nvGrpSpPr>
          <p:grpSpPr>
            <a:xfrm>
              <a:off x="3673" y="2487"/>
              <a:ext cx="220" cy="100"/>
              <a:chOff x="3600" y="219"/>
              <a:chExt cx="360" cy="175"/>
            </a:xfrm>
          </p:grpSpPr>
          <p:sp>
            <p:nvSpPr>
              <p:cNvPr id="348" name="Google Shape;348;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9" name="Google Shape;349;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350" name="Google Shape;350;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351" name="Google Shape;351;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2" name="Google Shape;352;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3" name="Google Shape;353;p4"/>
              <p:cNvGrpSpPr/>
              <p:nvPr/>
            </p:nvGrpSpPr>
            <p:grpSpPr>
              <a:xfrm>
                <a:off x="3686" y="244"/>
                <a:ext cx="177" cy="66"/>
                <a:chOff x="2848" y="848"/>
                <a:chExt cx="140" cy="98"/>
              </a:xfrm>
            </p:grpSpPr>
            <p:cxnSp>
              <p:nvCxnSpPr>
                <p:cNvPr id="354" name="Google Shape;354;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55" name="Google Shape;355;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56" name="Google Shape;356;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57" name="Google Shape;357;p4"/>
              <p:cNvGrpSpPr/>
              <p:nvPr/>
            </p:nvGrpSpPr>
            <p:grpSpPr>
              <a:xfrm flipH="1" rot="10800000">
                <a:off x="3686" y="243"/>
                <a:ext cx="177" cy="66"/>
                <a:chOff x="2848" y="848"/>
                <a:chExt cx="140" cy="98"/>
              </a:xfrm>
            </p:grpSpPr>
            <p:cxnSp>
              <p:nvCxnSpPr>
                <p:cNvPr id="358" name="Google Shape;358;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59" name="Google Shape;359;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60" name="Google Shape;360;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361" name="Google Shape;361;p4"/>
            <p:cNvCxnSpPr/>
            <p:nvPr/>
          </p:nvCxnSpPr>
          <p:spPr>
            <a:xfrm flipH="1" rot="10800000">
              <a:off x="4430" y="2757"/>
              <a:ext cx="143" cy="275"/>
            </a:xfrm>
            <a:prstGeom prst="straightConnector1">
              <a:avLst/>
            </a:prstGeom>
            <a:noFill/>
            <a:ln cap="flat" cmpd="sng" w="9525">
              <a:solidFill>
                <a:schemeClr val="dk1"/>
              </a:solidFill>
              <a:prstDash val="solid"/>
              <a:miter lim="800000"/>
              <a:headEnd len="med" w="med" type="none"/>
              <a:tailEnd len="med" w="med" type="none"/>
            </a:ln>
          </p:spPr>
        </p:cxnSp>
        <p:cxnSp>
          <p:nvCxnSpPr>
            <p:cNvPr id="362" name="Google Shape;362;p4"/>
            <p:cNvCxnSpPr/>
            <p:nvPr/>
          </p:nvCxnSpPr>
          <p:spPr>
            <a:xfrm>
              <a:off x="4508" y="2592"/>
              <a:ext cx="103" cy="76"/>
            </a:xfrm>
            <a:prstGeom prst="straightConnector1">
              <a:avLst/>
            </a:prstGeom>
            <a:noFill/>
            <a:ln cap="flat" cmpd="sng" w="9525">
              <a:solidFill>
                <a:schemeClr val="dk1"/>
              </a:solidFill>
              <a:prstDash val="solid"/>
              <a:miter lim="800000"/>
              <a:headEnd len="med" w="med" type="none"/>
              <a:tailEnd len="med" w="med" type="none"/>
            </a:ln>
          </p:spPr>
        </p:cxnSp>
        <p:cxnSp>
          <p:nvCxnSpPr>
            <p:cNvPr id="363" name="Google Shape;363;p4"/>
            <p:cNvCxnSpPr/>
            <p:nvPr/>
          </p:nvCxnSpPr>
          <p:spPr>
            <a:xfrm>
              <a:off x="4569" y="2542"/>
              <a:ext cx="176" cy="0"/>
            </a:xfrm>
            <a:prstGeom prst="straightConnector1">
              <a:avLst/>
            </a:prstGeom>
            <a:noFill/>
            <a:ln cap="flat" cmpd="sng" w="9525">
              <a:solidFill>
                <a:schemeClr val="dk1"/>
              </a:solidFill>
              <a:prstDash val="solid"/>
              <a:miter lim="800000"/>
              <a:headEnd len="med" w="med" type="none"/>
              <a:tailEnd len="med" w="med" type="none"/>
            </a:ln>
          </p:spPr>
        </p:cxnSp>
        <p:cxnSp>
          <p:nvCxnSpPr>
            <p:cNvPr id="364" name="Google Shape;364;p4"/>
            <p:cNvCxnSpPr/>
            <p:nvPr/>
          </p:nvCxnSpPr>
          <p:spPr>
            <a:xfrm flipH="1" rot="10800000">
              <a:off x="4718" y="2596"/>
              <a:ext cx="85" cy="66"/>
            </a:xfrm>
            <a:prstGeom prst="straightConnector1">
              <a:avLst/>
            </a:prstGeom>
            <a:noFill/>
            <a:ln cap="flat" cmpd="sng" w="9525">
              <a:solidFill>
                <a:schemeClr val="dk1"/>
              </a:solidFill>
              <a:prstDash val="solid"/>
              <a:miter lim="800000"/>
              <a:headEnd len="med" w="med" type="none"/>
              <a:tailEnd len="med" w="med" type="none"/>
            </a:ln>
          </p:spPr>
        </p:cxnSp>
        <p:cxnSp>
          <p:nvCxnSpPr>
            <p:cNvPr id="365" name="Google Shape;365;p4"/>
            <p:cNvCxnSpPr/>
            <p:nvPr/>
          </p:nvCxnSpPr>
          <p:spPr>
            <a:xfrm>
              <a:off x="3898" y="2546"/>
              <a:ext cx="428" cy="0"/>
            </a:xfrm>
            <a:prstGeom prst="straightConnector1">
              <a:avLst/>
            </a:prstGeom>
            <a:noFill/>
            <a:ln cap="flat" cmpd="sng" w="9525">
              <a:solidFill>
                <a:schemeClr val="dk1"/>
              </a:solidFill>
              <a:prstDash val="solid"/>
              <a:miter lim="800000"/>
              <a:headEnd len="med" w="med" type="none"/>
              <a:tailEnd len="med" w="med" type="none"/>
            </a:ln>
          </p:spPr>
        </p:cxnSp>
        <p:grpSp>
          <p:nvGrpSpPr>
            <p:cNvPr id="366" name="Google Shape;366;p4"/>
            <p:cNvGrpSpPr/>
            <p:nvPr/>
          </p:nvGrpSpPr>
          <p:grpSpPr>
            <a:xfrm>
              <a:off x="3424" y="2213"/>
              <a:ext cx="209" cy="224"/>
              <a:chOff x="2870" y="1518"/>
              <a:chExt cx="292" cy="320"/>
            </a:xfrm>
          </p:grpSpPr>
          <p:graphicFrame>
            <p:nvGraphicFramePr>
              <p:cNvPr id="367" name="Google Shape;367;p4"/>
              <p:cNvGraphicFramePr/>
              <p:nvPr/>
            </p:nvGraphicFramePr>
            <p:xfrm>
              <a:off x="2870" y="1518"/>
              <a:ext cx="272" cy="282"/>
            </p:xfrm>
            <a:graphic>
              <a:graphicData uri="http://schemas.openxmlformats.org/presentationml/2006/ole">
                <mc:AlternateContent>
                  <mc:Choice Requires="v">
                    <p:oleObj r:id="rId12" imgH="282" imgW="272" progId="MS_ClipArt_Gallery.2" spid="_x0000_s3">
                      <p:embed/>
                    </p:oleObj>
                  </mc:Choice>
                  <mc:Fallback>
                    <p:oleObj r:id="rId13" imgH="282" imgW="272" progId="MS_ClipArt_Gallery.2">
                      <p:embed/>
                      <p:pic>
                        <p:nvPicPr>
                          <p:cNvPr id="367" name="Google Shape;367;p4"/>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368" name="Google Shape;368;p4"/>
              <p:cNvGraphicFramePr/>
              <p:nvPr/>
            </p:nvGraphicFramePr>
            <p:xfrm>
              <a:off x="2913" y="1602"/>
              <a:ext cx="249" cy="236"/>
            </p:xfrm>
            <a:graphic>
              <a:graphicData uri="http://schemas.openxmlformats.org/presentationml/2006/ole">
                <mc:AlternateContent>
                  <mc:Choice Requires="v">
                    <p:oleObj r:id="rId14" imgH="236" imgW="249" progId="MS_ClipArt_Gallery.2" spid="_x0000_s4">
                      <p:embed/>
                    </p:oleObj>
                  </mc:Choice>
                  <mc:Fallback>
                    <p:oleObj r:id="rId15" imgH="236" imgW="249" progId="MS_ClipArt_Gallery.2">
                      <p:embed/>
                      <p:pic>
                        <p:nvPicPr>
                          <p:cNvPr id="368" name="Google Shape;368;p4"/>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369" name="Google Shape;369;p4"/>
            <p:cNvGrpSpPr/>
            <p:nvPr/>
          </p:nvGrpSpPr>
          <p:grpSpPr>
            <a:xfrm>
              <a:off x="3452" y="2445"/>
              <a:ext cx="139" cy="194"/>
              <a:chOff x="2556" y="2689"/>
              <a:chExt cx="183" cy="255"/>
            </a:xfrm>
          </p:grpSpPr>
          <p:pic>
            <p:nvPicPr>
              <p:cNvPr descr="31u_bnrz[1]" id="370" name="Google Shape;370;p4"/>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371" name="Google Shape;371;p4"/>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 name="Google Shape;372;p4"/>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 name="Google Shape;373;p4"/>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 name="Google Shape;374;p4"/>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 name="Google Shape;375;p4"/>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 name="Google Shape;376;p4"/>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 name="Google Shape;377;p4"/>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 name="Google Shape;378;p4"/>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 name="Google Shape;379;p4"/>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 name="Google Shape;380;p4"/>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 name="Google Shape;381;p4"/>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 name="Google Shape;382;p4"/>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 name="Google Shape;383;p4"/>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 name="Google Shape;384;p4"/>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 name="Google Shape;385;p4"/>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 name="Google Shape;386;p4"/>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387" name="Google Shape;387;p4"/>
            <p:cNvGraphicFramePr/>
            <p:nvPr/>
          </p:nvGraphicFramePr>
          <p:xfrm>
            <a:off x="3694" y="2240"/>
            <a:ext cx="207" cy="173"/>
          </p:xfrm>
          <a:graphic>
            <a:graphicData uri="http://schemas.openxmlformats.org/presentationml/2006/ole">
              <mc:AlternateContent>
                <mc:Choice Requires="v">
                  <p:oleObj r:id="rId17" imgH="173" imgW="207" progId="MS_ClipArt_Gallery.2" spid="_x0000_s5">
                    <p:embed/>
                  </p:oleObj>
                </mc:Choice>
                <mc:Fallback>
                  <p:oleObj r:id="rId18" imgH="173" imgW="207" progId="MS_ClipArt_Gallery.2">
                    <p:embed/>
                    <p:pic>
                      <p:nvPicPr>
                        <p:cNvPr id="387" name="Google Shape;387;p4"/>
                        <p:cNvPicPr preferRelativeResize="0"/>
                        <p:nvPr/>
                      </p:nvPicPr>
                      <p:blipFill rotWithShape="1">
                        <a:blip r:embed="rId19">
                          <a:alphaModFix/>
                        </a:blip>
                        <a:srcRect b="0" l="0" r="0" t="0"/>
                        <a:stretch/>
                      </p:blipFill>
                      <p:spPr>
                        <a:xfrm>
                          <a:off x="3694" y="2240"/>
                          <a:ext cx="207" cy="173"/>
                        </a:xfrm>
                        <a:prstGeom prst="rect">
                          <a:avLst/>
                        </a:prstGeom>
                        <a:noFill/>
                        <a:ln>
                          <a:noFill/>
                        </a:ln>
                      </p:spPr>
                    </p:pic>
                  </p:oleObj>
                </mc:Fallback>
              </mc:AlternateContent>
            </a:graphicData>
          </a:graphic>
        </p:graphicFrame>
        <p:cxnSp>
          <p:nvCxnSpPr>
            <p:cNvPr id="388" name="Google Shape;388;p4"/>
            <p:cNvCxnSpPr/>
            <p:nvPr/>
          </p:nvCxnSpPr>
          <p:spPr>
            <a:xfrm>
              <a:off x="4084" y="1820"/>
              <a:ext cx="321" cy="2"/>
            </a:xfrm>
            <a:prstGeom prst="straightConnector1">
              <a:avLst/>
            </a:prstGeom>
            <a:noFill/>
            <a:ln cap="flat" cmpd="sng" w="9525">
              <a:solidFill>
                <a:schemeClr val="dk1"/>
              </a:solidFill>
              <a:prstDash val="solid"/>
              <a:miter lim="800000"/>
              <a:headEnd len="med" w="med" type="none"/>
              <a:tailEnd len="med" w="med" type="none"/>
            </a:ln>
          </p:spPr>
        </p:cxnSp>
        <p:cxnSp>
          <p:nvCxnSpPr>
            <p:cNvPr id="389" name="Google Shape;389;p4"/>
            <p:cNvCxnSpPr/>
            <p:nvPr/>
          </p:nvCxnSpPr>
          <p:spPr>
            <a:xfrm>
              <a:off x="3811" y="1712"/>
              <a:ext cx="96" cy="52"/>
            </a:xfrm>
            <a:prstGeom prst="straightConnector1">
              <a:avLst/>
            </a:prstGeom>
            <a:noFill/>
            <a:ln cap="flat" cmpd="sng" w="9525">
              <a:solidFill>
                <a:schemeClr val="dk1"/>
              </a:solidFill>
              <a:prstDash val="solid"/>
              <a:miter lim="800000"/>
              <a:headEnd len="med" w="med" type="none"/>
              <a:tailEnd len="med" w="med" type="none"/>
            </a:ln>
          </p:spPr>
        </p:cxnSp>
        <p:sp>
          <p:nvSpPr>
            <p:cNvPr id="390" name="Google Shape;390;p4"/>
            <p:cNvSpPr/>
            <p:nvPr/>
          </p:nvSpPr>
          <p:spPr>
            <a:xfrm>
              <a:off x="3382" y="2976"/>
              <a:ext cx="1877" cy="91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91" name="Google Shape;391;p4"/>
            <p:cNvCxnSpPr/>
            <p:nvPr/>
          </p:nvCxnSpPr>
          <p:spPr>
            <a:xfrm rot="-5400000">
              <a:off x="4791" y="3440"/>
              <a:ext cx="330" cy="88"/>
            </a:xfrm>
            <a:prstGeom prst="straightConnector1">
              <a:avLst/>
            </a:prstGeom>
            <a:noFill/>
            <a:ln cap="flat" cmpd="sng" w="12700">
              <a:solidFill>
                <a:schemeClr val="dk1"/>
              </a:solidFill>
              <a:prstDash val="solid"/>
              <a:miter lim="800000"/>
              <a:headEnd len="med" w="med" type="none"/>
              <a:tailEnd len="med" w="med" type="none"/>
            </a:ln>
          </p:spPr>
        </p:cxnSp>
        <p:grpSp>
          <p:nvGrpSpPr>
            <p:cNvPr id="392" name="Google Shape;392;p4"/>
            <p:cNvGrpSpPr/>
            <p:nvPr/>
          </p:nvGrpSpPr>
          <p:grpSpPr>
            <a:xfrm>
              <a:off x="4736" y="3526"/>
              <a:ext cx="125" cy="230"/>
              <a:chOff x="4180" y="783"/>
              <a:chExt cx="150" cy="307"/>
            </a:xfrm>
          </p:grpSpPr>
          <p:sp>
            <p:nvSpPr>
              <p:cNvPr id="393" name="Google Shape;393;p4"/>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 name="Google Shape;394;p4"/>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 name="Google Shape;395;p4"/>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 name="Google Shape;396;p4"/>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97" name="Google Shape;397;p4"/>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398" name="Google Shape;398;p4"/>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399" name="Google Shape;399;p4"/>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0" name="Google Shape;400;p4"/>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01" name="Google Shape;401;p4"/>
            <p:cNvCxnSpPr/>
            <p:nvPr/>
          </p:nvCxnSpPr>
          <p:spPr>
            <a:xfrm flipH="1" rot="-5400000">
              <a:off x="4883" y="3617"/>
              <a:ext cx="2" cy="54"/>
            </a:xfrm>
            <a:prstGeom prst="straightConnector1">
              <a:avLst/>
            </a:prstGeom>
            <a:noFill/>
            <a:ln cap="flat" cmpd="sng" w="12700">
              <a:solidFill>
                <a:schemeClr val="dk1"/>
              </a:solidFill>
              <a:prstDash val="solid"/>
              <a:miter lim="800000"/>
              <a:headEnd len="med" w="med" type="none"/>
              <a:tailEnd len="med" w="med" type="none"/>
            </a:ln>
          </p:spPr>
        </p:cxnSp>
        <p:cxnSp>
          <p:nvCxnSpPr>
            <p:cNvPr id="402" name="Google Shape;402;p4"/>
            <p:cNvCxnSpPr/>
            <p:nvPr/>
          </p:nvCxnSpPr>
          <p:spPr>
            <a:xfrm rot="10800000">
              <a:off x="5000" y="3413"/>
              <a:ext cx="0" cy="72"/>
            </a:xfrm>
            <a:prstGeom prst="straightConnector1">
              <a:avLst/>
            </a:prstGeom>
            <a:noFill/>
            <a:ln cap="flat" cmpd="sng" w="12700">
              <a:solidFill>
                <a:schemeClr val="dk1"/>
              </a:solidFill>
              <a:prstDash val="solid"/>
              <a:miter lim="800000"/>
              <a:headEnd len="med" w="med" type="none"/>
              <a:tailEnd len="med" w="med" type="none"/>
            </a:ln>
          </p:spPr>
        </p:cxnSp>
        <p:grpSp>
          <p:nvGrpSpPr>
            <p:cNvPr id="403" name="Google Shape;403;p4"/>
            <p:cNvGrpSpPr/>
            <p:nvPr/>
          </p:nvGrpSpPr>
          <p:grpSpPr>
            <a:xfrm>
              <a:off x="4735" y="3230"/>
              <a:ext cx="316" cy="148"/>
              <a:chOff x="3600" y="219"/>
              <a:chExt cx="360" cy="175"/>
            </a:xfrm>
          </p:grpSpPr>
          <p:sp>
            <p:nvSpPr>
              <p:cNvPr id="404" name="Google Shape;404;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05" name="Google Shape;405;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06" name="Google Shape;406;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07" name="Google Shape;407;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8" name="Google Shape;408;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09" name="Google Shape;409;p4"/>
              <p:cNvGrpSpPr/>
              <p:nvPr/>
            </p:nvGrpSpPr>
            <p:grpSpPr>
              <a:xfrm>
                <a:off x="3686" y="244"/>
                <a:ext cx="177" cy="66"/>
                <a:chOff x="2848" y="848"/>
                <a:chExt cx="140" cy="98"/>
              </a:xfrm>
            </p:grpSpPr>
            <p:cxnSp>
              <p:nvCxnSpPr>
                <p:cNvPr id="410" name="Google Shape;410;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1" name="Google Shape;411;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2" name="Google Shape;412;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13" name="Google Shape;413;p4"/>
              <p:cNvGrpSpPr/>
              <p:nvPr/>
            </p:nvGrpSpPr>
            <p:grpSpPr>
              <a:xfrm flipH="1" rot="10800000">
                <a:off x="3686" y="243"/>
                <a:ext cx="177" cy="66"/>
                <a:chOff x="2848" y="848"/>
                <a:chExt cx="140" cy="98"/>
              </a:xfrm>
            </p:grpSpPr>
            <p:cxnSp>
              <p:nvCxnSpPr>
                <p:cNvPr id="414" name="Google Shape;414;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5" name="Google Shape;415;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6" name="Google Shape;416;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17" name="Google Shape;417;p4"/>
            <p:cNvGrpSpPr/>
            <p:nvPr/>
          </p:nvGrpSpPr>
          <p:grpSpPr>
            <a:xfrm>
              <a:off x="4221" y="3056"/>
              <a:ext cx="316" cy="148"/>
              <a:chOff x="3600" y="219"/>
              <a:chExt cx="360" cy="175"/>
            </a:xfrm>
          </p:grpSpPr>
          <p:sp>
            <p:nvSpPr>
              <p:cNvPr id="418" name="Google Shape;418;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19" name="Google Shape;419;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20" name="Google Shape;420;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21" name="Google Shape;421;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2" name="Google Shape;422;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23" name="Google Shape;423;p4"/>
              <p:cNvGrpSpPr/>
              <p:nvPr/>
            </p:nvGrpSpPr>
            <p:grpSpPr>
              <a:xfrm>
                <a:off x="3686" y="244"/>
                <a:ext cx="177" cy="66"/>
                <a:chOff x="2848" y="848"/>
                <a:chExt cx="140" cy="98"/>
              </a:xfrm>
            </p:grpSpPr>
            <p:cxnSp>
              <p:nvCxnSpPr>
                <p:cNvPr id="424" name="Google Shape;424;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5" name="Google Shape;425;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6" name="Google Shape;426;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27" name="Google Shape;427;p4"/>
              <p:cNvGrpSpPr/>
              <p:nvPr/>
            </p:nvGrpSpPr>
            <p:grpSpPr>
              <a:xfrm flipH="1" rot="10800000">
                <a:off x="3686" y="243"/>
                <a:ext cx="177" cy="66"/>
                <a:chOff x="2848" y="848"/>
                <a:chExt cx="140" cy="98"/>
              </a:xfrm>
            </p:grpSpPr>
            <p:cxnSp>
              <p:nvCxnSpPr>
                <p:cNvPr id="428" name="Google Shape;428;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9" name="Google Shape;429;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30" name="Google Shape;430;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31" name="Google Shape;431;p4"/>
            <p:cNvGrpSpPr/>
            <p:nvPr/>
          </p:nvGrpSpPr>
          <p:grpSpPr>
            <a:xfrm>
              <a:off x="3802" y="3248"/>
              <a:ext cx="316" cy="148"/>
              <a:chOff x="3600" y="219"/>
              <a:chExt cx="360" cy="175"/>
            </a:xfrm>
          </p:grpSpPr>
          <p:sp>
            <p:nvSpPr>
              <p:cNvPr id="432" name="Google Shape;432;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33" name="Google Shape;433;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34" name="Google Shape;434;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35" name="Google Shape;435;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 name="Google Shape;436;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37" name="Google Shape;437;p4"/>
              <p:cNvGrpSpPr/>
              <p:nvPr/>
            </p:nvGrpSpPr>
            <p:grpSpPr>
              <a:xfrm>
                <a:off x="3686" y="244"/>
                <a:ext cx="177" cy="66"/>
                <a:chOff x="2848" y="848"/>
                <a:chExt cx="140" cy="98"/>
              </a:xfrm>
            </p:grpSpPr>
            <p:cxnSp>
              <p:nvCxnSpPr>
                <p:cNvPr id="438" name="Google Shape;438;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39" name="Google Shape;439;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40" name="Google Shape;440;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41" name="Google Shape;441;p4"/>
              <p:cNvGrpSpPr/>
              <p:nvPr/>
            </p:nvGrpSpPr>
            <p:grpSpPr>
              <a:xfrm flipH="1" rot="10800000">
                <a:off x="3686" y="243"/>
                <a:ext cx="177" cy="66"/>
                <a:chOff x="2848" y="848"/>
                <a:chExt cx="140" cy="98"/>
              </a:xfrm>
            </p:grpSpPr>
            <p:cxnSp>
              <p:nvCxnSpPr>
                <p:cNvPr id="442" name="Google Shape;442;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43" name="Google Shape;443;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44" name="Google Shape;444;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445" name="Google Shape;445;p4"/>
            <p:cNvCxnSpPr/>
            <p:nvPr/>
          </p:nvCxnSpPr>
          <p:spPr>
            <a:xfrm>
              <a:off x="4504" y="3189"/>
              <a:ext cx="226" cy="76"/>
            </a:xfrm>
            <a:prstGeom prst="straightConnector1">
              <a:avLst/>
            </a:prstGeom>
            <a:noFill/>
            <a:ln cap="flat" cmpd="sng" w="9525">
              <a:solidFill>
                <a:schemeClr val="dk1"/>
              </a:solidFill>
              <a:prstDash val="solid"/>
              <a:miter lim="800000"/>
              <a:headEnd len="med" w="med" type="none"/>
              <a:tailEnd len="med" w="med" type="none"/>
            </a:ln>
          </p:spPr>
        </p:cxnSp>
        <p:cxnSp>
          <p:nvCxnSpPr>
            <p:cNvPr id="446" name="Google Shape;446;p4"/>
            <p:cNvCxnSpPr/>
            <p:nvPr/>
          </p:nvCxnSpPr>
          <p:spPr>
            <a:xfrm flipH="1" rot="10800000">
              <a:off x="4093" y="3197"/>
              <a:ext cx="175" cy="69"/>
            </a:xfrm>
            <a:prstGeom prst="straightConnector1">
              <a:avLst/>
            </a:prstGeom>
            <a:noFill/>
            <a:ln cap="flat" cmpd="sng" w="9525">
              <a:solidFill>
                <a:schemeClr val="dk1"/>
              </a:solidFill>
              <a:prstDash val="solid"/>
              <a:miter lim="800000"/>
              <a:headEnd len="med" w="med" type="none"/>
              <a:tailEnd len="med" w="med" type="none"/>
            </a:ln>
          </p:spPr>
        </p:cxnSp>
        <p:cxnSp>
          <p:nvCxnSpPr>
            <p:cNvPr id="447" name="Google Shape;447;p4"/>
            <p:cNvCxnSpPr/>
            <p:nvPr/>
          </p:nvCxnSpPr>
          <p:spPr>
            <a:xfrm>
              <a:off x="4120" y="3325"/>
              <a:ext cx="612" cy="0"/>
            </a:xfrm>
            <a:prstGeom prst="straightConnector1">
              <a:avLst/>
            </a:prstGeom>
            <a:noFill/>
            <a:ln cap="flat" cmpd="sng" w="9525">
              <a:solidFill>
                <a:schemeClr val="dk1"/>
              </a:solidFill>
              <a:prstDash val="solid"/>
              <a:miter lim="800000"/>
              <a:headEnd len="med" w="med" type="none"/>
              <a:tailEnd len="med" w="med" type="none"/>
            </a:ln>
          </p:spPr>
        </p:cxnSp>
        <p:cxnSp>
          <p:nvCxnSpPr>
            <p:cNvPr id="448" name="Google Shape;448;p4"/>
            <p:cNvCxnSpPr/>
            <p:nvPr/>
          </p:nvCxnSpPr>
          <p:spPr>
            <a:xfrm flipH="1">
              <a:off x="3676" y="3165"/>
              <a:ext cx="160" cy="296"/>
            </a:xfrm>
            <a:prstGeom prst="straightConnector1">
              <a:avLst/>
            </a:prstGeom>
            <a:noFill/>
            <a:ln cap="flat" cmpd="sng" w="9525">
              <a:solidFill>
                <a:schemeClr val="dk1"/>
              </a:solidFill>
              <a:prstDash val="solid"/>
              <a:miter lim="800000"/>
              <a:headEnd len="med" w="med" type="none"/>
              <a:tailEnd len="med" w="med" type="none"/>
            </a:ln>
          </p:spPr>
        </p:cxnSp>
        <p:cxnSp>
          <p:nvCxnSpPr>
            <p:cNvPr id="449" name="Google Shape;449;p4"/>
            <p:cNvCxnSpPr/>
            <p:nvPr/>
          </p:nvCxnSpPr>
          <p:spPr>
            <a:xfrm>
              <a:off x="3692" y="3197"/>
              <a:ext cx="124" cy="0"/>
            </a:xfrm>
            <a:prstGeom prst="straightConnector1">
              <a:avLst/>
            </a:prstGeom>
            <a:noFill/>
            <a:ln cap="flat" cmpd="sng" w="9525">
              <a:solidFill>
                <a:schemeClr val="dk1"/>
              </a:solidFill>
              <a:prstDash val="solid"/>
              <a:miter lim="800000"/>
              <a:headEnd len="med" w="med" type="none"/>
              <a:tailEnd len="med" w="med" type="none"/>
            </a:ln>
          </p:spPr>
        </p:cxnSp>
        <p:cxnSp>
          <p:nvCxnSpPr>
            <p:cNvPr id="450" name="Google Shape;450;p4"/>
            <p:cNvCxnSpPr/>
            <p:nvPr/>
          </p:nvCxnSpPr>
          <p:spPr>
            <a:xfrm>
              <a:off x="3604" y="3409"/>
              <a:ext cx="97" cy="0"/>
            </a:xfrm>
            <a:prstGeom prst="straightConnector1">
              <a:avLst/>
            </a:prstGeom>
            <a:noFill/>
            <a:ln cap="flat" cmpd="sng" w="9525">
              <a:solidFill>
                <a:schemeClr val="dk1"/>
              </a:solidFill>
              <a:prstDash val="solid"/>
              <a:miter lim="800000"/>
              <a:headEnd len="med" w="med" type="none"/>
              <a:tailEnd len="med" w="med" type="none"/>
            </a:ln>
          </p:spPr>
        </p:cxnSp>
        <p:cxnSp>
          <p:nvCxnSpPr>
            <p:cNvPr id="451" name="Google Shape;451;p4"/>
            <p:cNvCxnSpPr/>
            <p:nvPr/>
          </p:nvCxnSpPr>
          <p:spPr>
            <a:xfrm>
              <a:off x="3763" y="3459"/>
              <a:ext cx="309" cy="0"/>
            </a:xfrm>
            <a:prstGeom prst="straightConnector1">
              <a:avLst/>
            </a:prstGeom>
            <a:noFill/>
            <a:ln cap="flat" cmpd="sng" w="9525">
              <a:solidFill>
                <a:schemeClr val="dk1"/>
              </a:solidFill>
              <a:prstDash val="solid"/>
              <a:miter lim="800000"/>
              <a:headEnd len="med" w="med" type="none"/>
              <a:tailEnd len="med" w="med" type="none"/>
            </a:ln>
          </p:spPr>
        </p:cxnSp>
        <p:cxnSp>
          <p:nvCxnSpPr>
            <p:cNvPr id="452" name="Google Shape;452;p4"/>
            <p:cNvCxnSpPr/>
            <p:nvPr/>
          </p:nvCxnSpPr>
          <p:spPr>
            <a:xfrm flipH="1">
              <a:off x="3914" y="3401"/>
              <a:ext cx="34" cy="54"/>
            </a:xfrm>
            <a:prstGeom prst="straightConnector1">
              <a:avLst/>
            </a:prstGeom>
            <a:noFill/>
            <a:ln cap="flat" cmpd="sng" w="9525">
              <a:solidFill>
                <a:schemeClr val="dk1"/>
              </a:solidFill>
              <a:prstDash val="solid"/>
              <a:miter lim="800000"/>
              <a:headEnd len="med" w="med" type="none"/>
              <a:tailEnd len="med" w="med" type="none"/>
            </a:ln>
          </p:spPr>
        </p:cxnSp>
        <p:cxnSp>
          <p:nvCxnSpPr>
            <p:cNvPr id="453" name="Google Shape;453;p4"/>
            <p:cNvCxnSpPr/>
            <p:nvPr/>
          </p:nvCxnSpPr>
          <p:spPr>
            <a:xfrm>
              <a:off x="3796" y="3457"/>
              <a:ext cx="1" cy="52"/>
            </a:xfrm>
            <a:prstGeom prst="straightConnector1">
              <a:avLst/>
            </a:prstGeom>
            <a:noFill/>
            <a:ln cap="flat" cmpd="sng" w="9525">
              <a:solidFill>
                <a:schemeClr val="dk1"/>
              </a:solidFill>
              <a:prstDash val="solid"/>
              <a:miter lim="800000"/>
              <a:headEnd len="med" w="med" type="none"/>
              <a:tailEnd len="med" w="med" type="none"/>
            </a:ln>
          </p:spPr>
        </p:cxnSp>
        <p:cxnSp>
          <p:nvCxnSpPr>
            <p:cNvPr id="454" name="Google Shape;454;p4"/>
            <p:cNvCxnSpPr/>
            <p:nvPr/>
          </p:nvCxnSpPr>
          <p:spPr>
            <a:xfrm rot="10800000">
              <a:off x="4046" y="3462"/>
              <a:ext cx="0" cy="48"/>
            </a:xfrm>
            <a:prstGeom prst="straightConnector1">
              <a:avLst/>
            </a:prstGeom>
            <a:noFill/>
            <a:ln cap="flat" cmpd="sng" w="9525">
              <a:solidFill>
                <a:schemeClr val="dk1"/>
              </a:solidFill>
              <a:prstDash val="solid"/>
              <a:miter lim="800000"/>
              <a:headEnd len="med" w="med" type="none"/>
              <a:tailEnd len="med" w="med" type="none"/>
            </a:ln>
          </p:spPr>
        </p:cxnSp>
        <p:graphicFrame>
          <p:nvGraphicFramePr>
            <p:cNvPr id="455" name="Google Shape;455;p4"/>
            <p:cNvGraphicFramePr/>
            <p:nvPr/>
          </p:nvGraphicFramePr>
          <p:xfrm>
            <a:off x="3451" y="3335"/>
            <a:ext cx="216" cy="180"/>
          </p:xfrm>
          <a:graphic>
            <a:graphicData uri="http://schemas.openxmlformats.org/presentationml/2006/ole">
              <mc:AlternateContent>
                <mc:Choice Requires="v">
                  <p:oleObj r:id="rId20" imgH="180" imgW="216" progId="MS_ClipArt_Gallery.2" spid="_x0000_s6">
                    <p:embed/>
                  </p:oleObj>
                </mc:Choice>
                <mc:Fallback>
                  <p:oleObj r:id="rId21" imgH="180" imgW="216" progId="MS_ClipArt_Gallery.2">
                    <p:embed/>
                    <p:pic>
                      <p:nvPicPr>
                        <p:cNvPr id="455" name="Google Shape;455;p4"/>
                        <p:cNvPicPr preferRelativeResize="0"/>
                        <p:nvPr/>
                      </p:nvPicPr>
                      <p:blipFill rotWithShape="1">
                        <a:blip r:embed="rId22">
                          <a:alphaModFix/>
                        </a:blip>
                        <a:srcRect b="0" l="0" r="0" t="0"/>
                        <a:stretch/>
                      </p:blipFill>
                      <p:spPr>
                        <a:xfrm>
                          <a:off x="3451" y="3335"/>
                          <a:ext cx="216" cy="180"/>
                        </a:xfrm>
                        <a:prstGeom prst="rect">
                          <a:avLst/>
                        </a:prstGeom>
                        <a:noFill/>
                        <a:ln>
                          <a:noFill/>
                        </a:ln>
                      </p:spPr>
                    </p:pic>
                  </p:oleObj>
                </mc:Fallback>
              </mc:AlternateContent>
            </a:graphicData>
          </a:graphic>
        </p:graphicFrame>
        <p:graphicFrame>
          <p:nvGraphicFramePr>
            <p:cNvPr id="456" name="Google Shape;456;p4"/>
            <p:cNvGraphicFramePr/>
            <p:nvPr/>
          </p:nvGraphicFramePr>
          <p:xfrm>
            <a:off x="3555" y="3135"/>
            <a:ext cx="216" cy="180"/>
          </p:xfrm>
          <a:graphic>
            <a:graphicData uri="http://schemas.openxmlformats.org/presentationml/2006/ole">
              <mc:AlternateContent>
                <mc:Choice Requires="v">
                  <p:oleObj r:id="rId23" imgH="180" imgW="216" progId="MS_ClipArt_Gallery.2" spid="_x0000_s7">
                    <p:embed/>
                  </p:oleObj>
                </mc:Choice>
                <mc:Fallback>
                  <p:oleObj r:id="rId24" imgH="180" imgW="216" progId="MS_ClipArt_Gallery.2">
                    <p:embed/>
                    <p:pic>
                      <p:nvPicPr>
                        <p:cNvPr id="456" name="Google Shape;456;p4"/>
                        <p:cNvPicPr preferRelativeResize="0"/>
                        <p:nvPr/>
                      </p:nvPicPr>
                      <p:blipFill rotWithShape="1">
                        <a:blip r:embed="rId22">
                          <a:alphaModFix/>
                        </a:blip>
                        <a:srcRect b="0" l="0" r="0" t="0"/>
                        <a:stretch/>
                      </p:blipFill>
                      <p:spPr>
                        <a:xfrm>
                          <a:off x="3555" y="3135"/>
                          <a:ext cx="216" cy="180"/>
                        </a:xfrm>
                        <a:prstGeom prst="rect">
                          <a:avLst/>
                        </a:prstGeom>
                        <a:noFill/>
                        <a:ln>
                          <a:noFill/>
                        </a:ln>
                      </p:spPr>
                    </p:pic>
                  </p:oleObj>
                </mc:Fallback>
              </mc:AlternateContent>
            </a:graphicData>
          </a:graphic>
        </p:graphicFrame>
        <p:graphicFrame>
          <p:nvGraphicFramePr>
            <p:cNvPr id="457" name="Google Shape;457;p4"/>
            <p:cNvGraphicFramePr/>
            <p:nvPr/>
          </p:nvGraphicFramePr>
          <p:xfrm>
            <a:off x="3723" y="3495"/>
            <a:ext cx="216" cy="180"/>
          </p:xfrm>
          <a:graphic>
            <a:graphicData uri="http://schemas.openxmlformats.org/presentationml/2006/ole">
              <mc:AlternateContent>
                <mc:Choice Requires="v">
                  <p:oleObj r:id="rId25" imgH="180" imgW="216" progId="MS_ClipArt_Gallery.2" spid="_x0000_s8">
                    <p:embed/>
                  </p:oleObj>
                </mc:Choice>
                <mc:Fallback>
                  <p:oleObj r:id="rId26" imgH="180" imgW="216" progId="MS_ClipArt_Gallery.2">
                    <p:embed/>
                    <p:pic>
                      <p:nvPicPr>
                        <p:cNvPr id="457" name="Google Shape;457;p4"/>
                        <p:cNvPicPr preferRelativeResize="0"/>
                        <p:nvPr/>
                      </p:nvPicPr>
                      <p:blipFill rotWithShape="1">
                        <a:blip r:embed="rId22">
                          <a:alphaModFix/>
                        </a:blip>
                        <a:srcRect b="0" l="0" r="0" t="0"/>
                        <a:stretch/>
                      </p:blipFill>
                      <p:spPr>
                        <a:xfrm>
                          <a:off x="3723" y="3495"/>
                          <a:ext cx="216" cy="180"/>
                        </a:xfrm>
                        <a:prstGeom prst="rect">
                          <a:avLst/>
                        </a:prstGeom>
                        <a:noFill/>
                        <a:ln>
                          <a:noFill/>
                        </a:ln>
                      </p:spPr>
                    </p:pic>
                  </p:oleObj>
                </mc:Fallback>
              </mc:AlternateContent>
            </a:graphicData>
          </a:graphic>
        </p:graphicFrame>
        <p:graphicFrame>
          <p:nvGraphicFramePr>
            <p:cNvPr id="458" name="Google Shape;458;p4"/>
            <p:cNvGraphicFramePr/>
            <p:nvPr/>
          </p:nvGraphicFramePr>
          <p:xfrm>
            <a:off x="3937" y="3497"/>
            <a:ext cx="216" cy="180"/>
          </p:xfrm>
          <a:graphic>
            <a:graphicData uri="http://schemas.openxmlformats.org/presentationml/2006/ole">
              <mc:AlternateContent>
                <mc:Choice Requires="v">
                  <p:oleObj r:id="rId27" imgH="180" imgW="216" progId="MS_ClipArt_Gallery.2" spid="_x0000_s9">
                    <p:embed/>
                  </p:oleObj>
                </mc:Choice>
                <mc:Fallback>
                  <p:oleObj r:id="rId28" imgH="180" imgW="216" progId="MS_ClipArt_Gallery.2">
                    <p:embed/>
                    <p:pic>
                      <p:nvPicPr>
                        <p:cNvPr id="458" name="Google Shape;458;p4"/>
                        <p:cNvPicPr preferRelativeResize="0"/>
                        <p:nvPr/>
                      </p:nvPicPr>
                      <p:blipFill rotWithShape="1">
                        <a:blip r:embed="rId22">
                          <a:alphaModFix/>
                        </a:blip>
                        <a:srcRect b="0" l="0" r="0" t="0"/>
                        <a:stretch/>
                      </p:blipFill>
                      <p:spPr>
                        <a:xfrm>
                          <a:off x="3937" y="3497"/>
                          <a:ext cx="216" cy="180"/>
                        </a:xfrm>
                        <a:prstGeom prst="rect">
                          <a:avLst/>
                        </a:prstGeom>
                        <a:noFill/>
                        <a:ln>
                          <a:noFill/>
                        </a:ln>
                      </p:spPr>
                    </p:pic>
                  </p:oleObj>
                </mc:Fallback>
              </mc:AlternateContent>
            </a:graphicData>
          </a:graphic>
        </p:graphicFrame>
        <p:grpSp>
          <p:nvGrpSpPr>
            <p:cNvPr id="459" name="Google Shape;459;p4"/>
            <p:cNvGrpSpPr/>
            <p:nvPr/>
          </p:nvGrpSpPr>
          <p:grpSpPr>
            <a:xfrm>
              <a:off x="4509" y="3576"/>
              <a:ext cx="172" cy="215"/>
              <a:chOff x="2870" y="1518"/>
              <a:chExt cx="292" cy="320"/>
            </a:xfrm>
          </p:grpSpPr>
          <p:graphicFrame>
            <p:nvGraphicFramePr>
              <p:cNvPr id="460" name="Google Shape;460;p4"/>
              <p:cNvGraphicFramePr/>
              <p:nvPr/>
            </p:nvGraphicFramePr>
            <p:xfrm>
              <a:off x="2870" y="1518"/>
              <a:ext cx="272" cy="282"/>
            </p:xfrm>
            <a:graphic>
              <a:graphicData uri="http://schemas.openxmlformats.org/presentationml/2006/ole">
                <mc:AlternateContent>
                  <mc:Choice Requires="v">
                    <p:oleObj r:id="rId29" imgH="282" imgW="272" progId="MS_ClipArt_Gallery.2" spid="_x0000_s10">
                      <p:embed/>
                    </p:oleObj>
                  </mc:Choice>
                  <mc:Fallback>
                    <p:oleObj r:id="rId30" imgH="282" imgW="272" progId="MS_ClipArt_Gallery.2">
                      <p:embed/>
                      <p:pic>
                        <p:nvPicPr>
                          <p:cNvPr id="460" name="Google Shape;460;p4"/>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461" name="Google Shape;461;p4"/>
              <p:cNvGraphicFramePr/>
              <p:nvPr/>
            </p:nvGraphicFramePr>
            <p:xfrm>
              <a:off x="2913" y="1602"/>
              <a:ext cx="249" cy="236"/>
            </p:xfrm>
            <a:graphic>
              <a:graphicData uri="http://schemas.openxmlformats.org/presentationml/2006/ole">
                <mc:AlternateContent>
                  <mc:Choice Requires="v">
                    <p:oleObj r:id="rId31" imgH="236" imgW="249" progId="MS_ClipArt_Gallery.2" spid="_x0000_s11">
                      <p:embed/>
                    </p:oleObj>
                  </mc:Choice>
                  <mc:Fallback>
                    <p:oleObj r:id="rId32" imgH="236" imgW="249" progId="MS_ClipArt_Gallery.2">
                      <p:embed/>
                      <p:pic>
                        <p:nvPicPr>
                          <p:cNvPr id="461" name="Google Shape;461;p4"/>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462" name="Google Shape;462;p4"/>
            <p:cNvGrpSpPr/>
            <p:nvPr/>
          </p:nvGrpSpPr>
          <p:grpSpPr>
            <a:xfrm>
              <a:off x="4225" y="3608"/>
              <a:ext cx="220" cy="203"/>
              <a:chOff x="2870" y="1518"/>
              <a:chExt cx="292" cy="320"/>
            </a:xfrm>
          </p:grpSpPr>
          <p:graphicFrame>
            <p:nvGraphicFramePr>
              <p:cNvPr id="463" name="Google Shape;463;p4"/>
              <p:cNvGraphicFramePr/>
              <p:nvPr/>
            </p:nvGraphicFramePr>
            <p:xfrm>
              <a:off x="2870" y="1518"/>
              <a:ext cx="272" cy="282"/>
            </p:xfrm>
            <a:graphic>
              <a:graphicData uri="http://schemas.openxmlformats.org/presentationml/2006/ole">
                <mc:AlternateContent>
                  <mc:Choice Requires="v">
                    <p:oleObj r:id="rId33" imgH="282" imgW="272" progId="MS_ClipArt_Gallery.2" spid="_x0000_s12">
                      <p:embed/>
                    </p:oleObj>
                  </mc:Choice>
                  <mc:Fallback>
                    <p:oleObj r:id="rId34" imgH="282" imgW="272" progId="MS_ClipArt_Gallery.2">
                      <p:embed/>
                      <p:pic>
                        <p:nvPicPr>
                          <p:cNvPr id="463" name="Google Shape;463;p4"/>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464" name="Google Shape;464;p4"/>
              <p:cNvGraphicFramePr/>
              <p:nvPr/>
            </p:nvGraphicFramePr>
            <p:xfrm>
              <a:off x="2913" y="1602"/>
              <a:ext cx="249" cy="236"/>
            </p:xfrm>
            <a:graphic>
              <a:graphicData uri="http://schemas.openxmlformats.org/presentationml/2006/ole">
                <mc:AlternateContent>
                  <mc:Choice Requires="v">
                    <p:oleObj r:id="rId35" imgH="236" imgW="249" progId="MS_ClipArt_Gallery.2" spid="_x0000_s13">
                      <p:embed/>
                    </p:oleObj>
                  </mc:Choice>
                  <mc:Fallback>
                    <p:oleObj r:id="rId36" imgH="236" imgW="249" progId="MS_ClipArt_Gallery.2">
                      <p:embed/>
                      <p:pic>
                        <p:nvPicPr>
                          <p:cNvPr id="464" name="Google Shape;464;p4"/>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465" name="Google Shape;465;p4"/>
            <p:cNvGrpSpPr/>
            <p:nvPr/>
          </p:nvGrpSpPr>
          <p:grpSpPr>
            <a:xfrm>
              <a:off x="4324" y="3364"/>
              <a:ext cx="183" cy="255"/>
              <a:chOff x="2556" y="2689"/>
              <a:chExt cx="183" cy="255"/>
            </a:xfrm>
          </p:grpSpPr>
          <p:pic>
            <p:nvPicPr>
              <p:cNvPr descr="31u_bnrz[1]" id="466" name="Google Shape;466;p4"/>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467" name="Google Shape;467;p4"/>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8" name="Google Shape;468;p4"/>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9" name="Google Shape;469;p4"/>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0" name="Google Shape;470;p4"/>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1" name="Google Shape;471;p4"/>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2" name="Google Shape;472;p4"/>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3" name="Google Shape;473;p4"/>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4" name="Google Shape;474;p4"/>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5" name="Google Shape;475;p4"/>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6" name="Google Shape;476;p4"/>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7" name="Google Shape;477;p4"/>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8" name="Google Shape;478;p4"/>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9" name="Google Shape;479;p4"/>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 name="Google Shape;480;p4"/>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 name="Google Shape;481;p4"/>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2" name="Google Shape;482;p4"/>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83" name="Google Shape;483;p4"/>
            <p:cNvCxnSpPr/>
            <p:nvPr/>
          </p:nvCxnSpPr>
          <p:spPr>
            <a:xfrm>
              <a:off x="4097" y="3373"/>
              <a:ext cx="317" cy="170"/>
            </a:xfrm>
            <a:prstGeom prst="straightConnector1">
              <a:avLst/>
            </a:prstGeom>
            <a:noFill/>
            <a:ln cap="flat" cmpd="sng" w="9525">
              <a:solidFill>
                <a:schemeClr val="dk1"/>
              </a:solidFill>
              <a:prstDash val="solid"/>
              <a:miter lim="800000"/>
              <a:headEnd len="med" w="med" type="none"/>
              <a:tailEnd len="med" w="med" type="none"/>
            </a:ln>
          </p:spPr>
        </p:cxnSp>
        <p:cxnSp>
          <p:nvCxnSpPr>
            <p:cNvPr id="484" name="Google Shape;484;p4"/>
            <p:cNvCxnSpPr/>
            <p:nvPr/>
          </p:nvCxnSpPr>
          <p:spPr>
            <a:xfrm>
              <a:off x="3750" y="3332"/>
              <a:ext cx="51" cy="0"/>
            </a:xfrm>
            <a:prstGeom prst="straightConnector1">
              <a:avLst/>
            </a:prstGeom>
            <a:noFill/>
            <a:ln cap="flat" cmpd="sng" w="9525">
              <a:solidFill>
                <a:schemeClr val="dk1"/>
              </a:solidFill>
              <a:prstDash val="solid"/>
              <a:miter lim="800000"/>
              <a:headEnd len="med" w="med" type="none"/>
              <a:tailEnd len="med" w="med" type="none"/>
            </a:ln>
          </p:spPr>
        </p:cxnSp>
        <p:grpSp>
          <p:nvGrpSpPr>
            <p:cNvPr id="485" name="Google Shape;485;p4"/>
            <p:cNvGrpSpPr/>
            <p:nvPr/>
          </p:nvGrpSpPr>
          <p:grpSpPr>
            <a:xfrm>
              <a:off x="4995" y="3370"/>
              <a:ext cx="131" cy="258"/>
              <a:chOff x="4180" y="783"/>
              <a:chExt cx="150" cy="307"/>
            </a:xfrm>
          </p:grpSpPr>
          <p:sp>
            <p:nvSpPr>
              <p:cNvPr id="486" name="Google Shape;486;p4"/>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7" name="Google Shape;487;p4"/>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8" name="Google Shape;488;p4"/>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 name="Google Shape;489;p4"/>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90" name="Google Shape;490;p4"/>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491" name="Google Shape;491;p4"/>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492" name="Google Shape;492;p4"/>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 name="Google Shape;493;p4"/>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94" name="Google Shape;494;p4"/>
            <p:cNvCxnSpPr/>
            <p:nvPr/>
          </p:nvCxnSpPr>
          <p:spPr>
            <a:xfrm flipH="1">
              <a:off x="3806" y="2401"/>
              <a:ext cx="2" cy="91"/>
            </a:xfrm>
            <a:prstGeom prst="straightConnector1">
              <a:avLst/>
            </a:prstGeom>
            <a:noFill/>
            <a:ln cap="flat" cmpd="sng" w="9525">
              <a:solidFill>
                <a:schemeClr val="dk1"/>
              </a:solidFill>
              <a:prstDash val="solid"/>
              <a:miter lim="800000"/>
              <a:headEnd len="med" w="med" type="none"/>
              <a:tailEnd len="med" w="med" type="none"/>
            </a:ln>
          </p:spPr>
        </p:cxnSp>
        <p:cxnSp>
          <p:nvCxnSpPr>
            <p:cNvPr id="495" name="Google Shape;495;p4"/>
            <p:cNvCxnSpPr/>
            <p:nvPr/>
          </p:nvCxnSpPr>
          <p:spPr>
            <a:xfrm flipH="1" rot="10800000">
              <a:off x="4623" y="1760"/>
              <a:ext cx="78" cy="55"/>
            </a:xfrm>
            <a:prstGeom prst="straightConnector1">
              <a:avLst/>
            </a:prstGeom>
            <a:noFill/>
            <a:ln cap="flat" cmpd="sng" w="9525">
              <a:solidFill>
                <a:schemeClr val="dk1"/>
              </a:solidFill>
              <a:prstDash val="solid"/>
              <a:miter lim="800000"/>
              <a:headEnd len="med" w="med" type="none"/>
              <a:tailEnd len="med" w="med" type="none"/>
            </a:ln>
          </p:spPr>
        </p:cxnSp>
        <p:cxnSp>
          <p:nvCxnSpPr>
            <p:cNvPr id="496" name="Google Shape;496;p4"/>
            <p:cNvCxnSpPr/>
            <p:nvPr/>
          </p:nvCxnSpPr>
          <p:spPr>
            <a:xfrm>
              <a:off x="4514" y="1869"/>
              <a:ext cx="0" cy="52"/>
            </a:xfrm>
            <a:prstGeom prst="straightConnector1">
              <a:avLst/>
            </a:prstGeom>
            <a:noFill/>
            <a:ln cap="flat" cmpd="sng" w="9525">
              <a:solidFill>
                <a:schemeClr val="dk1"/>
              </a:solidFill>
              <a:prstDash val="solid"/>
              <a:miter lim="800000"/>
              <a:headEnd len="med" w="med" type="none"/>
              <a:tailEnd len="med" w="med" type="none"/>
            </a:ln>
          </p:spPr>
        </p:cxnSp>
        <p:cxnSp>
          <p:nvCxnSpPr>
            <p:cNvPr id="497" name="Google Shape;497;p4"/>
            <p:cNvCxnSpPr/>
            <p:nvPr/>
          </p:nvCxnSpPr>
          <p:spPr>
            <a:xfrm flipH="1" rot="10800000">
              <a:off x="4630" y="1804"/>
              <a:ext cx="166" cy="182"/>
            </a:xfrm>
            <a:prstGeom prst="straightConnector1">
              <a:avLst/>
            </a:prstGeom>
            <a:noFill/>
            <a:ln cap="flat" cmpd="sng" w="9525">
              <a:solidFill>
                <a:schemeClr val="dk1"/>
              </a:solidFill>
              <a:prstDash val="solid"/>
              <a:miter lim="800000"/>
              <a:headEnd len="med" w="med" type="none"/>
              <a:tailEnd len="med" w="med" type="none"/>
            </a:ln>
          </p:spPr>
        </p:cxnSp>
        <p:cxnSp>
          <p:nvCxnSpPr>
            <p:cNvPr id="498" name="Google Shape;498;p4"/>
            <p:cNvCxnSpPr/>
            <p:nvPr/>
          </p:nvCxnSpPr>
          <p:spPr>
            <a:xfrm>
              <a:off x="4852" y="1803"/>
              <a:ext cx="0" cy="124"/>
            </a:xfrm>
            <a:prstGeom prst="straightConnector1">
              <a:avLst/>
            </a:prstGeom>
            <a:noFill/>
            <a:ln cap="flat" cmpd="sng" w="9525">
              <a:solidFill>
                <a:schemeClr val="dk1"/>
              </a:solidFill>
              <a:prstDash val="solid"/>
              <a:miter lim="800000"/>
              <a:headEnd len="med" w="med" type="none"/>
              <a:tailEnd len="med" w="med" type="none"/>
            </a:ln>
          </p:spPr>
        </p:cxnSp>
        <p:cxnSp>
          <p:nvCxnSpPr>
            <p:cNvPr id="499" name="Google Shape;499;p4"/>
            <p:cNvCxnSpPr/>
            <p:nvPr/>
          </p:nvCxnSpPr>
          <p:spPr>
            <a:xfrm>
              <a:off x="4634" y="1996"/>
              <a:ext cx="119" cy="0"/>
            </a:xfrm>
            <a:prstGeom prst="straightConnector1">
              <a:avLst/>
            </a:prstGeom>
            <a:noFill/>
            <a:ln cap="flat" cmpd="sng" w="9525">
              <a:solidFill>
                <a:schemeClr val="dk1"/>
              </a:solidFill>
              <a:prstDash val="solid"/>
              <a:miter lim="800000"/>
              <a:headEnd len="med" w="med" type="none"/>
              <a:tailEnd len="med" w="med" type="none"/>
            </a:ln>
          </p:spPr>
        </p:cxnSp>
        <p:cxnSp>
          <p:nvCxnSpPr>
            <p:cNvPr id="500" name="Google Shape;500;p4"/>
            <p:cNvCxnSpPr/>
            <p:nvPr/>
          </p:nvCxnSpPr>
          <p:spPr>
            <a:xfrm flipH="1" rot="10800000">
              <a:off x="3560" y="2542"/>
              <a:ext cx="106" cy="2"/>
            </a:xfrm>
            <a:prstGeom prst="straightConnector1">
              <a:avLst/>
            </a:prstGeom>
            <a:noFill/>
            <a:ln cap="flat" cmpd="sng" w="9525">
              <a:solidFill>
                <a:schemeClr val="dk1"/>
              </a:solidFill>
              <a:prstDash val="solid"/>
              <a:miter lim="800000"/>
              <a:headEnd len="med" w="med" type="none"/>
              <a:tailEnd len="med" w="med" type="none"/>
            </a:ln>
          </p:spPr>
        </p:cxnSp>
        <p:cxnSp>
          <p:nvCxnSpPr>
            <p:cNvPr id="501" name="Google Shape;501;p4"/>
            <p:cNvCxnSpPr/>
            <p:nvPr/>
          </p:nvCxnSpPr>
          <p:spPr>
            <a:xfrm flipH="1" rot="10800000">
              <a:off x="4895" y="1614"/>
              <a:ext cx="150" cy="106"/>
            </a:xfrm>
            <a:prstGeom prst="straightConnector1">
              <a:avLst/>
            </a:prstGeom>
            <a:noFill/>
            <a:ln cap="flat" cmpd="sng" w="9525">
              <a:solidFill>
                <a:schemeClr val="dk1"/>
              </a:solidFill>
              <a:prstDash val="solid"/>
              <a:miter lim="800000"/>
              <a:headEnd len="med" w="med" type="none"/>
              <a:tailEnd len="med" w="med" type="none"/>
            </a:ln>
          </p:spPr>
        </p:cxnSp>
        <p:cxnSp>
          <p:nvCxnSpPr>
            <p:cNvPr id="502" name="Google Shape;502;p4"/>
            <p:cNvCxnSpPr/>
            <p:nvPr/>
          </p:nvCxnSpPr>
          <p:spPr>
            <a:xfrm>
              <a:off x="4983" y="1990"/>
              <a:ext cx="112" cy="0"/>
            </a:xfrm>
            <a:prstGeom prst="straightConnector1">
              <a:avLst/>
            </a:prstGeom>
            <a:noFill/>
            <a:ln cap="flat" cmpd="sng" w="9525">
              <a:solidFill>
                <a:schemeClr val="dk1"/>
              </a:solidFill>
              <a:prstDash val="solid"/>
              <a:miter lim="800000"/>
              <a:headEnd len="med" w="med" type="none"/>
              <a:tailEnd len="med" w="med" type="none"/>
            </a:ln>
          </p:spPr>
        </p:cxnSp>
        <p:cxnSp>
          <p:nvCxnSpPr>
            <p:cNvPr id="503" name="Google Shape;503;p4"/>
            <p:cNvCxnSpPr/>
            <p:nvPr/>
          </p:nvCxnSpPr>
          <p:spPr>
            <a:xfrm flipH="1">
              <a:off x="4445" y="2038"/>
              <a:ext cx="62" cy="444"/>
            </a:xfrm>
            <a:prstGeom prst="straightConnector1">
              <a:avLst/>
            </a:prstGeom>
            <a:noFill/>
            <a:ln cap="flat" cmpd="sng" w="9525">
              <a:solidFill>
                <a:schemeClr val="dk1"/>
              </a:solidFill>
              <a:prstDash val="solid"/>
              <a:miter lim="800000"/>
              <a:headEnd len="med" w="med" type="none"/>
              <a:tailEnd len="med" w="med" type="none"/>
            </a:ln>
          </p:spPr>
        </p:cxnSp>
        <p:cxnSp>
          <p:nvCxnSpPr>
            <p:cNvPr id="504" name="Google Shape;504;p4"/>
            <p:cNvCxnSpPr/>
            <p:nvPr/>
          </p:nvCxnSpPr>
          <p:spPr>
            <a:xfrm flipH="1">
              <a:off x="4817" y="2038"/>
              <a:ext cx="70" cy="458"/>
            </a:xfrm>
            <a:prstGeom prst="straightConnector1">
              <a:avLst/>
            </a:prstGeom>
            <a:noFill/>
            <a:ln cap="flat" cmpd="sng" w="9525">
              <a:solidFill>
                <a:schemeClr val="dk1"/>
              </a:solidFill>
              <a:prstDash val="solid"/>
              <a:miter lim="800000"/>
              <a:headEnd len="med" w="med" type="none"/>
              <a:tailEnd len="med" w="med" type="none"/>
            </a:ln>
          </p:spPr>
        </p:cxnSp>
        <p:sp>
          <p:nvSpPr>
            <p:cNvPr id="505" name="Google Shape;505;p4"/>
            <p:cNvSpPr txBox="1"/>
            <p:nvPr/>
          </p:nvSpPr>
          <p:spPr>
            <a:xfrm>
              <a:off x="3229" y="2006"/>
              <a:ext cx="1081"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Home network</a:t>
              </a:r>
              <a:endParaRPr/>
            </a:p>
          </p:txBody>
        </p:sp>
        <p:sp>
          <p:nvSpPr>
            <p:cNvPr id="506" name="Google Shape;506;p4"/>
            <p:cNvSpPr txBox="1"/>
            <p:nvPr/>
          </p:nvSpPr>
          <p:spPr>
            <a:xfrm>
              <a:off x="3515" y="2852"/>
              <a:ext cx="155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Institutional network</a:t>
              </a:r>
              <a:endParaRPr/>
            </a:p>
          </p:txBody>
        </p:sp>
        <p:sp>
          <p:nvSpPr>
            <p:cNvPr id="507" name="Google Shape;507;p4"/>
            <p:cNvSpPr txBox="1"/>
            <p:nvPr/>
          </p:nvSpPr>
          <p:spPr>
            <a:xfrm>
              <a:off x="3234" y="1065"/>
              <a:ext cx="1149"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Mobile network</a:t>
              </a:r>
              <a:endParaRPr/>
            </a:p>
          </p:txBody>
        </p:sp>
        <p:sp>
          <p:nvSpPr>
            <p:cNvPr id="508" name="Google Shape;508;p4"/>
            <p:cNvSpPr txBox="1"/>
            <p:nvPr/>
          </p:nvSpPr>
          <p:spPr>
            <a:xfrm>
              <a:off x="4369" y="1368"/>
              <a:ext cx="82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Global ISP</a:t>
              </a:r>
              <a:endParaRPr/>
            </a:p>
          </p:txBody>
        </p:sp>
        <p:sp>
          <p:nvSpPr>
            <p:cNvPr id="509" name="Google Shape;509;p4"/>
            <p:cNvSpPr txBox="1"/>
            <p:nvPr/>
          </p:nvSpPr>
          <p:spPr>
            <a:xfrm>
              <a:off x="4240" y="2240"/>
              <a:ext cx="9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Regional ISP</a:t>
              </a:r>
              <a:endParaRPr/>
            </a:p>
          </p:txBody>
        </p:sp>
      </p:grpSp>
      <p:grpSp>
        <p:nvGrpSpPr>
          <p:cNvPr id="510" name="Google Shape;510;p4"/>
          <p:cNvGrpSpPr/>
          <p:nvPr/>
        </p:nvGrpSpPr>
        <p:grpSpPr>
          <a:xfrm>
            <a:off x="465137" y="5464175"/>
            <a:ext cx="800100" cy="506412"/>
            <a:chOff x="293" y="3442"/>
            <a:chExt cx="504" cy="319"/>
          </a:xfrm>
        </p:grpSpPr>
        <p:grpSp>
          <p:nvGrpSpPr>
            <p:cNvPr id="511" name="Google Shape;511;p4"/>
            <p:cNvGrpSpPr/>
            <p:nvPr/>
          </p:nvGrpSpPr>
          <p:grpSpPr>
            <a:xfrm>
              <a:off x="383" y="3442"/>
              <a:ext cx="228" cy="108"/>
              <a:chOff x="3600" y="219"/>
              <a:chExt cx="360" cy="175"/>
            </a:xfrm>
          </p:grpSpPr>
          <p:sp>
            <p:nvSpPr>
              <p:cNvPr id="512" name="Google Shape;512;p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13" name="Google Shape;513;p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14" name="Google Shape;514;p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15" name="Google Shape;515;p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6" name="Google Shape;516;p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17" name="Google Shape;517;p4"/>
              <p:cNvGrpSpPr/>
              <p:nvPr/>
            </p:nvGrpSpPr>
            <p:grpSpPr>
              <a:xfrm>
                <a:off x="3686" y="244"/>
                <a:ext cx="177" cy="66"/>
                <a:chOff x="2848" y="848"/>
                <a:chExt cx="140" cy="98"/>
              </a:xfrm>
            </p:grpSpPr>
            <p:cxnSp>
              <p:nvCxnSpPr>
                <p:cNvPr id="518" name="Google Shape;518;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9" name="Google Shape;519;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20" name="Google Shape;520;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21" name="Google Shape;521;p4"/>
              <p:cNvGrpSpPr/>
              <p:nvPr/>
            </p:nvGrpSpPr>
            <p:grpSpPr>
              <a:xfrm flipH="1" rot="10800000">
                <a:off x="3686" y="243"/>
                <a:ext cx="177" cy="66"/>
                <a:chOff x="2848" y="848"/>
                <a:chExt cx="140" cy="98"/>
              </a:xfrm>
            </p:grpSpPr>
            <p:cxnSp>
              <p:nvCxnSpPr>
                <p:cNvPr id="522" name="Google Shape;522;p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23" name="Google Shape;523;p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24" name="Google Shape;524;p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25" name="Google Shape;525;p4"/>
            <p:cNvSpPr txBox="1"/>
            <p:nvPr/>
          </p:nvSpPr>
          <p:spPr>
            <a:xfrm>
              <a:off x="293" y="3549"/>
              <a:ext cx="50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router</a:t>
              </a:r>
              <a:endParaRPr/>
            </a:p>
          </p:txBody>
        </p:sp>
      </p:grpSp>
      <p:grpSp>
        <p:nvGrpSpPr>
          <p:cNvPr id="526" name="Google Shape;526;p4"/>
          <p:cNvGrpSpPr/>
          <p:nvPr/>
        </p:nvGrpSpPr>
        <p:grpSpPr>
          <a:xfrm>
            <a:off x="146050" y="1325562"/>
            <a:ext cx="1458912" cy="1893887"/>
            <a:chOff x="92" y="835"/>
            <a:chExt cx="919" cy="1193"/>
          </a:xfrm>
        </p:grpSpPr>
        <p:grpSp>
          <p:nvGrpSpPr>
            <p:cNvPr id="527" name="Google Shape;527;p4"/>
            <p:cNvGrpSpPr/>
            <p:nvPr/>
          </p:nvGrpSpPr>
          <p:grpSpPr>
            <a:xfrm>
              <a:off x="92" y="1416"/>
              <a:ext cx="220" cy="245"/>
              <a:chOff x="2870" y="1518"/>
              <a:chExt cx="292" cy="320"/>
            </a:xfrm>
          </p:grpSpPr>
          <p:graphicFrame>
            <p:nvGraphicFramePr>
              <p:cNvPr id="528" name="Google Shape;528;p4"/>
              <p:cNvGraphicFramePr/>
              <p:nvPr/>
            </p:nvGraphicFramePr>
            <p:xfrm>
              <a:off x="2870" y="1518"/>
              <a:ext cx="272" cy="282"/>
            </p:xfrm>
            <a:graphic>
              <a:graphicData uri="http://schemas.openxmlformats.org/presentationml/2006/ole">
                <mc:AlternateContent>
                  <mc:Choice Requires="v">
                    <p:oleObj r:id="rId37" imgH="282" imgW="272" progId="MS_ClipArt_Gallery.2" spid="_x0000_s14">
                      <p:embed/>
                    </p:oleObj>
                  </mc:Choice>
                  <mc:Fallback>
                    <p:oleObj r:id="rId38" imgH="282" imgW="272" progId="MS_ClipArt_Gallery.2">
                      <p:embed/>
                      <p:pic>
                        <p:nvPicPr>
                          <p:cNvPr id="528" name="Google Shape;528;p4"/>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529" name="Google Shape;529;p4"/>
              <p:cNvGraphicFramePr/>
              <p:nvPr/>
            </p:nvGraphicFramePr>
            <p:xfrm>
              <a:off x="2913" y="1602"/>
              <a:ext cx="249" cy="236"/>
            </p:xfrm>
            <a:graphic>
              <a:graphicData uri="http://schemas.openxmlformats.org/presentationml/2006/ole">
                <mc:AlternateContent>
                  <mc:Choice Requires="v">
                    <p:oleObj r:id="rId39" imgH="236" imgW="249" progId="MS_ClipArt_Gallery.2" spid="_x0000_s15">
                      <p:embed/>
                    </p:oleObj>
                  </mc:Choice>
                  <mc:Fallback>
                    <p:oleObj r:id="rId40" imgH="236" imgW="249" progId="MS_ClipArt_Gallery.2">
                      <p:embed/>
                      <p:pic>
                        <p:nvPicPr>
                          <p:cNvPr id="529" name="Google Shape;529;p4"/>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aphicFrame>
          <p:nvGraphicFramePr>
            <p:cNvPr id="530" name="Google Shape;530;p4"/>
            <p:cNvGraphicFramePr/>
            <p:nvPr/>
          </p:nvGraphicFramePr>
          <p:xfrm>
            <a:off x="131" y="843"/>
            <a:ext cx="207" cy="173"/>
          </p:xfrm>
          <a:graphic>
            <a:graphicData uri="http://schemas.openxmlformats.org/presentationml/2006/ole">
              <mc:AlternateContent>
                <mc:Choice Requires="v">
                  <p:oleObj r:id="rId41" imgH="173" imgW="207" progId="MS_ClipArt_Gallery.2" spid="_x0000_s16">
                    <p:embed/>
                  </p:oleObj>
                </mc:Choice>
                <mc:Fallback>
                  <p:oleObj r:id="rId42" imgH="173" imgW="207" progId="MS_ClipArt_Gallery.2">
                    <p:embed/>
                    <p:pic>
                      <p:nvPicPr>
                        <p:cNvPr id="530" name="Google Shape;530;p4"/>
                        <p:cNvPicPr preferRelativeResize="0"/>
                        <p:nvPr/>
                      </p:nvPicPr>
                      <p:blipFill rotWithShape="1">
                        <a:blip r:embed="rId19">
                          <a:alphaModFix/>
                        </a:blip>
                        <a:srcRect b="0" l="0" r="0" t="0"/>
                        <a:stretch/>
                      </p:blipFill>
                      <p:spPr>
                        <a:xfrm>
                          <a:off x="131" y="843"/>
                          <a:ext cx="207" cy="173"/>
                        </a:xfrm>
                        <a:prstGeom prst="rect">
                          <a:avLst/>
                        </a:prstGeom>
                        <a:noFill/>
                        <a:ln>
                          <a:noFill/>
                        </a:ln>
                      </p:spPr>
                    </p:pic>
                  </p:oleObj>
                </mc:Fallback>
              </mc:AlternateContent>
            </a:graphicData>
          </a:graphic>
        </p:graphicFrame>
        <p:grpSp>
          <p:nvGrpSpPr>
            <p:cNvPr id="531" name="Google Shape;531;p4"/>
            <p:cNvGrpSpPr/>
            <p:nvPr/>
          </p:nvGrpSpPr>
          <p:grpSpPr>
            <a:xfrm>
              <a:off x="171" y="1105"/>
              <a:ext cx="148" cy="241"/>
              <a:chOff x="4180" y="783"/>
              <a:chExt cx="150" cy="307"/>
            </a:xfrm>
          </p:grpSpPr>
          <p:sp>
            <p:nvSpPr>
              <p:cNvPr id="532" name="Google Shape;532;p4"/>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3" name="Google Shape;533;p4"/>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4" name="Google Shape;534;p4"/>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5" name="Google Shape;535;p4"/>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36" name="Google Shape;536;p4"/>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537" name="Google Shape;537;p4"/>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538" name="Google Shape;538;p4"/>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9" name="Google Shape;539;p4"/>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imgyjavg[1]" id="540" name="Google Shape;540;p4"/>
            <p:cNvPicPr preferRelativeResize="0"/>
            <p:nvPr/>
          </p:nvPicPr>
          <p:blipFill rotWithShape="1">
            <a:blip r:embed="rId5">
              <a:alphaModFix/>
            </a:blip>
            <a:srcRect b="0" l="0" r="0" t="0"/>
            <a:stretch/>
          </p:blipFill>
          <p:spPr>
            <a:xfrm>
              <a:off x="112" y="1763"/>
              <a:ext cx="232" cy="168"/>
            </a:xfrm>
            <a:prstGeom prst="rect">
              <a:avLst/>
            </a:prstGeom>
            <a:noFill/>
            <a:ln>
              <a:noFill/>
            </a:ln>
          </p:spPr>
        </p:pic>
        <p:sp>
          <p:nvSpPr>
            <p:cNvPr id="541" name="Google Shape;541;p4"/>
            <p:cNvSpPr txBox="1"/>
            <p:nvPr/>
          </p:nvSpPr>
          <p:spPr>
            <a:xfrm>
              <a:off x="348" y="835"/>
              <a:ext cx="26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PC</a:t>
              </a:r>
              <a:endParaRPr/>
            </a:p>
          </p:txBody>
        </p:sp>
        <p:sp>
          <p:nvSpPr>
            <p:cNvPr id="542" name="Google Shape;542;p4"/>
            <p:cNvSpPr txBox="1"/>
            <p:nvPr/>
          </p:nvSpPr>
          <p:spPr>
            <a:xfrm>
              <a:off x="334" y="1107"/>
              <a:ext cx="50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server</a:t>
              </a:r>
              <a:endParaRPr/>
            </a:p>
          </p:txBody>
        </p:sp>
        <p:sp>
          <p:nvSpPr>
            <p:cNvPr id="543" name="Google Shape;543;p4"/>
            <p:cNvSpPr txBox="1"/>
            <p:nvPr/>
          </p:nvSpPr>
          <p:spPr>
            <a:xfrm>
              <a:off x="345" y="1437"/>
              <a:ext cx="601" cy="290"/>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wireless</a:t>
              </a:r>
              <a:endParaRPr/>
            </a:p>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laptop</a:t>
              </a:r>
              <a:endParaRPr/>
            </a:p>
          </p:txBody>
        </p:sp>
        <p:sp>
          <p:nvSpPr>
            <p:cNvPr id="544" name="Google Shape;544;p4"/>
            <p:cNvSpPr txBox="1"/>
            <p:nvPr/>
          </p:nvSpPr>
          <p:spPr>
            <a:xfrm>
              <a:off x="359" y="1738"/>
              <a:ext cx="652" cy="290"/>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cellular </a:t>
              </a:r>
              <a:endParaRPr/>
            </a:p>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handheld</a:t>
              </a:r>
              <a:endParaRPr/>
            </a:p>
          </p:txBody>
        </p:sp>
      </p:grpSp>
      <p:grpSp>
        <p:nvGrpSpPr>
          <p:cNvPr id="545" name="Google Shape;545;p4"/>
          <p:cNvGrpSpPr/>
          <p:nvPr/>
        </p:nvGrpSpPr>
        <p:grpSpPr>
          <a:xfrm>
            <a:off x="338137" y="3862939"/>
            <a:ext cx="1431925" cy="994810"/>
            <a:chOff x="213" y="2433"/>
            <a:chExt cx="902" cy="627"/>
          </a:xfrm>
        </p:grpSpPr>
        <p:grpSp>
          <p:nvGrpSpPr>
            <p:cNvPr id="546" name="Google Shape;546;p4"/>
            <p:cNvGrpSpPr/>
            <p:nvPr/>
          </p:nvGrpSpPr>
          <p:grpSpPr>
            <a:xfrm>
              <a:off x="213" y="2446"/>
              <a:ext cx="149" cy="213"/>
              <a:chOff x="2556" y="2689"/>
              <a:chExt cx="183" cy="255"/>
            </a:xfrm>
          </p:grpSpPr>
          <p:pic>
            <p:nvPicPr>
              <p:cNvPr descr="31u_bnrz[1]" id="547" name="Google Shape;547;p4"/>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548" name="Google Shape;548;p4"/>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9" name="Google Shape;549;p4"/>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 name="Google Shape;550;p4"/>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 name="Google Shape;551;p4"/>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2" name="Google Shape;552;p4"/>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3" name="Google Shape;553;p4"/>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 name="Google Shape;554;p4"/>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 name="Google Shape;555;p4"/>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 name="Google Shape;556;p4"/>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7" name="Google Shape;557;p4"/>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8" name="Google Shape;558;p4"/>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 name="Google Shape;559;p4"/>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 name="Google Shape;560;p4"/>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1" name="Google Shape;561;p4"/>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 name="Google Shape;562;p4"/>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 name="Google Shape;563;p4"/>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564" name="Google Shape;564;p4"/>
            <p:cNvGrpSpPr/>
            <p:nvPr/>
          </p:nvGrpSpPr>
          <p:grpSpPr>
            <a:xfrm>
              <a:off x="381" y="2433"/>
              <a:ext cx="141" cy="240"/>
              <a:chOff x="3789" y="1034"/>
              <a:chExt cx="879" cy="1246"/>
            </a:xfrm>
          </p:grpSpPr>
          <p:cxnSp>
            <p:nvCxnSpPr>
              <p:cNvPr id="565" name="Google Shape;565;p4"/>
              <p:cNvCxnSpPr/>
              <p:nvPr/>
            </p:nvCxnSpPr>
            <p:spPr>
              <a:xfrm flipH="1">
                <a:off x="3992" y="1481"/>
                <a:ext cx="235" cy="724"/>
              </a:xfrm>
              <a:prstGeom prst="straightConnector1">
                <a:avLst/>
              </a:prstGeom>
              <a:noFill/>
              <a:ln cap="flat" cmpd="sng" w="9525">
                <a:solidFill>
                  <a:schemeClr val="dk1"/>
                </a:solidFill>
                <a:prstDash val="solid"/>
                <a:miter lim="800000"/>
                <a:headEnd len="med" w="med" type="none"/>
                <a:tailEnd len="med" w="med" type="none"/>
              </a:ln>
            </p:spPr>
          </p:cxnSp>
          <p:cxnSp>
            <p:nvCxnSpPr>
              <p:cNvPr id="566" name="Google Shape;566;p4"/>
              <p:cNvCxnSpPr/>
              <p:nvPr/>
            </p:nvCxnSpPr>
            <p:spPr>
              <a:xfrm>
                <a:off x="4227" y="1481"/>
                <a:ext cx="236" cy="720"/>
              </a:xfrm>
              <a:prstGeom prst="straightConnector1">
                <a:avLst/>
              </a:prstGeom>
              <a:noFill/>
              <a:ln cap="flat" cmpd="sng" w="9525">
                <a:solidFill>
                  <a:schemeClr val="dk1"/>
                </a:solidFill>
                <a:prstDash val="solid"/>
                <a:miter lim="800000"/>
                <a:headEnd len="med" w="med" type="none"/>
                <a:tailEnd len="med" w="med" type="none"/>
              </a:ln>
            </p:spPr>
          </p:cxnSp>
          <p:cxnSp>
            <p:nvCxnSpPr>
              <p:cNvPr id="567" name="Google Shape;567;p4"/>
              <p:cNvCxnSpPr/>
              <p:nvPr/>
            </p:nvCxnSpPr>
            <p:spPr>
              <a:xfrm>
                <a:off x="3992" y="2201"/>
                <a:ext cx="235" cy="79"/>
              </a:xfrm>
              <a:prstGeom prst="straightConnector1">
                <a:avLst/>
              </a:prstGeom>
              <a:noFill/>
              <a:ln cap="flat" cmpd="sng" w="9525">
                <a:solidFill>
                  <a:schemeClr val="dk1"/>
                </a:solidFill>
                <a:prstDash val="solid"/>
                <a:miter lim="800000"/>
                <a:headEnd len="med" w="med" type="none"/>
                <a:tailEnd len="med" w="med" type="none"/>
              </a:ln>
            </p:spPr>
          </p:cxnSp>
          <p:cxnSp>
            <p:nvCxnSpPr>
              <p:cNvPr id="568" name="Google Shape;568;p4"/>
              <p:cNvCxnSpPr/>
              <p:nvPr/>
            </p:nvCxnSpPr>
            <p:spPr>
              <a:xfrm flipH="1">
                <a:off x="4227" y="2201"/>
                <a:ext cx="236" cy="79"/>
              </a:xfrm>
              <a:prstGeom prst="straightConnector1">
                <a:avLst/>
              </a:prstGeom>
              <a:noFill/>
              <a:ln cap="flat" cmpd="sng" w="9525">
                <a:solidFill>
                  <a:schemeClr val="dk1"/>
                </a:solidFill>
                <a:prstDash val="solid"/>
                <a:miter lim="800000"/>
                <a:headEnd len="med" w="med" type="none"/>
                <a:tailEnd len="med" w="med" type="none"/>
              </a:ln>
            </p:spPr>
          </p:cxnSp>
          <p:cxnSp>
            <p:nvCxnSpPr>
              <p:cNvPr id="569" name="Google Shape;569;p4"/>
              <p:cNvCxnSpPr/>
              <p:nvPr/>
            </p:nvCxnSpPr>
            <p:spPr>
              <a:xfrm>
                <a:off x="4227" y="1497"/>
                <a:ext cx="0" cy="783"/>
              </a:xfrm>
              <a:prstGeom prst="straightConnector1">
                <a:avLst/>
              </a:prstGeom>
              <a:noFill/>
              <a:ln cap="flat" cmpd="sng" w="9525">
                <a:solidFill>
                  <a:schemeClr val="dk1"/>
                </a:solidFill>
                <a:prstDash val="solid"/>
                <a:miter lim="800000"/>
                <a:headEnd len="med" w="med" type="none"/>
                <a:tailEnd len="med" w="med" type="none"/>
              </a:ln>
            </p:spPr>
          </p:cxnSp>
          <p:cxnSp>
            <p:nvCxnSpPr>
              <p:cNvPr id="570" name="Google Shape;570;p4"/>
              <p:cNvCxnSpPr/>
              <p:nvPr/>
            </p:nvCxnSpPr>
            <p:spPr>
              <a:xfrm flipH="1" rot="10800000">
                <a:off x="3992" y="2127"/>
                <a:ext cx="235" cy="78"/>
              </a:xfrm>
              <a:prstGeom prst="straightConnector1">
                <a:avLst/>
              </a:prstGeom>
              <a:noFill/>
              <a:ln cap="flat" cmpd="sng" w="9525">
                <a:solidFill>
                  <a:schemeClr val="dk1"/>
                </a:solidFill>
                <a:prstDash val="solid"/>
                <a:miter lim="800000"/>
                <a:headEnd len="med" w="med" type="none"/>
                <a:tailEnd len="med" w="med" type="none"/>
              </a:ln>
            </p:spPr>
          </p:cxnSp>
          <p:cxnSp>
            <p:nvCxnSpPr>
              <p:cNvPr id="571" name="Google Shape;571;p4"/>
              <p:cNvCxnSpPr/>
              <p:nvPr/>
            </p:nvCxnSpPr>
            <p:spPr>
              <a:xfrm rot="10800000">
                <a:off x="4227" y="2127"/>
                <a:ext cx="236" cy="74"/>
              </a:xfrm>
              <a:prstGeom prst="straightConnector1">
                <a:avLst/>
              </a:prstGeom>
              <a:noFill/>
              <a:ln cap="flat" cmpd="sng" w="9525">
                <a:solidFill>
                  <a:schemeClr val="dk1"/>
                </a:solidFill>
                <a:prstDash val="solid"/>
                <a:miter lim="800000"/>
                <a:headEnd len="med" w="med" type="none"/>
                <a:tailEnd len="med" w="med" type="none"/>
              </a:ln>
            </p:spPr>
          </p:cxnSp>
          <p:cxnSp>
            <p:nvCxnSpPr>
              <p:cNvPr id="572" name="Google Shape;572;p4"/>
              <p:cNvCxnSpPr/>
              <p:nvPr/>
            </p:nvCxnSpPr>
            <p:spPr>
              <a:xfrm>
                <a:off x="4092" y="1890"/>
                <a:ext cx="135" cy="60"/>
              </a:xfrm>
              <a:prstGeom prst="straightConnector1">
                <a:avLst/>
              </a:prstGeom>
              <a:noFill/>
              <a:ln cap="flat" cmpd="sng" w="9525">
                <a:solidFill>
                  <a:schemeClr val="dk1"/>
                </a:solidFill>
                <a:prstDash val="solid"/>
                <a:miter lim="800000"/>
                <a:headEnd len="med" w="med" type="none"/>
                <a:tailEnd len="med" w="med" type="none"/>
              </a:ln>
            </p:spPr>
          </p:cxnSp>
          <p:cxnSp>
            <p:nvCxnSpPr>
              <p:cNvPr id="573" name="Google Shape;573;p4"/>
              <p:cNvCxnSpPr/>
              <p:nvPr/>
            </p:nvCxnSpPr>
            <p:spPr>
              <a:xfrm flipH="1" rot="10800000">
                <a:off x="4227" y="1890"/>
                <a:ext cx="143" cy="60"/>
              </a:xfrm>
              <a:prstGeom prst="straightConnector1">
                <a:avLst/>
              </a:prstGeom>
              <a:noFill/>
              <a:ln cap="flat" cmpd="sng" w="9525">
                <a:solidFill>
                  <a:schemeClr val="dk1"/>
                </a:solidFill>
                <a:prstDash val="solid"/>
                <a:miter lim="800000"/>
                <a:headEnd len="med" w="med" type="none"/>
                <a:tailEnd len="med" w="med" type="none"/>
              </a:ln>
            </p:spPr>
          </p:cxnSp>
          <p:cxnSp>
            <p:nvCxnSpPr>
              <p:cNvPr id="574" name="Google Shape;574;p4"/>
              <p:cNvCxnSpPr/>
              <p:nvPr/>
            </p:nvCxnSpPr>
            <p:spPr>
              <a:xfrm>
                <a:off x="4047" y="1996"/>
                <a:ext cx="175" cy="81"/>
              </a:xfrm>
              <a:prstGeom prst="straightConnector1">
                <a:avLst/>
              </a:prstGeom>
              <a:noFill/>
              <a:ln cap="flat" cmpd="sng" w="9525">
                <a:solidFill>
                  <a:schemeClr val="dk1"/>
                </a:solidFill>
                <a:prstDash val="solid"/>
                <a:miter lim="800000"/>
                <a:headEnd len="med" w="med" type="none"/>
                <a:tailEnd len="med" w="med" type="none"/>
              </a:ln>
            </p:spPr>
          </p:cxnSp>
          <p:cxnSp>
            <p:nvCxnSpPr>
              <p:cNvPr id="575" name="Google Shape;575;p4"/>
              <p:cNvCxnSpPr/>
              <p:nvPr/>
            </p:nvCxnSpPr>
            <p:spPr>
              <a:xfrm flipH="1" rot="10800000">
                <a:off x="4227" y="2012"/>
                <a:ext cx="176" cy="71"/>
              </a:xfrm>
              <a:prstGeom prst="straightConnector1">
                <a:avLst/>
              </a:prstGeom>
              <a:noFill/>
              <a:ln cap="flat" cmpd="sng" w="9525">
                <a:solidFill>
                  <a:schemeClr val="dk1"/>
                </a:solidFill>
                <a:prstDash val="solid"/>
                <a:miter lim="800000"/>
                <a:headEnd len="med" w="med" type="none"/>
                <a:tailEnd len="med" w="med" type="none"/>
              </a:ln>
            </p:spPr>
          </p:cxnSp>
          <p:cxnSp>
            <p:nvCxnSpPr>
              <p:cNvPr id="576" name="Google Shape;576;p4"/>
              <p:cNvCxnSpPr/>
              <p:nvPr/>
            </p:nvCxnSpPr>
            <p:spPr>
              <a:xfrm flipH="1" rot="10800000">
                <a:off x="4227" y="1782"/>
                <a:ext cx="90" cy="29"/>
              </a:xfrm>
              <a:prstGeom prst="straightConnector1">
                <a:avLst/>
              </a:prstGeom>
              <a:noFill/>
              <a:ln cap="flat" cmpd="sng" w="9525">
                <a:solidFill>
                  <a:schemeClr val="dk1"/>
                </a:solidFill>
                <a:prstDash val="solid"/>
                <a:miter lim="800000"/>
                <a:headEnd len="med" w="med" type="none"/>
                <a:tailEnd len="med" w="med" type="none"/>
              </a:ln>
            </p:spPr>
          </p:cxnSp>
          <p:cxnSp>
            <p:nvCxnSpPr>
              <p:cNvPr id="577" name="Google Shape;577;p4"/>
              <p:cNvCxnSpPr/>
              <p:nvPr/>
            </p:nvCxnSpPr>
            <p:spPr>
              <a:xfrm flipH="1" rot="10800000">
                <a:off x="4227" y="1632"/>
                <a:ext cx="57" cy="22"/>
              </a:xfrm>
              <a:prstGeom prst="straightConnector1">
                <a:avLst/>
              </a:prstGeom>
              <a:noFill/>
              <a:ln cap="flat" cmpd="sng" w="9525">
                <a:solidFill>
                  <a:schemeClr val="dk1"/>
                </a:solidFill>
                <a:prstDash val="solid"/>
                <a:miter lim="800000"/>
                <a:headEnd len="med" w="med" type="none"/>
                <a:tailEnd len="med" w="med" type="none"/>
              </a:ln>
            </p:spPr>
          </p:cxnSp>
          <p:cxnSp>
            <p:nvCxnSpPr>
              <p:cNvPr id="578" name="Google Shape;578;p4"/>
              <p:cNvCxnSpPr/>
              <p:nvPr/>
            </p:nvCxnSpPr>
            <p:spPr>
              <a:xfrm>
                <a:off x="4126" y="1772"/>
                <a:ext cx="109" cy="39"/>
              </a:xfrm>
              <a:prstGeom prst="straightConnector1">
                <a:avLst/>
              </a:prstGeom>
              <a:noFill/>
              <a:ln cap="flat" cmpd="sng" w="9525">
                <a:solidFill>
                  <a:schemeClr val="dk1"/>
                </a:solidFill>
                <a:prstDash val="solid"/>
                <a:miter lim="800000"/>
                <a:headEnd len="med" w="med" type="none"/>
                <a:tailEnd len="med" w="med" type="none"/>
              </a:ln>
            </p:spPr>
          </p:cxnSp>
          <p:cxnSp>
            <p:nvCxnSpPr>
              <p:cNvPr id="579" name="Google Shape;579;p4"/>
              <p:cNvCxnSpPr/>
              <p:nvPr/>
            </p:nvCxnSpPr>
            <p:spPr>
              <a:xfrm>
                <a:off x="4175" y="1625"/>
                <a:ext cx="63" cy="39"/>
              </a:xfrm>
              <a:prstGeom prst="straightConnector1">
                <a:avLst/>
              </a:prstGeom>
              <a:noFill/>
              <a:ln cap="flat" cmpd="sng" w="9525">
                <a:solidFill>
                  <a:schemeClr val="dk1"/>
                </a:solidFill>
                <a:prstDash val="solid"/>
                <a:miter lim="800000"/>
                <a:headEnd len="med" w="med" type="none"/>
                <a:tailEnd len="med" w="med" type="none"/>
              </a:ln>
            </p:spPr>
          </p:cxnSp>
          <p:grpSp>
            <p:nvGrpSpPr>
              <p:cNvPr id="580" name="Google Shape;580;p4"/>
              <p:cNvGrpSpPr/>
              <p:nvPr/>
            </p:nvGrpSpPr>
            <p:grpSpPr>
              <a:xfrm>
                <a:off x="4269" y="1382"/>
                <a:ext cx="399" cy="203"/>
                <a:chOff x="4227" y="1294"/>
                <a:chExt cx="879" cy="400"/>
              </a:xfrm>
            </p:grpSpPr>
            <p:cxnSp>
              <p:nvCxnSpPr>
                <p:cNvPr id="581" name="Google Shape;581;p4"/>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582" name="Google Shape;582;p4"/>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583" name="Google Shape;583;p4"/>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584" name="Google Shape;584;p4"/>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585" name="Google Shape;585;p4"/>
              <p:cNvGrpSpPr/>
              <p:nvPr/>
            </p:nvGrpSpPr>
            <p:grpSpPr>
              <a:xfrm rot="5700000">
                <a:off x="4048" y="1141"/>
                <a:ext cx="399" cy="203"/>
                <a:chOff x="4227" y="1294"/>
                <a:chExt cx="879" cy="400"/>
              </a:xfrm>
            </p:grpSpPr>
            <p:cxnSp>
              <p:nvCxnSpPr>
                <p:cNvPr id="586" name="Google Shape;586;p4"/>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587" name="Google Shape;587;p4"/>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588" name="Google Shape;588;p4"/>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589" name="Google Shape;589;p4"/>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590" name="Google Shape;590;p4"/>
              <p:cNvGrpSpPr/>
              <p:nvPr/>
            </p:nvGrpSpPr>
            <p:grpSpPr>
              <a:xfrm rot="10800000">
                <a:off x="3789" y="1369"/>
                <a:ext cx="399" cy="203"/>
                <a:chOff x="4227" y="1294"/>
                <a:chExt cx="879" cy="400"/>
              </a:xfrm>
            </p:grpSpPr>
            <p:cxnSp>
              <p:nvCxnSpPr>
                <p:cNvPr id="591" name="Google Shape;591;p4"/>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592" name="Google Shape;592;p4"/>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593" name="Google Shape;593;p4"/>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594" name="Google Shape;594;p4"/>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sp>
          <p:nvSpPr>
            <p:cNvPr id="595" name="Google Shape;595;p4"/>
            <p:cNvSpPr txBox="1"/>
            <p:nvPr/>
          </p:nvSpPr>
          <p:spPr>
            <a:xfrm>
              <a:off x="564" y="2770"/>
              <a:ext cx="447" cy="290"/>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wired</a:t>
              </a:r>
              <a:endParaRPr/>
            </a:p>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links</a:t>
              </a:r>
              <a:endParaRPr/>
            </a:p>
          </p:txBody>
        </p:sp>
        <p:cxnSp>
          <p:nvCxnSpPr>
            <p:cNvPr id="596" name="Google Shape;596;p4"/>
            <p:cNvCxnSpPr/>
            <p:nvPr/>
          </p:nvCxnSpPr>
          <p:spPr>
            <a:xfrm>
              <a:off x="243" y="2838"/>
              <a:ext cx="276" cy="1"/>
            </a:xfrm>
            <a:prstGeom prst="straightConnector1">
              <a:avLst/>
            </a:prstGeom>
            <a:noFill/>
            <a:ln cap="flat" cmpd="sng" w="9525">
              <a:solidFill>
                <a:schemeClr val="dk1"/>
              </a:solidFill>
              <a:prstDash val="solid"/>
              <a:miter lim="800000"/>
              <a:headEnd len="med" w="med" type="none"/>
              <a:tailEnd len="med" w="med" type="none"/>
            </a:ln>
          </p:spPr>
        </p:cxnSp>
        <p:sp>
          <p:nvSpPr>
            <p:cNvPr id="597" name="Google Shape;597;p4"/>
            <p:cNvSpPr txBox="1"/>
            <p:nvPr/>
          </p:nvSpPr>
          <p:spPr>
            <a:xfrm>
              <a:off x="569" y="2465"/>
              <a:ext cx="546" cy="290"/>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access </a:t>
              </a:r>
              <a:endParaRPr/>
            </a:p>
            <a:p>
              <a:pPr indent="0" lvl="0" marL="0" marR="0" rtl="0" algn="l">
                <a:lnSpc>
                  <a:spcPct val="75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points</a:t>
              </a:r>
              <a:endParaRPr/>
            </a:p>
          </p:txBody>
        </p:sp>
      </p:grpSp>
      <p:sp>
        <p:nvSpPr>
          <p:cNvPr id="598" name="Google Shape;598;p4"/>
          <p:cNvSpPr txBox="1"/>
          <p:nvPr/>
        </p:nvSpPr>
        <p:spPr>
          <a:xfrm>
            <a:off x="1381125" y="3289300"/>
            <a:ext cx="3368675" cy="20907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1" lang="en-US" sz="2400" u="none">
                <a:solidFill>
                  <a:srgbClr val="FF0000"/>
                </a:solidFill>
                <a:latin typeface="Comic Sans MS"/>
                <a:ea typeface="Comic Sans MS"/>
                <a:cs typeface="Comic Sans MS"/>
                <a:sym typeface="Comic Sans MS"/>
              </a:rPr>
              <a:t>communication links</a:t>
            </a:r>
            <a:endParaRPr b="0" i="0" sz="2400" u="none">
              <a:solidFill>
                <a:schemeClr val="dk1"/>
              </a:solidFill>
              <a:latin typeface="Comic Sans MS"/>
              <a:ea typeface="Comic Sans MS"/>
              <a:cs typeface="Comic Sans MS"/>
              <a:sym typeface="Comic Sans MS"/>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fiber, copper, radio, satellite</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transmission rate = </a:t>
            </a:r>
            <a:r>
              <a:rPr b="0" i="1" lang="en-US" sz="2400" u="none" cap="none" strike="noStrike">
                <a:solidFill>
                  <a:srgbClr val="FF0000"/>
                </a:solidFill>
                <a:latin typeface="Comic Sans MS"/>
                <a:ea typeface="Comic Sans MS"/>
                <a:cs typeface="Comic Sans MS"/>
                <a:sym typeface="Comic Sans MS"/>
              </a:rPr>
              <a:t>bandwidth</a:t>
            </a:r>
            <a:endParaRPr/>
          </a:p>
        </p:txBody>
      </p:sp>
      <p:sp>
        <p:nvSpPr>
          <p:cNvPr id="599" name="Google Shape;599;p4"/>
          <p:cNvSpPr txBox="1"/>
          <p:nvPr/>
        </p:nvSpPr>
        <p:spPr>
          <a:xfrm>
            <a:off x="1439862" y="5307012"/>
            <a:ext cx="3779837" cy="1414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1" lang="en-US" sz="2400" u="none">
                <a:solidFill>
                  <a:srgbClr val="FF0000"/>
                </a:solidFill>
                <a:latin typeface="Comic Sans MS"/>
                <a:ea typeface="Comic Sans MS"/>
                <a:cs typeface="Comic Sans MS"/>
                <a:sym typeface="Comic Sans MS"/>
              </a:rPr>
              <a:t>routers:</a:t>
            </a:r>
            <a:r>
              <a:rPr b="0" i="0" lang="en-US" sz="2400" u="none">
                <a:solidFill>
                  <a:schemeClr val="dk1"/>
                </a:solidFill>
                <a:latin typeface="Comic Sans MS"/>
                <a:ea typeface="Comic Sans MS"/>
                <a:cs typeface="Comic Sans MS"/>
                <a:sym typeface="Comic Sans MS"/>
              </a:rPr>
              <a:t> forward packets (chunks of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4" name="Shape 604"/>
        <p:cNvGrpSpPr/>
        <p:nvPr/>
      </p:nvGrpSpPr>
      <p:grpSpPr>
        <a:xfrm>
          <a:off x="0" y="0"/>
          <a:ext cx="0" cy="0"/>
          <a:chOff x="0" y="0"/>
          <a:chExt cx="0" cy="0"/>
        </a:xfrm>
      </p:grpSpPr>
      <p:sp>
        <p:nvSpPr>
          <p:cNvPr id="605" name="Google Shape;605;p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06" name="Google Shape;606;p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07" name="Google Shape;607;p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“Cool” internet appliances</a:t>
            </a:r>
            <a:endParaRPr/>
          </a:p>
        </p:txBody>
      </p:sp>
      <p:pic>
        <p:nvPicPr>
          <p:cNvPr descr="toaster" id="608" name="Google Shape;608;p5"/>
          <p:cNvPicPr preferRelativeResize="0"/>
          <p:nvPr/>
        </p:nvPicPr>
        <p:blipFill rotWithShape="1">
          <a:blip r:embed="rId3">
            <a:alphaModFix/>
          </a:blip>
          <a:srcRect b="0" l="0" r="0" t="0"/>
          <a:stretch/>
        </p:blipFill>
        <p:spPr>
          <a:xfrm>
            <a:off x="4114800" y="1460500"/>
            <a:ext cx="2495550" cy="2935287"/>
          </a:xfrm>
          <a:prstGeom prst="rect">
            <a:avLst/>
          </a:prstGeom>
          <a:noFill/>
          <a:ln>
            <a:noFill/>
          </a:ln>
        </p:spPr>
      </p:pic>
      <p:pic>
        <p:nvPicPr>
          <p:cNvPr descr="whisper" id="609" name="Google Shape;609;p5"/>
          <p:cNvPicPr preferRelativeResize="0"/>
          <p:nvPr/>
        </p:nvPicPr>
        <p:blipFill rotWithShape="1">
          <a:blip r:embed="rId4">
            <a:alphaModFix/>
          </a:blip>
          <a:srcRect b="0" l="0" r="0" t="0"/>
          <a:stretch/>
        </p:blipFill>
        <p:spPr>
          <a:xfrm>
            <a:off x="1166812" y="1368425"/>
            <a:ext cx="1895475" cy="1560512"/>
          </a:xfrm>
          <a:prstGeom prst="rect">
            <a:avLst/>
          </a:prstGeom>
          <a:noFill/>
          <a:ln>
            <a:noFill/>
          </a:ln>
        </p:spPr>
      </p:pic>
      <p:pic>
        <p:nvPicPr>
          <p:cNvPr descr="iPic" id="610" name="Google Shape;610;p5"/>
          <p:cNvPicPr preferRelativeResize="0"/>
          <p:nvPr/>
        </p:nvPicPr>
        <p:blipFill rotWithShape="1">
          <a:blip r:embed="rId5">
            <a:alphaModFix/>
          </a:blip>
          <a:srcRect b="0" l="0" r="0" t="0"/>
          <a:stretch/>
        </p:blipFill>
        <p:spPr>
          <a:xfrm>
            <a:off x="739775" y="3763962"/>
            <a:ext cx="2165350" cy="1712912"/>
          </a:xfrm>
          <a:prstGeom prst="rect">
            <a:avLst/>
          </a:prstGeom>
          <a:noFill/>
          <a:ln>
            <a:noFill/>
          </a:ln>
        </p:spPr>
      </p:pic>
      <p:sp>
        <p:nvSpPr>
          <p:cNvPr id="611" name="Google Shape;611;p5"/>
          <p:cNvSpPr txBox="1"/>
          <p:nvPr/>
        </p:nvSpPr>
        <p:spPr>
          <a:xfrm>
            <a:off x="739775" y="5476875"/>
            <a:ext cx="4144962"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World’s smallest web server</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http://www-ccs.cs.umass.edu/~shri/iPic.html</a:t>
            </a:r>
            <a:endParaRPr/>
          </a:p>
        </p:txBody>
      </p:sp>
      <p:sp>
        <p:nvSpPr>
          <p:cNvPr id="612" name="Google Shape;612;p5"/>
          <p:cNvSpPr txBox="1"/>
          <p:nvPr/>
        </p:nvSpPr>
        <p:spPr>
          <a:xfrm>
            <a:off x="1279525" y="2774950"/>
            <a:ext cx="216217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IP picture frame</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http://www.ceiva.com/</a:t>
            </a:r>
            <a:endParaRPr/>
          </a:p>
        </p:txBody>
      </p:sp>
      <p:sp>
        <p:nvSpPr>
          <p:cNvPr id="613" name="Google Shape;613;p5"/>
          <p:cNvSpPr txBox="1"/>
          <p:nvPr/>
        </p:nvSpPr>
        <p:spPr>
          <a:xfrm>
            <a:off x="6115050" y="1989137"/>
            <a:ext cx="2246312"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Web-enabled toaster +</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weather forecaster</a:t>
            </a:r>
            <a:endParaRPr/>
          </a:p>
        </p:txBody>
      </p:sp>
      <p:pic>
        <p:nvPicPr>
          <p:cNvPr descr="cisco" id="614" name="Google Shape;614;p5"/>
          <p:cNvPicPr preferRelativeResize="0"/>
          <p:nvPr/>
        </p:nvPicPr>
        <p:blipFill rotWithShape="1">
          <a:blip r:embed="rId6">
            <a:alphaModFix/>
          </a:blip>
          <a:srcRect b="0" l="0" r="0" t="0"/>
          <a:stretch/>
        </p:blipFill>
        <p:spPr>
          <a:xfrm>
            <a:off x="6115050" y="4138612"/>
            <a:ext cx="2395537" cy="1919287"/>
          </a:xfrm>
          <a:prstGeom prst="rect">
            <a:avLst/>
          </a:prstGeom>
          <a:noFill/>
          <a:ln>
            <a:noFill/>
          </a:ln>
        </p:spPr>
      </p:pic>
      <p:sp>
        <p:nvSpPr>
          <p:cNvPr id="615" name="Google Shape;615;p5"/>
          <p:cNvSpPr txBox="1"/>
          <p:nvPr/>
        </p:nvSpPr>
        <p:spPr>
          <a:xfrm>
            <a:off x="6457950" y="5767387"/>
            <a:ext cx="15970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Internet phones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0" name="Shape 620"/>
        <p:cNvGrpSpPr/>
        <p:nvPr/>
      </p:nvGrpSpPr>
      <p:grpSpPr>
        <a:xfrm>
          <a:off x="0" y="0"/>
          <a:ext cx="0" cy="0"/>
          <a:chOff x="0" y="0"/>
          <a:chExt cx="0" cy="0"/>
        </a:xfrm>
      </p:grpSpPr>
      <p:sp>
        <p:nvSpPr>
          <p:cNvPr id="621" name="Google Shape;621;p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2" name="Google Shape;622;p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3" name="Google Shape;623;p6"/>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What’s the Internet: “nuts and bolts” view</a:t>
            </a:r>
            <a:endParaRPr/>
          </a:p>
        </p:txBody>
      </p:sp>
      <p:sp>
        <p:nvSpPr>
          <p:cNvPr id="624" name="Google Shape;624;p6"/>
          <p:cNvSpPr txBox="1"/>
          <p:nvPr>
            <p:ph idx="1" type="body"/>
          </p:nvPr>
        </p:nvSpPr>
        <p:spPr>
          <a:xfrm>
            <a:off x="304800" y="1371600"/>
            <a:ext cx="4419600" cy="51323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1" lang="en-US" sz="2400" u="none">
                <a:solidFill>
                  <a:srgbClr val="FF0000"/>
                </a:solidFill>
                <a:latin typeface="Comic Sans MS"/>
                <a:ea typeface="Comic Sans MS"/>
                <a:cs typeface="Comic Sans MS"/>
                <a:sym typeface="Comic Sans MS"/>
              </a:rPr>
              <a:t>protocols</a:t>
            </a:r>
            <a:r>
              <a:rPr b="0" i="0" lang="en-US" sz="2400" u="none">
                <a:solidFill>
                  <a:srgbClr val="FF0000"/>
                </a:solidFill>
                <a:latin typeface="Comic Sans MS"/>
                <a:ea typeface="Comic Sans MS"/>
                <a:cs typeface="Comic Sans MS"/>
                <a:sym typeface="Comic Sans MS"/>
              </a:rPr>
              <a:t> </a:t>
            </a:r>
            <a:r>
              <a:rPr b="0" i="0" lang="en-US" sz="2400" u="none">
                <a:solidFill>
                  <a:schemeClr val="dk1"/>
                </a:solidFill>
                <a:latin typeface="Comic Sans MS"/>
                <a:ea typeface="Comic Sans MS"/>
                <a:cs typeface="Comic Sans MS"/>
                <a:sym typeface="Comic Sans MS"/>
              </a:rPr>
              <a:t>control sending, receiving of msgs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e.g., TCP, IP, HTTP, Skype,  Ethernet</a:t>
            </a:r>
            <a:endParaRPr/>
          </a:p>
          <a:p>
            <a:pPr indent="-342900" lvl="0" marL="342900" rtl="0" algn="l">
              <a:lnSpc>
                <a:spcPct val="100000"/>
              </a:lnSpc>
              <a:spcBef>
                <a:spcPts val="480"/>
              </a:spcBef>
              <a:spcAft>
                <a:spcPts val="0"/>
              </a:spcAft>
              <a:buClr>
                <a:schemeClr val="accent2"/>
              </a:buClr>
              <a:buSzPts val="2040"/>
              <a:buFont typeface="Noto Sans Symbols"/>
              <a:buChar char="❑"/>
            </a:pPr>
            <a:r>
              <a:rPr b="0" i="1" lang="en-US" sz="2400" u="none">
                <a:solidFill>
                  <a:srgbClr val="FF0000"/>
                </a:solidFill>
                <a:latin typeface="Comic Sans MS"/>
                <a:ea typeface="Comic Sans MS"/>
                <a:cs typeface="Comic Sans MS"/>
                <a:sym typeface="Comic Sans MS"/>
              </a:rPr>
              <a:t>Internet: </a:t>
            </a:r>
            <a:r>
              <a:rPr b="0" i="0" lang="en-US" sz="2400" u="none">
                <a:solidFill>
                  <a:srgbClr val="FF0000"/>
                </a:solidFill>
                <a:latin typeface="Comic Sans MS"/>
                <a:ea typeface="Comic Sans MS"/>
                <a:cs typeface="Comic Sans MS"/>
                <a:sym typeface="Comic Sans MS"/>
              </a:rPr>
              <a:t>“network of networks”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loosely hierarchical</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public Internet versus private intranet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Internet standards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RFC: Request for comments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IETF: Internet Engineering Task Force</a:t>
            </a:r>
            <a:endParaRPr/>
          </a:p>
        </p:txBody>
      </p:sp>
      <p:grpSp>
        <p:nvGrpSpPr>
          <p:cNvPr id="625" name="Google Shape;625;p6"/>
          <p:cNvGrpSpPr/>
          <p:nvPr/>
        </p:nvGrpSpPr>
        <p:grpSpPr>
          <a:xfrm>
            <a:off x="4989512" y="1319212"/>
            <a:ext cx="3470275" cy="4489450"/>
            <a:chOff x="3177" y="1065"/>
            <a:chExt cx="2186" cy="2828"/>
          </a:xfrm>
        </p:grpSpPr>
        <p:sp>
          <p:nvSpPr>
            <p:cNvPr id="626" name="Google Shape;626;p6"/>
            <p:cNvSpPr/>
            <p:nvPr/>
          </p:nvSpPr>
          <p:spPr>
            <a:xfrm>
              <a:off x="4261" y="2412"/>
              <a:ext cx="828" cy="425"/>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7" name="Google Shape;627;p6"/>
            <p:cNvSpPr/>
            <p:nvPr/>
          </p:nvSpPr>
          <p:spPr>
            <a:xfrm>
              <a:off x="4273" y="1451"/>
              <a:ext cx="1090" cy="65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8" name="Google Shape;628;p6"/>
            <p:cNvSpPr/>
            <p:nvPr/>
          </p:nvSpPr>
          <p:spPr>
            <a:xfrm>
              <a:off x="3177" y="1267"/>
              <a:ext cx="1036" cy="67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29" name="Google Shape;629;p6"/>
            <p:cNvGrpSpPr/>
            <p:nvPr/>
          </p:nvGrpSpPr>
          <p:grpSpPr>
            <a:xfrm>
              <a:off x="3232" y="2108"/>
              <a:ext cx="919" cy="588"/>
              <a:chOff x="2889" y="1631"/>
              <a:chExt cx="980" cy="743"/>
            </a:xfrm>
          </p:grpSpPr>
          <p:sp>
            <p:nvSpPr>
              <p:cNvPr id="630" name="Google Shape;630;p6"/>
              <p:cNvSpPr txBox="1"/>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1" name="Google Shape;631;p6"/>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32" name="Google Shape;632;p6"/>
            <p:cNvGrpSpPr/>
            <p:nvPr/>
          </p:nvGrpSpPr>
          <p:grpSpPr>
            <a:xfrm>
              <a:off x="3672" y="1386"/>
              <a:ext cx="216" cy="337"/>
              <a:chOff x="3789" y="1034"/>
              <a:chExt cx="879" cy="1246"/>
            </a:xfrm>
          </p:grpSpPr>
          <p:cxnSp>
            <p:nvCxnSpPr>
              <p:cNvPr id="633" name="Google Shape;633;p6"/>
              <p:cNvCxnSpPr/>
              <p:nvPr/>
            </p:nvCxnSpPr>
            <p:spPr>
              <a:xfrm flipH="1">
                <a:off x="3992" y="1481"/>
                <a:ext cx="235" cy="724"/>
              </a:xfrm>
              <a:prstGeom prst="straightConnector1">
                <a:avLst/>
              </a:prstGeom>
              <a:noFill/>
              <a:ln cap="flat" cmpd="sng" w="9525">
                <a:solidFill>
                  <a:schemeClr val="dk1"/>
                </a:solidFill>
                <a:prstDash val="solid"/>
                <a:miter lim="800000"/>
                <a:headEnd len="med" w="med" type="none"/>
                <a:tailEnd len="med" w="med" type="none"/>
              </a:ln>
            </p:spPr>
          </p:cxnSp>
          <p:cxnSp>
            <p:nvCxnSpPr>
              <p:cNvPr id="634" name="Google Shape;634;p6"/>
              <p:cNvCxnSpPr/>
              <p:nvPr/>
            </p:nvCxnSpPr>
            <p:spPr>
              <a:xfrm>
                <a:off x="4227" y="1481"/>
                <a:ext cx="236" cy="720"/>
              </a:xfrm>
              <a:prstGeom prst="straightConnector1">
                <a:avLst/>
              </a:prstGeom>
              <a:noFill/>
              <a:ln cap="flat" cmpd="sng" w="9525">
                <a:solidFill>
                  <a:schemeClr val="dk1"/>
                </a:solidFill>
                <a:prstDash val="solid"/>
                <a:miter lim="800000"/>
                <a:headEnd len="med" w="med" type="none"/>
                <a:tailEnd len="med" w="med" type="none"/>
              </a:ln>
            </p:spPr>
          </p:cxnSp>
          <p:cxnSp>
            <p:nvCxnSpPr>
              <p:cNvPr id="635" name="Google Shape;635;p6"/>
              <p:cNvCxnSpPr/>
              <p:nvPr/>
            </p:nvCxnSpPr>
            <p:spPr>
              <a:xfrm>
                <a:off x="3992" y="2201"/>
                <a:ext cx="235" cy="79"/>
              </a:xfrm>
              <a:prstGeom prst="straightConnector1">
                <a:avLst/>
              </a:prstGeom>
              <a:noFill/>
              <a:ln cap="flat" cmpd="sng" w="9525">
                <a:solidFill>
                  <a:schemeClr val="dk1"/>
                </a:solidFill>
                <a:prstDash val="solid"/>
                <a:miter lim="800000"/>
                <a:headEnd len="med" w="med" type="none"/>
                <a:tailEnd len="med" w="med" type="none"/>
              </a:ln>
            </p:spPr>
          </p:cxnSp>
          <p:cxnSp>
            <p:nvCxnSpPr>
              <p:cNvPr id="636" name="Google Shape;636;p6"/>
              <p:cNvCxnSpPr/>
              <p:nvPr/>
            </p:nvCxnSpPr>
            <p:spPr>
              <a:xfrm flipH="1">
                <a:off x="4227" y="2201"/>
                <a:ext cx="236" cy="79"/>
              </a:xfrm>
              <a:prstGeom prst="straightConnector1">
                <a:avLst/>
              </a:prstGeom>
              <a:noFill/>
              <a:ln cap="flat" cmpd="sng" w="9525">
                <a:solidFill>
                  <a:schemeClr val="dk1"/>
                </a:solidFill>
                <a:prstDash val="solid"/>
                <a:miter lim="800000"/>
                <a:headEnd len="med" w="med" type="none"/>
                <a:tailEnd len="med" w="med" type="none"/>
              </a:ln>
            </p:spPr>
          </p:cxnSp>
          <p:cxnSp>
            <p:nvCxnSpPr>
              <p:cNvPr id="637" name="Google Shape;637;p6"/>
              <p:cNvCxnSpPr/>
              <p:nvPr/>
            </p:nvCxnSpPr>
            <p:spPr>
              <a:xfrm>
                <a:off x="4227" y="1497"/>
                <a:ext cx="0" cy="783"/>
              </a:xfrm>
              <a:prstGeom prst="straightConnector1">
                <a:avLst/>
              </a:prstGeom>
              <a:noFill/>
              <a:ln cap="flat" cmpd="sng" w="9525">
                <a:solidFill>
                  <a:schemeClr val="dk1"/>
                </a:solidFill>
                <a:prstDash val="solid"/>
                <a:miter lim="800000"/>
                <a:headEnd len="med" w="med" type="none"/>
                <a:tailEnd len="med" w="med" type="none"/>
              </a:ln>
            </p:spPr>
          </p:cxnSp>
          <p:cxnSp>
            <p:nvCxnSpPr>
              <p:cNvPr id="638" name="Google Shape;638;p6"/>
              <p:cNvCxnSpPr/>
              <p:nvPr/>
            </p:nvCxnSpPr>
            <p:spPr>
              <a:xfrm flipH="1" rot="10800000">
                <a:off x="3992" y="2127"/>
                <a:ext cx="235" cy="78"/>
              </a:xfrm>
              <a:prstGeom prst="straightConnector1">
                <a:avLst/>
              </a:prstGeom>
              <a:noFill/>
              <a:ln cap="flat" cmpd="sng" w="9525">
                <a:solidFill>
                  <a:schemeClr val="dk1"/>
                </a:solidFill>
                <a:prstDash val="solid"/>
                <a:miter lim="800000"/>
                <a:headEnd len="med" w="med" type="none"/>
                <a:tailEnd len="med" w="med" type="none"/>
              </a:ln>
            </p:spPr>
          </p:cxnSp>
          <p:cxnSp>
            <p:nvCxnSpPr>
              <p:cNvPr id="639" name="Google Shape;639;p6"/>
              <p:cNvCxnSpPr/>
              <p:nvPr/>
            </p:nvCxnSpPr>
            <p:spPr>
              <a:xfrm rot="10800000">
                <a:off x="4227" y="2127"/>
                <a:ext cx="236" cy="74"/>
              </a:xfrm>
              <a:prstGeom prst="straightConnector1">
                <a:avLst/>
              </a:prstGeom>
              <a:noFill/>
              <a:ln cap="flat" cmpd="sng" w="9525">
                <a:solidFill>
                  <a:schemeClr val="dk1"/>
                </a:solidFill>
                <a:prstDash val="solid"/>
                <a:miter lim="800000"/>
                <a:headEnd len="med" w="med" type="none"/>
                <a:tailEnd len="med" w="med" type="none"/>
              </a:ln>
            </p:spPr>
          </p:cxnSp>
          <p:cxnSp>
            <p:nvCxnSpPr>
              <p:cNvPr id="640" name="Google Shape;640;p6"/>
              <p:cNvCxnSpPr/>
              <p:nvPr/>
            </p:nvCxnSpPr>
            <p:spPr>
              <a:xfrm>
                <a:off x="4092" y="1890"/>
                <a:ext cx="135" cy="60"/>
              </a:xfrm>
              <a:prstGeom prst="straightConnector1">
                <a:avLst/>
              </a:prstGeom>
              <a:noFill/>
              <a:ln cap="flat" cmpd="sng" w="9525">
                <a:solidFill>
                  <a:schemeClr val="dk1"/>
                </a:solidFill>
                <a:prstDash val="solid"/>
                <a:miter lim="800000"/>
                <a:headEnd len="med" w="med" type="none"/>
                <a:tailEnd len="med" w="med" type="none"/>
              </a:ln>
            </p:spPr>
          </p:cxnSp>
          <p:cxnSp>
            <p:nvCxnSpPr>
              <p:cNvPr id="641" name="Google Shape;641;p6"/>
              <p:cNvCxnSpPr/>
              <p:nvPr/>
            </p:nvCxnSpPr>
            <p:spPr>
              <a:xfrm flipH="1" rot="10800000">
                <a:off x="4227" y="1890"/>
                <a:ext cx="143" cy="60"/>
              </a:xfrm>
              <a:prstGeom prst="straightConnector1">
                <a:avLst/>
              </a:prstGeom>
              <a:noFill/>
              <a:ln cap="flat" cmpd="sng" w="9525">
                <a:solidFill>
                  <a:schemeClr val="dk1"/>
                </a:solidFill>
                <a:prstDash val="solid"/>
                <a:miter lim="800000"/>
                <a:headEnd len="med" w="med" type="none"/>
                <a:tailEnd len="med" w="med" type="none"/>
              </a:ln>
            </p:spPr>
          </p:cxnSp>
          <p:cxnSp>
            <p:nvCxnSpPr>
              <p:cNvPr id="642" name="Google Shape;642;p6"/>
              <p:cNvCxnSpPr/>
              <p:nvPr/>
            </p:nvCxnSpPr>
            <p:spPr>
              <a:xfrm>
                <a:off x="4047" y="1996"/>
                <a:ext cx="175" cy="81"/>
              </a:xfrm>
              <a:prstGeom prst="straightConnector1">
                <a:avLst/>
              </a:prstGeom>
              <a:noFill/>
              <a:ln cap="flat" cmpd="sng" w="9525">
                <a:solidFill>
                  <a:schemeClr val="dk1"/>
                </a:solidFill>
                <a:prstDash val="solid"/>
                <a:miter lim="800000"/>
                <a:headEnd len="med" w="med" type="none"/>
                <a:tailEnd len="med" w="med" type="none"/>
              </a:ln>
            </p:spPr>
          </p:cxnSp>
          <p:cxnSp>
            <p:nvCxnSpPr>
              <p:cNvPr id="643" name="Google Shape;643;p6"/>
              <p:cNvCxnSpPr/>
              <p:nvPr/>
            </p:nvCxnSpPr>
            <p:spPr>
              <a:xfrm flipH="1" rot="10800000">
                <a:off x="4227" y="2012"/>
                <a:ext cx="176" cy="71"/>
              </a:xfrm>
              <a:prstGeom prst="straightConnector1">
                <a:avLst/>
              </a:prstGeom>
              <a:noFill/>
              <a:ln cap="flat" cmpd="sng" w="9525">
                <a:solidFill>
                  <a:schemeClr val="dk1"/>
                </a:solidFill>
                <a:prstDash val="solid"/>
                <a:miter lim="800000"/>
                <a:headEnd len="med" w="med" type="none"/>
                <a:tailEnd len="med" w="med" type="none"/>
              </a:ln>
            </p:spPr>
          </p:cxnSp>
          <p:cxnSp>
            <p:nvCxnSpPr>
              <p:cNvPr id="644" name="Google Shape;644;p6"/>
              <p:cNvCxnSpPr/>
              <p:nvPr/>
            </p:nvCxnSpPr>
            <p:spPr>
              <a:xfrm flipH="1" rot="10800000">
                <a:off x="4227" y="1782"/>
                <a:ext cx="90" cy="29"/>
              </a:xfrm>
              <a:prstGeom prst="straightConnector1">
                <a:avLst/>
              </a:prstGeom>
              <a:noFill/>
              <a:ln cap="flat" cmpd="sng" w="9525">
                <a:solidFill>
                  <a:schemeClr val="dk1"/>
                </a:solidFill>
                <a:prstDash val="solid"/>
                <a:miter lim="800000"/>
                <a:headEnd len="med" w="med" type="none"/>
                <a:tailEnd len="med" w="med" type="none"/>
              </a:ln>
            </p:spPr>
          </p:cxnSp>
          <p:cxnSp>
            <p:nvCxnSpPr>
              <p:cNvPr id="645" name="Google Shape;645;p6"/>
              <p:cNvCxnSpPr/>
              <p:nvPr/>
            </p:nvCxnSpPr>
            <p:spPr>
              <a:xfrm flipH="1" rot="10800000">
                <a:off x="4227" y="1632"/>
                <a:ext cx="57" cy="22"/>
              </a:xfrm>
              <a:prstGeom prst="straightConnector1">
                <a:avLst/>
              </a:prstGeom>
              <a:noFill/>
              <a:ln cap="flat" cmpd="sng" w="9525">
                <a:solidFill>
                  <a:schemeClr val="dk1"/>
                </a:solidFill>
                <a:prstDash val="solid"/>
                <a:miter lim="800000"/>
                <a:headEnd len="med" w="med" type="none"/>
                <a:tailEnd len="med" w="med" type="none"/>
              </a:ln>
            </p:spPr>
          </p:cxnSp>
          <p:cxnSp>
            <p:nvCxnSpPr>
              <p:cNvPr id="646" name="Google Shape;646;p6"/>
              <p:cNvCxnSpPr/>
              <p:nvPr/>
            </p:nvCxnSpPr>
            <p:spPr>
              <a:xfrm>
                <a:off x="4126" y="1772"/>
                <a:ext cx="109" cy="39"/>
              </a:xfrm>
              <a:prstGeom prst="straightConnector1">
                <a:avLst/>
              </a:prstGeom>
              <a:noFill/>
              <a:ln cap="flat" cmpd="sng" w="9525">
                <a:solidFill>
                  <a:schemeClr val="dk1"/>
                </a:solidFill>
                <a:prstDash val="solid"/>
                <a:miter lim="800000"/>
                <a:headEnd len="med" w="med" type="none"/>
                <a:tailEnd len="med" w="med" type="none"/>
              </a:ln>
            </p:spPr>
          </p:cxnSp>
          <p:cxnSp>
            <p:nvCxnSpPr>
              <p:cNvPr id="647" name="Google Shape;647;p6"/>
              <p:cNvCxnSpPr/>
              <p:nvPr/>
            </p:nvCxnSpPr>
            <p:spPr>
              <a:xfrm>
                <a:off x="4175" y="1625"/>
                <a:ext cx="63" cy="39"/>
              </a:xfrm>
              <a:prstGeom prst="straightConnector1">
                <a:avLst/>
              </a:prstGeom>
              <a:noFill/>
              <a:ln cap="flat" cmpd="sng" w="9525">
                <a:solidFill>
                  <a:schemeClr val="dk1"/>
                </a:solidFill>
                <a:prstDash val="solid"/>
                <a:miter lim="800000"/>
                <a:headEnd len="med" w="med" type="none"/>
                <a:tailEnd len="med" w="med" type="none"/>
              </a:ln>
            </p:spPr>
          </p:cxnSp>
          <p:grpSp>
            <p:nvGrpSpPr>
              <p:cNvPr id="648" name="Google Shape;648;p6"/>
              <p:cNvGrpSpPr/>
              <p:nvPr/>
            </p:nvGrpSpPr>
            <p:grpSpPr>
              <a:xfrm>
                <a:off x="4269" y="1382"/>
                <a:ext cx="399" cy="203"/>
                <a:chOff x="4227" y="1294"/>
                <a:chExt cx="879" cy="400"/>
              </a:xfrm>
            </p:grpSpPr>
            <p:cxnSp>
              <p:nvCxnSpPr>
                <p:cNvPr id="649" name="Google Shape;649;p6"/>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650" name="Google Shape;650;p6"/>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651" name="Google Shape;651;p6"/>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652" name="Google Shape;652;p6"/>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653" name="Google Shape;653;p6"/>
              <p:cNvGrpSpPr/>
              <p:nvPr/>
            </p:nvGrpSpPr>
            <p:grpSpPr>
              <a:xfrm rot="5700000">
                <a:off x="4048" y="1141"/>
                <a:ext cx="399" cy="203"/>
                <a:chOff x="4227" y="1294"/>
                <a:chExt cx="879" cy="400"/>
              </a:xfrm>
            </p:grpSpPr>
            <p:cxnSp>
              <p:nvCxnSpPr>
                <p:cNvPr id="654" name="Google Shape;654;p6"/>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655" name="Google Shape;655;p6"/>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656" name="Google Shape;656;p6"/>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657" name="Google Shape;657;p6"/>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658" name="Google Shape;658;p6"/>
              <p:cNvGrpSpPr/>
              <p:nvPr/>
            </p:nvGrpSpPr>
            <p:grpSpPr>
              <a:xfrm rot="10800000">
                <a:off x="3789" y="1369"/>
                <a:ext cx="399" cy="203"/>
                <a:chOff x="4227" y="1294"/>
                <a:chExt cx="879" cy="400"/>
              </a:xfrm>
            </p:grpSpPr>
            <p:cxnSp>
              <p:nvCxnSpPr>
                <p:cNvPr id="659" name="Google Shape;659;p6"/>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660" name="Google Shape;660;p6"/>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661" name="Google Shape;661;p6"/>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662" name="Google Shape;662;p6"/>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grpSp>
          <p:nvGrpSpPr>
            <p:cNvPr id="663" name="Google Shape;663;p6"/>
            <p:cNvGrpSpPr/>
            <p:nvPr/>
          </p:nvGrpSpPr>
          <p:grpSpPr>
            <a:xfrm>
              <a:off x="3223" y="1598"/>
              <a:ext cx="436" cy="114"/>
              <a:chOff x="3072" y="739"/>
              <a:chExt cx="652" cy="146"/>
            </a:xfrm>
          </p:grpSpPr>
          <p:pic>
            <p:nvPicPr>
              <p:cNvPr descr="lgv_fqmg[1]" id="664" name="Google Shape;664;p6"/>
              <p:cNvPicPr preferRelativeResize="0"/>
              <p:nvPr/>
            </p:nvPicPr>
            <p:blipFill rotWithShape="1">
              <a:blip r:embed="rId4">
                <a:alphaModFix/>
              </a:blip>
              <a:srcRect b="0" l="0" r="0" t="0"/>
              <a:stretch/>
            </p:blipFill>
            <p:spPr>
              <a:xfrm flipH="1">
                <a:off x="3237" y="739"/>
                <a:ext cx="487" cy="146"/>
              </a:xfrm>
              <a:prstGeom prst="rect">
                <a:avLst/>
              </a:prstGeom>
              <a:noFill/>
              <a:ln>
                <a:noFill/>
              </a:ln>
            </p:spPr>
          </p:pic>
          <p:cxnSp>
            <p:nvCxnSpPr>
              <p:cNvPr id="665" name="Google Shape;665;p6"/>
              <p:cNvCxnSpPr/>
              <p:nvPr/>
            </p:nvCxnSpPr>
            <p:spPr>
              <a:xfrm rot="10800000">
                <a:off x="3104" y="784"/>
                <a:ext cx="88" cy="0"/>
              </a:xfrm>
              <a:prstGeom prst="straightConnector1">
                <a:avLst/>
              </a:prstGeom>
              <a:noFill/>
              <a:ln cap="flat" cmpd="sng" w="9525">
                <a:solidFill>
                  <a:schemeClr val="dk1"/>
                </a:solidFill>
                <a:prstDash val="solid"/>
                <a:miter lim="800000"/>
                <a:headEnd len="med" w="med" type="none"/>
                <a:tailEnd len="med" w="med" type="none"/>
              </a:ln>
            </p:spPr>
          </p:cxnSp>
          <p:cxnSp>
            <p:nvCxnSpPr>
              <p:cNvPr id="666" name="Google Shape;666;p6"/>
              <p:cNvCxnSpPr/>
              <p:nvPr/>
            </p:nvCxnSpPr>
            <p:spPr>
              <a:xfrm rot="10800000">
                <a:off x="3072" y="760"/>
                <a:ext cx="144" cy="0"/>
              </a:xfrm>
              <a:prstGeom prst="straightConnector1">
                <a:avLst/>
              </a:prstGeom>
              <a:noFill/>
              <a:ln cap="flat" cmpd="sng" w="9525">
                <a:solidFill>
                  <a:schemeClr val="dk1"/>
                </a:solidFill>
                <a:prstDash val="solid"/>
                <a:miter lim="800000"/>
                <a:headEnd len="med" w="med" type="none"/>
                <a:tailEnd len="med" w="med" type="none"/>
              </a:ln>
            </p:spPr>
          </p:cxnSp>
        </p:grpSp>
        <p:pic>
          <p:nvPicPr>
            <p:cNvPr descr="imgyjavg[1]" id="667" name="Google Shape;667;p6"/>
            <p:cNvPicPr preferRelativeResize="0"/>
            <p:nvPr/>
          </p:nvPicPr>
          <p:blipFill rotWithShape="1">
            <a:blip r:embed="rId5">
              <a:alphaModFix/>
            </a:blip>
            <a:srcRect b="0" l="0" r="0" t="0"/>
            <a:stretch/>
          </p:blipFill>
          <p:spPr>
            <a:xfrm>
              <a:off x="3399" y="1417"/>
              <a:ext cx="232" cy="168"/>
            </a:xfrm>
            <a:prstGeom prst="rect">
              <a:avLst/>
            </a:prstGeom>
            <a:noFill/>
            <a:ln>
              <a:noFill/>
            </a:ln>
          </p:spPr>
        </p:pic>
        <p:grpSp>
          <p:nvGrpSpPr>
            <p:cNvPr id="668" name="Google Shape;668;p6"/>
            <p:cNvGrpSpPr/>
            <p:nvPr/>
          </p:nvGrpSpPr>
          <p:grpSpPr>
            <a:xfrm>
              <a:off x="3880" y="1303"/>
              <a:ext cx="256" cy="269"/>
              <a:chOff x="2870" y="1518"/>
              <a:chExt cx="292" cy="320"/>
            </a:xfrm>
          </p:grpSpPr>
          <p:graphicFrame>
            <p:nvGraphicFramePr>
              <p:cNvPr id="669" name="Google Shape;669;p6"/>
              <p:cNvGraphicFramePr/>
              <p:nvPr/>
            </p:nvGraphicFramePr>
            <p:xfrm>
              <a:off x="2870" y="1518"/>
              <a:ext cx="272" cy="282"/>
            </p:xfrm>
            <a:graphic>
              <a:graphicData uri="http://schemas.openxmlformats.org/presentationml/2006/ole">
                <mc:AlternateContent>
                  <mc:Choice Requires="v">
                    <p:oleObj r:id="rId6" imgH="282" imgW="272" progId="MS_ClipArt_Gallery.2" spid="_x0000_s1">
                      <p:embed/>
                    </p:oleObj>
                  </mc:Choice>
                  <mc:Fallback>
                    <p:oleObj r:id="rId7" imgH="282" imgW="272" progId="MS_ClipArt_Gallery.2">
                      <p:embed/>
                      <p:pic>
                        <p:nvPicPr>
                          <p:cNvPr id="669" name="Google Shape;669;p6"/>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670" name="Google Shape;670;p6"/>
              <p:cNvGraphicFramePr/>
              <p:nvPr/>
            </p:nvGraphicFramePr>
            <p:xfrm>
              <a:off x="2913" y="1602"/>
              <a:ext cx="249" cy="236"/>
            </p:xfrm>
            <a:graphic>
              <a:graphicData uri="http://schemas.openxmlformats.org/presentationml/2006/ole">
                <mc:AlternateContent>
                  <mc:Choice Requires="v">
                    <p:oleObj r:id="rId9" imgH="236" imgW="249" progId="MS_ClipArt_Gallery.2" spid="_x0000_s2">
                      <p:embed/>
                    </p:oleObj>
                  </mc:Choice>
                  <mc:Fallback>
                    <p:oleObj r:id="rId10" imgH="236" imgW="249" progId="MS_ClipArt_Gallery.2">
                      <p:embed/>
                      <p:pic>
                        <p:nvPicPr>
                          <p:cNvPr id="670" name="Google Shape;670;p6"/>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671" name="Google Shape;671;p6"/>
            <p:cNvGrpSpPr/>
            <p:nvPr/>
          </p:nvGrpSpPr>
          <p:grpSpPr>
            <a:xfrm>
              <a:off x="4338" y="2487"/>
              <a:ext cx="228" cy="108"/>
              <a:chOff x="3600" y="219"/>
              <a:chExt cx="360" cy="175"/>
            </a:xfrm>
          </p:grpSpPr>
          <p:sp>
            <p:nvSpPr>
              <p:cNvPr id="672" name="Google Shape;672;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73" name="Google Shape;673;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674" name="Google Shape;674;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675" name="Google Shape;675;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6" name="Google Shape;676;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77" name="Google Shape;677;p6"/>
              <p:cNvGrpSpPr/>
              <p:nvPr/>
            </p:nvGrpSpPr>
            <p:grpSpPr>
              <a:xfrm>
                <a:off x="3686" y="244"/>
                <a:ext cx="177" cy="66"/>
                <a:chOff x="2848" y="848"/>
                <a:chExt cx="140" cy="98"/>
              </a:xfrm>
            </p:grpSpPr>
            <p:cxnSp>
              <p:nvCxnSpPr>
                <p:cNvPr id="678" name="Google Shape;678;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79" name="Google Shape;679;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80" name="Google Shape;680;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681" name="Google Shape;681;p6"/>
              <p:cNvGrpSpPr/>
              <p:nvPr/>
            </p:nvGrpSpPr>
            <p:grpSpPr>
              <a:xfrm flipH="1" rot="10800000">
                <a:off x="3686" y="243"/>
                <a:ext cx="177" cy="66"/>
                <a:chOff x="2848" y="848"/>
                <a:chExt cx="140" cy="98"/>
              </a:xfrm>
            </p:grpSpPr>
            <p:cxnSp>
              <p:nvCxnSpPr>
                <p:cNvPr id="682" name="Google Shape;682;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83" name="Google Shape;683;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84" name="Google Shape;684;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685" name="Google Shape;685;p6"/>
            <p:cNvGrpSpPr/>
            <p:nvPr/>
          </p:nvGrpSpPr>
          <p:grpSpPr>
            <a:xfrm>
              <a:off x="4562" y="2663"/>
              <a:ext cx="228" cy="108"/>
              <a:chOff x="3600" y="219"/>
              <a:chExt cx="360" cy="175"/>
            </a:xfrm>
          </p:grpSpPr>
          <p:sp>
            <p:nvSpPr>
              <p:cNvPr id="686" name="Google Shape;686;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7" name="Google Shape;687;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688" name="Google Shape;688;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689" name="Google Shape;689;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0" name="Google Shape;690;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91" name="Google Shape;691;p6"/>
              <p:cNvGrpSpPr/>
              <p:nvPr/>
            </p:nvGrpSpPr>
            <p:grpSpPr>
              <a:xfrm>
                <a:off x="3686" y="244"/>
                <a:ext cx="177" cy="66"/>
                <a:chOff x="2848" y="848"/>
                <a:chExt cx="140" cy="98"/>
              </a:xfrm>
            </p:grpSpPr>
            <p:cxnSp>
              <p:nvCxnSpPr>
                <p:cNvPr id="692" name="Google Shape;692;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93" name="Google Shape;693;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94" name="Google Shape;694;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695" name="Google Shape;695;p6"/>
              <p:cNvGrpSpPr/>
              <p:nvPr/>
            </p:nvGrpSpPr>
            <p:grpSpPr>
              <a:xfrm flipH="1" rot="10800000">
                <a:off x="3686" y="243"/>
                <a:ext cx="177" cy="66"/>
                <a:chOff x="2848" y="848"/>
                <a:chExt cx="140" cy="98"/>
              </a:xfrm>
            </p:grpSpPr>
            <p:cxnSp>
              <p:nvCxnSpPr>
                <p:cNvPr id="696" name="Google Shape;696;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97" name="Google Shape;697;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98" name="Google Shape;698;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699" name="Google Shape;699;p6"/>
            <p:cNvGrpSpPr/>
            <p:nvPr/>
          </p:nvGrpSpPr>
          <p:grpSpPr>
            <a:xfrm>
              <a:off x="4738" y="2495"/>
              <a:ext cx="228" cy="108"/>
              <a:chOff x="3600" y="219"/>
              <a:chExt cx="360" cy="175"/>
            </a:xfrm>
          </p:grpSpPr>
          <p:sp>
            <p:nvSpPr>
              <p:cNvPr id="700" name="Google Shape;700;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01" name="Google Shape;701;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02" name="Google Shape;702;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03" name="Google Shape;703;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4" name="Google Shape;704;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05" name="Google Shape;705;p6"/>
              <p:cNvGrpSpPr/>
              <p:nvPr/>
            </p:nvGrpSpPr>
            <p:grpSpPr>
              <a:xfrm>
                <a:off x="3686" y="244"/>
                <a:ext cx="177" cy="66"/>
                <a:chOff x="2848" y="848"/>
                <a:chExt cx="140" cy="98"/>
              </a:xfrm>
            </p:grpSpPr>
            <p:cxnSp>
              <p:nvCxnSpPr>
                <p:cNvPr id="706" name="Google Shape;706;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07" name="Google Shape;707;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08" name="Google Shape;708;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09" name="Google Shape;709;p6"/>
              <p:cNvGrpSpPr/>
              <p:nvPr/>
            </p:nvGrpSpPr>
            <p:grpSpPr>
              <a:xfrm flipH="1" rot="10800000">
                <a:off x="3686" y="243"/>
                <a:ext cx="177" cy="66"/>
                <a:chOff x="2848" y="848"/>
                <a:chExt cx="140" cy="98"/>
              </a:xfrm>
            </p:grpSpPr>
            <p:cxnSp>
              <p:nvCxnSpPr>
                <p:cNvPr id="710" name="Google Shape;710;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11" name="Google Shape;711;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12" name="Google Shape;712;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713" name="Google Shape;713;p6"/>
            <p:cNvGrpSpPr/>
            <p:nvPr/>
          </p:nvGrpSpPr>
          <p:grpSpPr>
            <a:xfrm>
              <a:off x="4401" y="1766"/>
              <a:ext cx="221" cy="101"/>
              <a:chOff x="3600" y="219"/>
              <a:chExt cx="360" cy="175"/>
            </a:xfrm>
          </p:grpSpPr>
          <p:sp>
            <p:nvSpPr>
              <p:cNvPr id="714" name="Google Shape;714;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15" name="Google Shape;715;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16" name="Google Shape;716;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17" name="Google Shape;717;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8" name="Google Shape;718;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19" name="Google Shape;719;p6"/>
              <p:cNvGrpSpPr/>
              <p:nvPr/>
            </p:nvGrpSpPr>
            <p:grpSpPr>
              <a:xfrm>
                <a:off x="3686" y="244"/>
                <a:ext cx="177" cy="66"/>
                <a:chOff x="2848" y="848"/>
                <a:chExt cx="140" cy="98"/>
              </a:xfrm>
            </p:grpSpPr>
            <p:cxnSp>
              <p:nvCxnSpPr>
                <p:cNvPr id="720" name="Google Shape;720;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21" name="Google Shape;721;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22" name="Google Shape;722;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23" name="Google Shape;723;p6"/>
              <p:cNvGrpSpPr/>
              <p:nvPr/>
            </p:nvGrpSpPr>
            <p:grpSpPr>
              <a:xfrm flipH="1" rot="10800000">
                <a:off x="3686" y="243"/>
                <a:ext cx="177" cy="66"/>
                <a:chOff x="2848" y="848"/>
                <a:chExt cx="140" cy="98"/>
              </a:xfrm>
            </p:grpSpPr>
            <p:cxnSp>
              <p:nvCxnSpPr>
                <p:cNvPr id="724" name="Google Shape;724;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25" name="Google Shape;725;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26" name="Google Shape;726;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727" name="Google Shape;727;p6"/>
            <p:cNvGrpSpPr/>
            <p:nvPr/>
          </p:nvGrpSpPr>
          <p:grpSpPr>
            <a:xfrm>
              <a:off x="4400" y="1927"/>
              <a:ext cx="228" cy="108"/>
              <a:chOff x="3600" y="219"/>
              <a:chExt cx="360" cy="175"/>
            </a:xfrm>
          </p:grpSpPr>
          <p:sp>
            <p:nvSpPr>
              <p:cNvPr id="728" name="Google Shape;728;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29" name="Google Shape;729;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30" name="Google Shape;730;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31" name="Google Shape;731;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2" name="Google Shape;732;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33" name="Google Shape;733;p6"/>
              <p:cNvGrpSpPr/>
              <p:nvPr/>
            </p:nvGrpSpPr>
            <p:grpSpPr>
              <a:xfrm>
                <a:off x="3686" y="244"/>
                <a:ext cx="177" cy="66"/>
                <a:chOff x="2848" y="848"/>
                <a:chExt cx="140" cy="98"/>
              </a:xfrm>
            </p:grpSpPr>
            <p:cxnSp>
              <p:nvCxnSpPr>
                <p:cNvPr id="734" name="Google Shape;734;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35" name="Google Shape;735;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36" name="Google Shape;736;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37" name="Google Shape;737;p6"/>
              <p:cNvGrpSpPr/>
              <p:nvPr/>
            </p:nvGrpSpPr>
            <p:grpSpPr>
              <a:xfrm flipH="1" rot="10800000">
                <a:off x="3686" y="243"/>
                <a:ext cx="177" cy="66"/>
                <a:chOff x="2848" y="848"/>
                <a:chExt cx="140" cy="98"/>
              </a:xfrm>
            </p:grpSpPr>
            <p:cxnSp>
              <p:nvCxnSpPr>
                <p:cNvPr id="738" name="Google Shape;738;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39" name="Google Shape;739;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40" name="Google Shape;740;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741" name="Google Shape;741;p6"/>
            <p:cNvGrpSpPr/>
            <p:nvPr/>
          </p:nvGrpSpPr>
          <p:grpSpPr>
            <a:xfrm>
              <a:off x="4700" y="1706"/>
              <a:ext cx="210" cy="97"/>
              <a:chOff x="3600" y="219"/>
              <a:chExt cx="360" cy="175"/>
            </a:xfrm>
          </p:grpSpPr>
          <p:sp>
            <p:nvSpPr>
              <p:cNvPr id="742" name="Google Shape;742;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43" name="Google Shape;743;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44" name="Google Shape;744;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45" name="Google Shape;745;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6" name="Google Shape;746;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47" name="Google Shape;747;p6"/>
              <p:cNvGrpSpPr/>
              <p:nvPr/>
            </p:nvGrpSpPr>
            <p:grpSpPr>
              <a:xfrm>
                <a:off x="3686" y="244"/>
                <a:ext cx="177" cy="66"/>
                <a:chOff x="2848" y="848"/>
                <a:chExt cx="140" cy="98"/>
              </a:xfrm>
            </p:grpSpPr>
            <p:cxnSp>
              <p:nvCxnSpPr>
                <p:cNvPr id="748" name="Google Shape;748;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49" name="Google Shape;749;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50" name="Google Shape;750;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51" name="Google Shape;751;p6"/>
              <p:cNvGrpSpPr/>
              <p:nvPr/>
            </p:nvGrpSpPr>
            <p:grpSpPr>
              <a:xfrm flipH="1" rot="10800000">
                <a:off x="3686" y="243"/>
                <a:ext cx="177" cy="66"/>
                <a:chOff x="2848" y="848"/>
                <a:chExt cx="140" cy="98"/>
              </a:xfrm>
            </p:grpSpPr>
            <p:cxnSp>
              <p:nvCxnSpPr>
                <p:cNvPr id="752" name="Google Shape;752;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53" name="Google Shape;753;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54" name="Google Shape;754;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755" name="Google Shape;755;p6"/>
            <p:cNvGrpSpPr/>
            <p:nvPr/>
          </p:nvGrpSpPr>
          <p:grpSpPr>
            <a:xfrm>
              <a:off x="4754" y="1927"/>
              <a:ext cx="228" cy="108"/>
              <a:chOff x="3600" y="219"/>
              <a:chExt cx="360" cy="175"/>
            </a:xfrm>
          </p:grpSpPr>
          <p:sp>
            <p:nvSpPr>
              <p:cNvPr id="756" name="Google Shape;756;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57" name="Google Shape;757;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58" name="Google Shape;758;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59" name="Google Shape;759;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0" name="Google Shape;760;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61" name="Google Shape;761;p6"/>
              <p:cNvGrpSpPr/>
              <p:nvPr/>
            </p:nvGrpSpPr>
            <p:grpSpPr>
              <a:xfrm>
                <a:off x="3686" y="244"/>
                <a:ext cx="177" cy="66"/>
                <a:chOff x="2848" y="848"/>
                <a:chExt cx="140" cy="98"/>
              </a:xfrm>
            </p:grpSpPr>
            <p:cxnSp>
              <p:nvCxnSpPr>
                <p:cNvPr id="762" name="Google Shape;762;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63" name="Google Shape;763;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64" name="Google Shape;764;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65" name="Google Shape;765;p6"/>
              <p:cNvGrpSpPr/>
              <p:nvPr/>
            </p:nvGrpSpPr>
            <p:grpSpPr>
              <a:xfrm flipH="1" rot="10800000">
                <a:off x="3686" y="243"/>
                <a:ext cx="177" cy="66"/>
                <a:chOff x="2848" y="848"/>
                <a:chExt cx="140" cy="98"/>
              </a:xfrm>
            </p:grpSpPr>
            <p:cxnSp>
              <p:nvCxnSpPr>
                <p:cNvPr id="766" name="Google Shape;766;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67" name="Google Shape;767;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68" name="Google Shape;768;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769" name="Google Shape;769;p6"/>
            <p:cNvGrpSpPr/>
            <p:nvPr/>
          </p:nvGrpSpPr>
          <p:grpSpPr>
            <a:xfrm>
              <a:off x="3866" y="1763"/>
              <a:ext cx="220" cy="100"/>
              <a:chOff x="3600" y="219"/>
              <a:chExt cx="360" cy="175"/>
            </a:xfrm>
          </p:grpSpPr>
          <p:sp>
            <p:nvSpPr>
              <p:cNvPr id="770" name="Google Shape;770;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71" name="Google Shape;771;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72" name="Google Shape;772;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73" name="Google Shape;773;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4" name="Google Shape;774;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75" name="Google Shape;775;p6"/>
              <p:cNvGrpSpPr/>
              <p:nvPr/>
            </p:nvGrpSpPr>
            <p:grpSpPr>
              <a:xfrm>
                <a:off x="3686" y="244"/>
                <a:ext cx="177" cy="66"/>
                <a:chOff x="2848" y="848"/>
                <a:chExt cx="140" cy="98"/>
              </a:xfrm>
            </p:grpSpPr>
            <p:cxnSp>
              <p:nvCxnSpPr>
                <p:cNvPr id="776" name="Google Shape;776;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77" name="Google Shape;777;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78" name="Google Shape;778;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79" name="Google Shape;779;p6"/>
              <p:cNvGrpSpPr/>
              <p:nvPr/>
            </p:nvGrpSpPr>
            <p:grpSpPr>
              <a:xfrm flipH="1" rot="10800000">
                <a:off x="3686" y="243"/>
                <a:ext cx="177" cy="66"/>
                <a:chOff x="2848" y="848"/>
                <a:chExt cx="140" cy="98"/>
              </a:xfrm>
            </p:grpSpPr>
            <p:cxnSp>
              <p:nvCxnSpPr>
                <p:cNvPr id="780" name="Google Shape;780;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81" name="Google Shape;781;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82" name="Google Shape;782;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783" name="Google Shape;783;p6"/>
            <p:cNvGrpSpPr/>
            <p:nvPr/>
          </p:nvGrpSpPr>
          <p:grpSpPr>
            <a:xfrm>
              <a:off x="3673" y="2487"/>
              <a:ext cx="220" cy="100"/>
              <a:chOff x="3600" y="219"/>
              <a:chExt cx="360" cy="175"/>
            </a:xfrm>
          </p:grpSpPr>
          <p:sp>
            <p:nvSpPr>
              <p:cNvPr id="784" name="Google Shape;784;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85" name="Google Shape;785;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786" name="Google Shape;786;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787" name="Google Shape;787;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8" name="Google Shape;788;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89" name="Google Shape;789;p6"/>
              <p:cNvGrpSpPr/>
              <p:nvPr/>
            </p:nvGrpSpPr>
            <p:grpSpPr>
              <a:xfrm>
                <a:off x="3686" y="244"/>
                <a:ext cx="177" cy="66"/>
                <a:chOff x="2848" y="848"/>
                <a:chExt cx="140" cy="98"/>
              </a:xfrm>
            </p:grpSpPr>
            <p:cxnSp>
              <p:nvCxnSpPr>
                <p:cNvPr id="790" name="Google Shape;790;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91" name="Google Shape;791;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92" name="Google Shape;792;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793" name="Google Shape;793;p6"/>
              <p:cNvGrpSpPr/>
              <p:nvPr/>
            </p:nvGrpSpPr>
            <p:grpSpPr>
              <a:xfrm flipH="1" rot="10800000">
                <a:off x="3686" y="243"/>
                <a:ext cx="177" cy="66"/>
                <a:chOff x="2848" y="848"/>
                <a:chExt cx="140" cy="98"/>
              </a:xfrm>
            </p:grpSpPr>
            <p:cxnSp>
              <p:nvCxnSpPr>
                <p:cNvPr id="794" name="Google Shape;794;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795" name="Google Shape;795;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796" name="Google Shape;796;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797" name="Google Shape;797;p6"/>
            <p:cNvCxnSpPr/>
            <p:nvPr/>
          </p:nvCxnSpPr>
          <p:spPr>
            <a:xfrm flipH="1" rot="10800000">
              <a:off x="4430" y="2757"/>
              <a:ext cx="143" cy="275"/>
            </a:xfrm>
            <a:prstGeom prst="straightConnector1">
              <a:avLst/>
            </a:prstGeom>
            <a:noFill/>
            <a:ln cap="flat" cmpd="sng" w="9525">
              <a:solidFill>
                <a:schemeClr val="dk1"/>
              </a:solidFill>
              <a:prstDash val="solid"/>
              <a:miter lim="800000"/>
              <a:headEnd len="med" w="med" type="none"/>
              <a:tailEnd len="med" w="med" type="none"/>
            </a:ln>
          </p:spPr>
        </p:cxnSp>
        <p:cxnSp>
          <p:nvCxnSpPr>
            <p:cNvPr id="798" name="Google Shape;798;p6"/>
            <p:cNvCxnSpPr/>
            <p:nvPr/>
          </p:nvCxnSpPr>
          <p:spPr>
            <a:xfrm>
              <a:off x="4508" y="2592"/>
              <a:ext cx="103" cy="76"/>
            </a:xfrm>
            <a:prstGeom prst="straightConnector1">
              <a:avLst/>
            </a:prstGeom>
            <a:noFill/>
            <a:ln cap="flat" cmpd="sng" w="9525">
              <a:solidFill>
                <a:schemeClr val="dk1"/>
              </a:solidFill>
              <a:prstDash val="solid"/>
              <a:miter lim="800000"/>
              <a:headEnd len="med" w="med" type="none"/>
              <a:tailEnd len="med" w="med" type="none"/>
            </a:ln>
          </p:spPr>
        </p:cxnSp>
        <p:cxnSp>
          <p:nvCxnSpPr>
            <p:cNvPr id="799" name="Google Shape;799;p6"/>
            <p:cNvCxnSpPr/>
            <p:nvPr/>
          </p:nvCxnSpPr>
          <p:spPr>
            <a:xfrm>
              <a:off x="4569" y="2542"/>
              <a:ext cx="176" cy="0"/>
            </a:xfrm>
            <a:prstGeom prst="straightConnector1">
              <a:avLst/>
            </a:prstGeom>
            <a:noFill/>
            <a:ln cap="flat" cmpd="sng" w="9525">
              <a:solidFill>
                <a:schemeClr val="dk1"/>
              </a:solidFill>
              <a:prstDash val="solid"/>
              <a:miter lim="800000"/>
              <a:headEnd len="med" w="med" type="none"/>
              <a:tailEnd len="med" w="med" type="none"/>
            </a:ln>
          </p:spPr>
        </p:cxnSp>
        <p:cxnSp>
          <p:nvCxnSpPr>
            <p:cNvPr id="800" name="Google Shape;800;p6"/>
            <p:cNvCxnSpPr/>
            <p:nvPr/>
          </p:nvCxnSpPr>
          <p:spPr>
            <a:xfrm flipH="1" rot="10800000">
              <a:off x="4718" y="2596"/>
              <a:ext cx="85" cy="66"/>
            </a:xfrm>
            <a:prstGeom prst="straightConnector1">
              <a:avLst/>
            </a:prstGeom>
            <a:noFill/>
            <a:ln cap="flat" cmpd="sng" w="9525">
              <a:solidFill>
                <a:schemeClr val="dk1"/>
              </a:solidFill>
              <a:prstDash val="solid"/>
              <a:miter lim="800000"/>
              <a:headEnd len="med" w="med" type="none"/>
              <a:tailEnd len="med" w="med" type="none"/>
            </a:ln>
          </p:spPr>
        </p:cxnSp>
        <p:cxnSp>
          <p:nvCxnSpPr>
            <p:cNvPr id="801" name="Google Shape;801;p6"/>
            <p:cNvCxnSpPr/>
            <p:nvPr/>
          </p:nvCxnSpPr>
          <p:spPr>
            <a:xfrm>
              <a:off x="3898" y="2546"/>
              <a:ext cx="428" cy="0"/>
            </a:xfrm>
            <a:prstGeom prst="straightConnector1">
              <a:avLst/>
            </a:prstGeom>
            <a:noFill/>
            <a:ln cap="flat" cmpd="sng" w="9525">
              <a:solidFill>
                <a:schemeClr val="dk1"/>
              </a:solidFill>
              <a:prstDash val="solid"/>
              <a:miter lim="800000"/>
              <a:headEnd len="med" w="med" type="none"/>
              <a:tailEnd len="med" w="med" type="none"/>
            </a:ln>
          </p:spPr>
        </p:cxnSp>
        <p:grpSp>
          <p:nvGrpSpPr>
            <p:cNvPr id="802" name="Google Shape;802;p6"/>
            <p:cNvGrpSpPr/>
            <p:nvPr/>
          </p:nvGrpSpPr>
          <p:grpSpPr>
            <a:xfrm>
              <a:off x="3424" y="2213"/>
              <a:ext cx="209" cy="224"/>
              <a:chOff x="2870" y="1518"/>
              <a:chExt cx="292" cy="320"/>
            </a:xfrm>
          </p:grpSpPr>
          <p:graphicFrame>
            <p:nvGraphicFramePr>
              <p:cNvPr id="803" name="Google Shape;803;p6"/>
              <p:cNvGraphicFramePr/>
              <p:nvPr/>
            </p:nvGraphicFramePr>
            <p:xfrm>
              <a:off x="2870" y="1518"/>
              <a:ext cx="272" cy="282"/>
            </p:xfrm>
            <a:graphic>
              <a:graphicData uri="http://schemas.openxmlformats.org/presentationml/2006/ole">
                <mc:AlternateContent>
                  <mc:Choice Requires="v">
                    <p:oleObj r:id="rId12" imgH="282" imgW="272" progId="MS_ClipArt_Gallery.2" spid="_x0000_s3">
                      <p:embed/>
                    </p:oleObj>
                  </mc:Choice>
                  <mc:Fallback>
                    <p:oleObj r:id="rId13" imgH="282" imgW="272" progId="MS_ClipArt_Gallery.2">
                      <p:embed/>
                      <p:pic>
                        <p:nvPicPr>
                          <p:cNvPr id="803" name="Google Shape;803;p6"/>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804" name="Google Shape;804;p6"/>
              <p:cNvGraphicFramePr/>
              <p:nvPr/>
            </p:nvGraphicFramePr>
            <p:xfrm>
              <a:off x="2913" y="1602"/>
              <a:ext cx="249" cy="236"/>
            </p:xfrm>
            <a:graphic>
              <a:graphicData uri="http://schemas.openxmlformats.org/presentationml/2006/ole">
                <mc:AlternateContent>
                  <mc:Choice Requires="v">
                    <p:oleObj r:id="rId14" imgH="236" imgW="249" progId="MS_ClipArt_Gallery.2" spid="_x0000_s4">
                      <p:embed/>
                    </p:oleObj>
                  </mc:Choice>
                  <mc:Fallback>
                    <p:oleObj r:id="rId15" imgH="236" imgW="249" progId="MS_ClipArt_Gallery.2">
                      <p:embed/>
                      <p:pic>
                        <p:nvPicPr>
                          <p:cNvPr id="804" name="Google Shape;804;p6"/>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805" name="Google Shape;805;p6"/>
            <p:cNvGrpSpPr/>
            <p:nvPr/>
          </p:nvGrpSpPr>
          <p:grpSpPr>
            <a:xfrm>
              <a:off x="3452" y="2445"/>
              <a:ext cx="139" cy="194"/>
              <a:chOff x="2556" y="2689"/>
              <a:chExt cx="183" cy="255"/>
            </a:xfrm>
          </p:grpSpPr>
          <p:pic>
            <p:nvPicPr>
              <p:cNvPr descr="31u_bnrz[1]" id="806" name="Google Shape;806;p6"/>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807" name="Google Shape;807;p6"/>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8" name="Google Shape;808;p6"/>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9" name="Google Shape;809;p6"/>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0" name="Google Shape;810;p6"/>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1" name="Google Shape;811;p6"/>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2" name="Google Shape;812;p6"/>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3" name="Google Shape;813;p6"/>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4" name="Google Shape;814;p6"/>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5" name="Google Shape;815;p6"/>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6" name="Google Shape;816;p6"/>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7" name="Google Shape;817;p6"/>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8" name="Google Shape;818;p6"/>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9" name="Google Shape;819;p6"/>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0" name="Google Shape;820;p6"/>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1" name="Google Shape;821;p6"/>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2" name="Google Shape;822;p6"/>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823" name="Google Shape;823;p6"/>
            <p:cNvGraphicFramePr/>
            <p:nvPr/>
          </p:nvGraphicFramePr>
          <p:xfrm>
            <a:off x="3694" y="2240"/>
            <a:ext cx="207" cy="173"/>
          </p:xfrm>
          <a:graphic>
            <a:graphicData uri="http://schemas.openxmlformats.org/presentationml/2006/ole">
              <mc:AlternateContent>
                <mc:Choice Requires="v">
                  <p:oleObj r:id="rId17" imgH="173" imgW="207" progId="MS_ClipArt_Gallery.2" spid="_x0000_s5">
                    <p:embed/>
                  </p:oleObj>
                </mc:Choice>
                <mc:Fallback>
                  <p:oleObj r:id="rId18" imgH="173" imgW="207" progId="MS_ClipArt_Gallery.2">
                    <p:embed/>
                    <p:pic>
                      <p:nvPicPr>
                        <p:cNvPr id="823" name="Google Shape;823;p6"/>
                        <p:cNvPicPr preferRelativeResize="0"/>
                        <p:nvPr/>
                      </p:nvPicPr>
                      <p:blipFill rotWithShape="1">
                        <a:blip r:embed="rId19">
                          <a:alphaModFix/>
                        </a:blip>
                        <a:srcRect b="0" l="0" r="0" t="0"/>
                        <a:stretch/>
                      </p:blipFill>
                      <p:spPr>
                        <a:xfrm>
                          <a:off x="3694" y="2240"/>
                          <a:ext cx="207" cy="173"/>
                        </a:xfrm>
                        <a:prstGeom prst="rect">
                          <a:avLst/>
                        </a:prstGeom>
                        <a:noFill/>
                        <a:ln>
                          <a:noFill/>
                        </a:ln>
                      </p:spPr>
                    </p:pic>
                  </p:oleObj>
                </mc:Fallback>
              </mc:AlternateContent>
            </a:graphicData>
          </a:graphic>
        </p:graphicFrame>
        <p:cxnSp>
          <p:nvCxnSpPr>
            <p:cNvPr id="824" name="Google Shape;824;p6"/>
            <p:cNvCxnSpPr/>
            <p:nvPr/>
          </p:nvCxnSpPr>
          <p:spPr>
            <a:xfrm>
              <a:off x="4084" y="1820"/>
              <a:ext cx="321" cy="2"/>
            </a:xfrm>
            <a:prstGeom prst="straightConnector1">
              <a:avLst/>
            </a:prstGeom>
            <a:noFill/>
            <a:ln cap="flat" cmpd="sng" w="9525">
              <a:solidFill>
                <a:schemeClr val="dk1"/>
              </a:solidFill>
              <a:prstDash val="solid"/>
              <a:miter lim="800000"/>
              <a:headEnd len="med" w="med" type="none"/>
              <a:tailEnd len="med" w="med" type="none"/>
            </a:ln>
          </p:spPr>
        </p:cxnSp>
        <p:cxnSp>
          <p:nvCxnSpPr>
            <p:cNvPr id="825" name="Google Shape;825;p6"/>
            <p:cNvCxnSpPr/>
            <p:nvPr/>
          </p:nvCxnSpPr>
          <p:spPr>
            <a:xfrm>
              <a:off x="3811" y="1712"/>
              <a:ext cx="96" cy="52"/>
            </a:xfrm>
            <a:prstGeom prst="straightConnector1">
              <a:avLst/>
            </a:prstGeom>
            <a:noFill/>
            <a:ln cap="flat" cmpd="sng" w="9525">
              <a:solidFill>
                <a:schemeClr val="dk1"/>
              </a:solidFill>
              <a:prstDash val="solid"/>
              <a:miter lim="800000"/>
              <a:headEnd len="med" w="med" type="none"/>
              <a:tailEnd len="med" w="med" type="none"/>
            </a:ln>
          </p:spPr>
        </p:cxnSp>
        <p:sp>
          <p:nvSpPr>
            <p:cNvPr id="826" name="Google Shape;826;p6"/>
            <p:cNvSpPr/>
            <p:nvPr/>
          </p:nvSpPr>
          <p:spPr>
            <a:xfrm>
              <a:off x="3382" y="2976"/>
              <a:ext cx="1877" cy="91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827" name="Google Shape;827;p6"/>
            <p:cNvCxnSpPr/>
            <p:nvPr/>
          </p:nvCxnSpPr>
          <p:spPr>
            <a:xfrm rot="-5400000">
              <a:off x="4791" y="3440"/>
              <a:ext cx="330" cy="88"/>
            </a:xfrm>
            <a:prstGeom prst="straightConnector1">
              <a:avLst/>
            </a:prstGeom>
            <a:noFill/>
            <a:ln cap="flat" cmpd="sng" w="12700">
              <a:solidFill>
                <a:schemeClr val="dk1"/>
              </a:solidFill>
              <a:prstDash val="solid"/>
              <a:miter lim="800000"/>
              <a:headEnd len="med" w="med" type="none"/>
              <a:tailEnd len="med" w="med" type="none"/>
            </a:ln>
          </p:spPr>
        </p:cxnSp>
        <p:grpSp>
          <p:nvGrpSpPr>
            <p:cNvPr id="828" name="Google Shape;828;p6"/>
            <p:cNvGrpSpPr/>
            <p:nvPr/>
          </p:nvGrpSpPr>
          <p:grpSpPr>
            <a:xfrm>
              <a:off x="4736" y="3526"/>
              <a:ext cx="125" cy="230"/>
              <a:chOff x="4180" y="783"/>
              <a:chExt cx="150" cy="307"/>
            </a:xfrm>
          </p:grpSpPr>
          <p:sp>
            <p:nvSpPr>
              <p:cNvPr id="829" name="Google Shape;829;p6"/>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0" name="Google Shape;830;p6"/>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1" name="Google Shape;831;p6"/>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2" name="Google Shape;832;p6"/>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833" name="Google Shape;833;p6"/>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834" name="Google Shape;834;p6"/>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835" name="Google Shape;835;p6"/>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6" name="Google Shape;836;p6"/>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837" name="Google Shape;837;p6"/>
            <p:cNvCxnSpPr/>
            <p:nvPr/>
          </p:nvCxnSpPr>
          <p:spPr>
            <a:xfrm flipH="1" rot="-5400000">
              <a:off x="4883" y="3617"/>
              <a:ext cx="2" cy="54"/>
            </a:xfrm>
            <a:prstGeom prst="straightConnector1">
              <a:avLst/>
            </a:prstGeom>
            <a:noFill/>
            <a:ln cap="flat" cmpd="sng" w="12700">
              <a:solidFill>
                <a:schemeClr val="dk1"/>
              </a:solidFill>
              <a:prstDash val="solid"/>
              <a:miter lim="800000"/>
              <a:headEnd len="med" w="med" type="none"/>
              <a:tailEnd len="med" w="med" type="none"/>
            </a:ln>
          </p:spPr>
        </p:cxnSp>
        <p:cxnSp>
          <p:nvCxnSpPr>
            <p:cNvPr id="838" name="Google Shape;838;p6"/>
            <p:cNvCxnSpPr/>
            <p:nvPr/>
          </p:nvCxnSpPr>
          <p:spPr>
            <a:xfrm rot="10800000">
              <a:off x="5000" y="3413"/>
              <a:ext cx="0" cy="72"/>
            </a:xfrm>
            <a:prstGeom prst="straightConnector1">
              <a:avLst/>
            </a:prstGeom>
            <a:noFill/>
            <a:ln cap="flat" cmpd="sng" w="12700">
              <a:solidFill>
                <a:schemeClr val="dk1"/>
              </a:solidFill>
              <a:prstDash val="solid"/>
              <a:miter lim="800000"/>
              <a:headEnd len="med" w="med" type="none"/>
              <a:tailEnd len="med" w="med" type="none"/>
            </a:ln>
          </p:spPr>
        </p:cxnSp>
        <p:grpSp>
          <p:nvGrpSpPr>
            <p:cNvPr id="839" name="Google Shape;839;p6"/>
            <p:cNvGrpSpPr/>
            <p:nvPr/>
          </p:nvGrpSpPr>
          <p:grpSpPr>
            <a:xfrm>
              <a:off x="4735" y="3230"/>
              <a:ext cx="316" cy="148"/>
              <a:chOff x="3600" y="219"/>
              <a:chExt cx="360" cy="175"/>
            </a:xfrm>
          </p:grpSpPr>
          <p:sp>
            <p:nvSpPr>
              <p:cNvPr id="840" name="Google Shape;840;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841" name="Google Shape;841;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842" name="Google Shape;842;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843" name="Google Shape;843;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4" name="Google Shape;844;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845" name="Google Shape;845;p6"/>
              <p:cNvGrpSpPr/>
              <p:nvPr/>
            </p:nvGrpSpPr>
            <p:grpSpPr>
              <a:xfrm>
                <a:off x="3686" y="244"/>
                <a:ext cx="177" cy="66"/>
                <a:chOff x="2848" y="848"/>
                <a:chExt cx="140" cy="98"/>
              </a:xfrm>
            </p:grpSpPr>
            <p:cxnSp>
              <p:nvCxnSpPr>
                <p:cNvPr id="846" name="Google Shape;846;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847" name="Google Shape;847;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848" name="Google Shape;848;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849" name="Google Shape;849;p6"/>
              <p:cNvGrpSpPr/>
              <p:nvPr/>
            </p:nvGrpSpPr>
            <p:grpSpPr>
              <a:xfrm flipH="1" rot="10800000">
                <a:off x="3686" y="243"/>
                <a:ext cx="177" cy="66"/>
                <a:chOff x="2848" y="848"/>
                <a:chExt cx="140" cy="98"/>
              </a:xfrm>
            </p:grpSpPr>
            <p:cxnSp>
              <p:nvCxnSpPr>
                <p:cNvPr id="850" name="Google Shape;850;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851" name="Google Shape;851;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852" name="Google Shape;852;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853" name="Google Shape;853;p6"/>
            <p:cNvGrpSpPr/>
            <p:nvPr/>
          </p:nvGrpSpPr>
          <p:grpSpPr>
            <a:xfrm>
              <a:off x="4221" y="3056"/>
              <a:ext cx="316" cy="148"/>
              <a:chOff x="3600" y="219"/>
              <a:chExt cx="360" cy="175"/>
            </a:xfrm>
          </p:grpSpPr>
          <p:sp>
            <p:nvSpPr>
              <p:cNvPr id="854" name="Google Shape;854;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855" name="Google Shape;855;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856" name="Google Shape;856;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857" name="Google Shape;857;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8" name="Google Shape;858;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859" name="Google Shape;859;p6"/>
              <p:cNvGrpSpPr/>
              <p:nvPr/>
            </p:nvGrpSpPr>
            <p:grpSpPr>
              <a:xfrm>
                <a:off x="3686" y="244"/>
                <a:ext cx="177" cy="66"/>
                <a:chOff x="2848" y="848"/>
                <a:chExt cx="140" cy="98"/>
              </a:xfrm>
            </p:grpSpPr>
            <p:cxnSp>
              <p:nvCxnSpPr>
                <p:cNvPr id="860" name="Google Shape;860;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861" name="Google Shape;861;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862" name="Google Shape;862;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863" name="Google Shape;863;p6"/>
              <p:cNvGrpSpPr/>
              <p:nvPr/>
            </p:nvGrpSpPr>
            <p:grpSpPr>
              <a:xfrm flipH="1" rot="10800000">
                <a:off x="3686" y="243"/>
                <a:ext cx="177" cy="66"/>
                <a:chOff x="2848" y="848"/>
                <a:chExt cx="140" cy="98"/>
              </a:xfrm>
            </p:grpSpPr>
            <p:cxnSp>
              <p:nvCxnSpPr>
                <p:cNvPr id="864" name="Google Shape;864;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865" name="Google Shape;865;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866" name="Google Shape;866;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867" name="Google Shape;867;p6"/>
            <p:cNvGrpSpPr/>
            <p:nvPr/>
          </p:nvGrpSpPr>
          <p:grpSpPr>
            <a:xfrm>
              <a:off x="3802" y="3248"/>
              <a:ext cx="316" cy="148"/>
              <a:chOff x="3600" y="219"/>
              <a:chExt cx="360" cy="175"/>
            </a:xfrm>
          </p:grpSpPr>
          <p:sp>
            <p:nvSpPr>
              <p:cNvPr id="868" name="Google Shape;868;p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869" name="Google Shape;869;p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870" name="Google Shape;870;p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871" name="Google Shape;871;p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2" name="Google Shape;872;p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873" name="Google Shape;873;p6"/>
              <p:cNvGrpSpPr/>
              <p:nvPr/>
            </p:nvGrpSpPr>
            <p:grpSpPr>
              <a:xfrm>
                <a:off x="3686" y="244"/>
                <a:ext cx="177" cy="66"/>
                <a:chOff x="2848" y="848"/>
                <a:chExt cx="140" cy="98"/>
              </a:xfrm>
            </p:grpSpPr>
            <p:cxnSp>
              <p:nvCxnSpPr>
                <p:cNvPr id="874" name="Google Shape;874;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875" name="Google Shape;875;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876" name="Google Shape;876;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877" name="Google Shape;877;p6"/>
              <p:cNvGrpSpPr/>
              <p:nvPr/>
            </p:nvGrpSpPr>
            <p:grpSpPr>
              <a:xfrm flipH="1" rot="10800000">
                <a:off x="3686" y="243"/>
                <a:ext cx="177" cy="66"/>
                <a:chOff x="2848" y="848"/>
                <a:chExt cx="140" cy="98"/>
              </a:xfrm>
            </p:grpSpPr>
            <p:cxnSp>
              <p:nvCxnSpPr>
                <p:cNvPr id="878" name="Google Shape;878;p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879" name="Google Shape;879;p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880" name="Google Shape;880;p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881" name="Google Shape;881;p6"/>
            <p:cNvCxnSpPr/>
            <p:nvPr/>
          </p:nvCxnSpPr>
          <p:spPr>
            <a:xfrm>
              <a:off x="4504" y="3189"/>
              <a:ext cx="226" cy="76"/>
            </a:xfrm>
            <a:prstGeom prst="straightConnector1">
              <a:avLst/>
            </a:prstGeom>
            <a:noFill/>
            <a:ln cap="flat" cmpd="sng" w="9525">
              <a:solidFill>
                <a:schemeClr val="dk1"/>
              </a:solidFill>
              <a:prstDash val="solid"/>
              <a:miter lim="800000"/>
              <a:headEnd len="med" w="med" type="none"/>
              <a:tailEnd len="med" w="med" type="none"/>
            </a:ln>
          </p:spPr>
        </p:cxnSp>
        <p:cxnSp>
          <p:nvCxnSpPr>
            <p:cNvPr id="882" name="Google Shape;882;p6"/>
            <p:cNvCxnSpPr/>
            <p:nvPr/>
          </p:nvCxnSpPr>
          <p:spPr>
            <a:xfrm flipH="1" rot="10800000">
              <a:off x="4093" y="3197"/>
              <a:ext cx="175" cy="69"/>
            </a:xfrm>
            <a:prstGeom prst="straightConnector1">
              <a:avLst/>
            </a:prstGeom>
            <a:noFill/>
            <a:ln cap="flat" cmpd="sng" w="9525">
              <a:solidFill>
                <a:schemeClr val="dk1"/>
              </a:solidFill>
              <a:prstDash val="solid"/>
              <a:miter lim="800000"/>
              <a:headEnd len="med" w="med" type="none"/>
              <a:tailEnd len="med" w="med" type="none"/>
            </a:ln>
          </p:spPr>
        </p:cxnSp>
        <p:cxnSp>
          <p:nvCxnSpPr>
            <p:cNvPr id="883" name="Google Shape;883;p6"/>
            <p:cNvCxnSpPr/>
            <p:nvPr/>
          </p:nvCxnSpPr>
          <p:spPr>
            <a:xfrm>
              <a:off x="4120" y="3325"/>
              <a:ext cx="612" cy="0"/>
            </a:xfrm>
            <a:prstGeom prst="straightConnector1">
              <a:avLst/>
            </a:prstGeom>
            <a:noFill/>
            <a:ln cap="flat" cmpd="sng" w="9525">
              <a:solidFill>
                <a:schemeClr val="dk1"/>
              </a:solidFill>
              <a:prstDash val="solid"/>
              <a:miter lim="800000"/>
              <a:headEnd len="med" w="med" type="none"/>
              <a:tailEnd len="med" w="med" type="none"/>
            </a:ln>
          </p:spPr>
        </p:cxnSp>
        <p:cxnSp>
          <p:nvCxnSpPr>
            <p:cNvPr id="884" name="Google Shape;884;p6"/>
            <p:cNvCxnSpPr/>
            <p:nvPr/>
          </p:nvCxnSpPr>
          <p:spPr>
            <a:xfrm flipH="1">
              <a:off x="3676" y="3165"/>
              <a:ext cx="160" cy="296"/>
            </a:xfrm>
            <a:prstGeom prst="straightConnector1">
              <a:avLst/>
            </a:prstGeom>
            <a:noFill/>
            <a:ln cap="flat" cmpd="sng" w="9525">
              <a:solidFill>
                <a:schemeClr val="dk1"/>
              </a:solidFill>
              <a:prstDash val="solid"/>
              <a:miter lim="800000"/>
              <a:headEnd len="med" w="med" type="none"/>
              <a:tailEnd len="med" w="med" type="none"/>
            </a:ln>
          </p:spPr>
        </p:cxnSp>
        <p:cxnSp>
          <p:nvCxnSpPr>
            <p:cNvPr id="885" name="Google Shape;885;p6"/>
            <p:cNvCxnSpPr/>
            <p:nvPr/>
          </p:nvCxnSpPr>
          <p:spPr>
            <a:xfrm>
              <a:off x="3692" y="3197"/>
              <a:ext cx="124" cy="0"/>
            </a:xfrm>
            <a:prstGeom prst="straightConnector1">
              <a:avLst/>
            </a:prstGeom>
            <a:noFill/>
            <a:ln cap="flat" cmpd="sng" w="9525">
              <a:solidFill>
                <a:schemeClr val="dk1"/>
              </a:solidFill>
              <a:prstDash val="solid"/>
              <a:miter lim="800000"/>
              <a:headEnd len="med" w="med" type="none"/>
              <a:tailEnd len="med" w="med" type="none"/>
            </a:ln>
          </p:spPr>
        </p:cxnSp>
        <p:cxnSp>
          <p:nvCxnSpPr>
            <p:cNvPr id="886" name="Google Shape;886;p6"/>
            <p:cNvCxnSpPr/>
            <p:nvPr/>
          </p:nvCxnSpPr>
          <p:spPr>
            <a:xfrm>
              <a:off x="3604" y="3409"/>
              <a:ext cx="97" cy="0"/>
            </a:xfrm>
            <a:prstGeom prst="straightConnector1">
              <a:avLst/>
            </a:prstGeom>
            <a:noFill/>
            <a:ln cap="flat" cmpd="sng" w="9525">
              <a:solidFill>
                <a:schemeClr val="dk1"/>
              </a:solidFill>
              <a:prstDash val="solid"/>
              <a:miter lim="800000"/>
              <a:headEnd len="med" w="med" type="none"/>
              <a:tailEnd len="med" w="med" type="none"/>
            </a:ln>
          </p:spPr>
        </p:cxnSp>
        <p:cxnSp>
          <p:nvCxnSpPr>
            <p:cNvPr id="887" name="Google Shape;887;p6"/>
            <p:cNvCxnSpPr/>
            <p:nvPr/>
          </p:nvCxnSpPr>
          <p:spPr>
            <a:xfrm>
              <a:off x="3763" y="3459"/>
              <a:ext cx="309" cy="0"/>
            </a:xfrm>
            <a:prstGeom prst="straightConnector1">
              <a:avLst/>
            </a:prstGeom>
            <a:noFill/>
            <a:ln cap="flat" cmpd="sng" w="9525">
              <a:solidFill>
                <a:schemeClr val="dk1"/>
              </a:solidFill>
              <a:prstDash val="solid"/>
              <a:miter lim="800000"/>
              <a:headEnd len="med" w="med" type="none"/>
              <a:tailEnd len="med" w="med" type="none"/>
            </a:ln>
          </p:spPr>
        </p:cxnSp>
        <p:cxnSp>
          <p:nvCxnSpPr>
            <p:cNvPr id="888" name="Google Shape;888;p6"/>
            <p:cNvCxnSpPr/>
            <p:nvPr/>
          </p:nvCxnSpPr>
          <p:spPr>
            <a:xfrm flipH="1">
              <a:off x="3914" y="3401"/>
              <a:ext cx="34" cy="54"/>
            </a:xfrm>
            <a:prstGeom prst="straightConnector1">
              <a:avLst/>
            </a:prstGeom>
            <a:noFill/>
            <a:ln cap="flat" cmpd="sng" w="9525">
              <a:solidFill>
                <a:schemeClr val="dk1"/>
              </a:solidFill>
              <a:prstDash val="solid"/>
              <a:miter lim="800000"/>
              <a:headEnd len="med" w="med" type="none"/>
              <a:tailEnd len="med" w="med" type="none"/>
            </a:ln>
          </p:spPr>
        </p:cxnSp>
        <p:cxnSp>
          <p:nvCxnSpPr>
            <p:cNvPr id="889" name="Google Shape;889;p6"/>
            <p:cNvCxnSpPr/>
            <p:nvPr/>
          </p:nvCxnSpPr>
          <p:spPr>
            <a:xfrm>
              <a:off x="3796" y="3457"/>
              <a:ext cx="1" cy="52"/>
            </a:xfrm>
            <a:prstGeom prst="straightConnector1">
              <a:avLst/>
            </a:prstGeom>
            <a:noFill/>
            <a:ln cap="flat" cmpd="sng" w="9525">
              <a:solidFill>
                <a:schemeClr val="dk1"/>
              </a:solidFill>
              <a:prstDash val="solid"/>
              <a:miter lim="800000"/>
              <a:headEnd len="med" w="med" type="none"/>
              <a:tailEnd len="med" w="med" type="none"/>
            </a:ln>
          </p:spPr>
        </p:cxnSp>
        <p:cxnSp>
          <p:nvCxnSpPr>
            <p:cNvPr id="890" name="Google Shape;890;p6"/>
            <p:cNvCxnSpPr/>
            <p:nvPr/>
          </p:nvCxnSpPr>
          <p:spPr>
            <a:xfrm rot="10800000">
              <a:off x="4046" y="3462"/>
              <a:ext cx="0" cy="48"/>
            </a:xfrm>
            <a:prstGeom prst="straightConnector1">
              <a:avLst/>
            </a:prstGeom>
            <a:noFill/>
            <a:ln cap="flat" cmpd="sng" w="9525">
              <a:solidFill>
                <a:schemeClr val="dk1"/>
              </a:solidFill>
              <a:prstDash val="solid"/>
              <a:miter lim="800000"/>
              <a:headEnd len="med" w="med" type="none"/>
              <a:tailEnd len="med" w="med" type="none"/>
            </a:ln>
          </p:spPr>
        </p:cxnSp>
        <p:graphicFrame>
          <p:nvGraphicFramePr>
            <p:cNvPr id="891" name="Google Shape;891;p6"/>
            <p:cNvGraphicFramePr/>
            <p:nvPr/>
          </p:nvGraphicFramePr>
          <p:xfrm>
            <a:off x="3451" y="3335"/>
            <a:ext cx="216" cy="180"/>
          </p:xfrm>
          <a:graphic>
            <a:graphicData uri="http://schemas.openxmlformats.org/presentationml/2006/ole">
              <mc:AlternateContent>
                <mc:Choice Requires="v">
                  <p:oleObj r:id="rId20" imgH="180" imgW="216" progId="MS_ClipArt_Gallery.2" spid="_x0000_s6">
                    <p:embed/>
                  </p:oleObj>
                </mc:Choice>
                <mc:Fallback>
                  <p:oleObj r:id="rId21" imgH="180" imgW="216" progId="MS_ClipArt_Gallery.2">
                    <p:embed/>
                    <p:pic>
                      <p:nvPicPr>
                        <p:cNvPr id="891" name="Google Shape;891;p6"/>
                        <p:cNvPicPr preferRelativeResize="0"/>
                        <p:nvPr/>
                      </p:nvPicPr>
                      <p:blipFill rotWithShape="1">
                        <a:blip r:embed="rId22">
                          <a:alphaModFix/>
                        </a:blip>
                        <a:srcRect b="0" l="0" r="0" t="0"/>
                        <a:stretch/>
                      </p:blipFill>
                      <p:spPr>
                        <a:xfrm>
                          <a:off x="3451" y="3335"/>
                          <a:ext cx="216" cy="180"/>
                        </a:xfrm>
                        <a:prstGeom prst="rect">
                          <a:avLst/>
                        </a:prstGeom>
                        <a:noFill/>
                        <a:ln>
                          <a:noFill/>
                        </a:ln>
                      </p:spPr>
                    </p:pic>
                  </p:oleObj>
                </mc:Fallback>
              </mc:AlternateContent>
            </a:graphicData>
          </a:graphic>
        </p:graphicFrame>
        <p:graphicFrame>
          <p:nvGraphicFramePr>
            <p:cNvPr id="892" name="Google Shape;892;p6"/>
            <p:cNvGraphicFramePr/>
            <p:nvPr/>
          </p:nvGraphicFramePr>
          <p:xfrm>
            <a:off x="3555" y="3135"/>
            <a:ext cx="216" cy="180"/>
          </p:xfrm>
          <a:graphic>
            <a:graphicData uri="http://schemas.openxmlformats.org/presentationml/2006/ole">
              <mc:AlternateContent>
                <mc:Choice Requires="v">
                  <p:oleObj r:id="rId23" imgH="180" imgW="216" progId="MS_ClipArt_Gallery.2" spid="_x0000_s7">
                    <p:embed/>
                  </p:oleObj>
                </mc:Choice>
                <mc:Fallback>
                  <p:oleObj r:id="rId24" imgH="180" imgW="216" progId="MS_ClipArt_Gallery.2">
                    <p:embed/>
                    <p:pic>
                      <p:nvPicPr>
                        <p:cNvPr id="892" name="Google Shape;892;p6"/>
                        <p:cNvPicPr preferRelativeResize="0"/>
                        <p:nvPr/>
                      </p:nvPicPr>
                      <p:blipFill rotWithShape="1">
                        <a:blip r:embed="rId22">
                          <a:alphaModFix/>
                        </a:blip>
                        <a:srcRect b="0" l="0" r="0" t="0"/>
                        <a:stretch/>
                      </p:blipFill>
                      <p:spPr>
                        <a:xfrm>
                          <a:off x="3555" y="3135"/>
                          <a:ext cx="216" cy="180"/>
                        </a:xfrm>
                        <a:prstGeom prst="rect">
                          <a:avLst/>
                        </a:prstGeom>
                        <a:noFill/>
                        <a:ln>
                          <a:noFill/>
                        </a:ln>
                      </p:spPr>
                    </p:pic>
                  </p:oleObj>
                </mc:Fallback>
              </mc:AlternateContent>
            </a:graphicData>
          </a:graphic>
        </p:graphicFrame>
        <p:graphicFrame>
          <p:nvGraphicFramePr>
            <p:cNvPr id="893" name="Google Shape;893;p6"/>
            <p:cNvGraphicFramePr/>
            <p:nvPr/>
          </p:nvGraphicFramePr>
          <p:xfrm>
            <a:off x="3723" y="3495"/>
            <a:ext cx="216" cy="180"/>
          </p:xfrm>
          <a:graphic>
            <a:graphicData uri="http://schemas.openxmlformats.org/presentationml/2006/ole">
              <mc:AlternateContent>
                <mc:Choice Requires="v">
                  <p:oleObj r:id="rId25" imgH="180" imgW="216" progId="MS_ClipArt_Gallery.2" spid="_x0000_s8">
                    <p:embed/>
                  </p:oleObj>
                </mc:Choice>
                <mc:Fallback>
                  <p:oleObj r:id="rId26" imgH="180" imgW="216" progId="MS_ClipArt_Gallery.2">
                    <p:embed/>
                    <p:pic>
                      <p:nvPicPr>
                        <p:cNvPr id="893" name="Google Shape;893;p6"/>
                        <p:cNvPicPr preferRelativeResize="0"/>
                        <p:nvPr/>
                      </p:nvPicPr>
                      <p:blipFill rotWithShape="1">
                        <a:blip r:embed="rId22">
                          <a:alphaModFix/>
                        </a:blip>
                        <a:srcRect b="0" l="0" r="0" t="0"/>
                        <a:stretch/>
                      </p:blipFill>
                      <p:spPr>
                        <a:xfrm>
                          <a:off x="3723" y="3495"/>
                          <a:ext cx="216" cy="180"/>
                        </a:xfrm>
                        <a:prstGeom prst="rect">
                          <a:avLst/>
                        </a:prstGeom>
                        <a:noFill/>
                        <a:ln>
                          <a:noFill/>
                        </a:ln>
                      </p:spPr>
                    </p:pic>
                  </p:oleObj>
                </mc:Fallback>
              </mc:AlternateContent>
            </a:graphicData>
          </a:graphic>
        </p:graphicFrame>
        <p:graphicFrame>
          <p:nvGraphicFramePr>
            <p:cNvPr id="894" name="Google Shape;894;p6"/>
            <p:cNvGraphicFramePr/>
            <p:nvPr/>
          </p:nvGraphicFramePr>
          <p:xfrm>
            <a:off x="3937" y="3497"/>
            <a:ext cx="216" cy="180"/>
          </p:xfrm>
          <a:graphic>
            <a:graphicData uri="http://schemas.openxmlformats.org/presentationml/2006/ole">
              <mc:AlternateContent>
                <mc:Choice Requires="v">
                  <p:oleObj r:id="rId27" imgH="180" imgW="216" progId="MS_ClipArt_Gallery.2" spid="_x0000_s9">
                    <p:embed/>
                  </p:oleObj>
                </mc:Choice>
                <mc:Fallback>
                  <p:oleObj r:id="rId28" imgH="180" imgW="216" progId="MS_ClipArt_Gallery.2">
                    <p:embed/>
                    <p:pic>
                      <p:nvPicPr>
                        <p:cNvPr id="894" name="Google Shape;894;p6"/>
                        <p:cNvPicPr preferRelativeResize="0"/>
                        <p:nvPr/>
                      </p:nvPicPr>
                      <p:blipFill rotWithShape="1">
                        <a:blip r:embed="rId22">
                          <a:alphaModFix/>
                        </a:blip>
                        <a:srcRect b="0" l="0" r="0" t="0"/>
                        <a:stretch/>
                      </p:blipFill>
                      <p:spPr>
                        <a:xfrm>
                          <a:off x="3937" y="3497"/>
                          <a:ext cx="216" cy="180"/>
                        </a:xfrm>
                        <a:prstGeom prst="rect">
                          <a:avLst/>
                        </a:prstGeom>
                        <a:noFill/>
                        <a:ln>
                          <a:noFill/>
                        </a:ln>
                      </p:spPr>
                    </p:pic>
                  </p:oleObj>
                </mc:Fallback>
              </mc:AlternateContent>
            </a:graphicData>
          </a:graphic>
        </p:graphicFrame>
        <p:grpSp>
          <p:nvGrpSpPr>
            <p:cNvPr id="895" name="Google Shape;895;p6"/>
            <p:cNvGrpSpPr/>
            <p:nvPr/>
          </p:nvGrpSpPr>
          <p:grpSpPr>
            <a:xfrm>
              <a:off x="4509" y="3576"/>
              <a:ext cx="172" cy="215"/>
              <a:chOff x="2870" y="1518"/>
              <a:chExt cx="292" cy="320"/>
            </a:xfrm>
          </p:grpSpPr>
          <p:graphicFrame>
            <p:nvGraphicFramePr>
              <p:cNvPr id="896" name="Google Shape;896;p6"/>
              <p:cNvGraphicFramePr/>
              <p:nvPr/>
            </p:nvGraphicFramePr>
            <p:xfrm>
              <a:off x="2870" y="1518"/>
              <a:ext cx="272" cy="282"/>
            </p:xfrm>
            <a:graphic>
              <a:graphicData uri="http://schemas.openxmlformats.org/presentationml/2006/ole">
                <mc:AlternateContent>
                  <mc:Choice Requires="v">
                    <p:oleObj r:id="rId29" imgH="282" imgW="272" progId="MS_ClipArt_Gallery.2" spid="_x0000_s10">
                      <p:embed/>
                    </p:oleObj>
                  </mc:Choice>
                  <mc:Fallback>
                    <p:oleObj r:id="rId30" imgH="282" imgW="272" progId="MS_ClipArt_Gallery.2">
                      <p:embed/>
                      <p:pic>
                        <p:nvPicPr>
                          <p:cNvPr id="896" name="Google Shape;896;p6"/>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897" name="Google Shape;897;p6"/>
              <p:cNvGraphicFramePr/>
              <p:nvPr/>
            </p:nvGraphicFramePr>
            <p:xfrm>
              <a:off x="2913" y="1602"/>
              <a:ext cx="249" cy="236"/>
            </p:xfrm>
            <a:graphic>
              <a:graphicData uri="http://schemas.openxmlformats.org/presentationml/2006/ole">
                <mc:AlternateContent>
                  <mc:Choice Requires="v">
                    <p:oleObj r:id="rId31" imgH="236" imgW="249" progId="MS_ClipArt_Gallery.2" spid="_x0000_s11">
                      <p:embed/>
                    </p:oleObj>
                  </mc:Choice>
                  <mc:Fallback>
                    <p:oleObj r:id="rId32" imgH="236" imgW="249" progId="MS_ClipArt_Gallery.2">
                      <p:embed/>
                      <p:pic>
                        <p:nvPicPr>
                          <p:cNvPr id="897" name="Google Shape;897;p6"/>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898" name="Google Shape;898;p6"/>
            <p:cNvGrpSpPr/>
            <p:nvPr/>
          </p:nvGrpSpPr>
          <p:grpSpPr>
            <a:xfrm>
              <a:off x="4225" y="3608"/>
              <a:ext cx="220" cy="203"/>
              <a:chOff x="2870" y="1518"/>
              <a:chExt cx="292" cy="320"/>
            </a:xfrm>
          </p:grpSpPr>
          <p:graphicFrame>
            <p:nvGraphicFramePr>
              <p:cNvPr id="899" name="Google Shape;899;p6"/>
              <p:cNvGraphicFramePr/>
              <p:nvPr/>
            </p:nvGraphicFramePr>
            <p:xfrm>
              <a:off x="2870" y="1518"/>
              <a:ext cx="272" cy="282"/>
            </p:xfrm>
            <a:graphic>
              <a:graphicData uri="http://schemas.openxmlformats.org/presentationml/2006/ole">
                <mc:AlternateContent>
                  <mc:Choice Requires="v">
                    <p:oleObj r:id="rId33" imgH="282" imgW="272" progId="MS_ClipArt_Gallery.2" spid="_x0000_s12">
                      <p:embed/>
                    </p:oleObj>
                  </mc:Choice>
                  <mc:Fallback>
                    <p:oleObj r:id="rId34" imgH="282" imgW="272" progId="MS_ClipArt_Gallery.2">
                      <p:embed/>
                      <p:pic>
                        <p:nvPicPr>
                          <p:cNvPr id="899" name="Google Shape;899;p6"/>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900" name="Google Shape;900;p6"/>
              <p:cNvGraphicFramePr/>
              <p:nvPr/>
            </p:nvGraphicFramePr>
            <p:xfrm>
              <a:off x="2913" y="1602"/>
              <a:ext cx="249" cy="236"/>
            </p:xfrm>
            <a:graphic>
              <a:graphicData uri="http://schemas.openxmlformats.org/presentationml/2006/ole">
                <mc:AlternateContent>
                  <mc:Choice Requires="v">
                    <p:oleObj r:id="rId35" imgH="236" imgW="249" progId="MS_ClipArt_Gallery.2" spid="_x0000_s13">
                      <p:embed/>
                    </p:oleObj>
                  </mc:Choice>
                  <mc:Fallback>
                    <p:oleObj r:id="rId36" imgH="236" imgW="249" progId="MS_ClipArt_Gallery.2">
                      <p:embed/>
                      <p:pic>
                        <p:nvPicPr>
                          <p:cNvPr id="900" name="Google Shape;900;p6"/>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901" name="Google Shape;901;p6"/>
            <p:cNvGrpSpPr/>
            <p:nvPr/>
          </p:nvGrpSpPr>
          <p:grpSpPr>
            <a:xfrm>
              <a:off x="4324" y="3364"/>
              <a:ext cx="183" cy="255"/>
              <a:chOff x="2556" y="2689"/>
              <a:chExt cx="183" cy="255"/>
            </a:xfrm>
          </p:grpSpPr>
          <p:pic>
            <p:nvPicPr>
              <p:cNvPr descr="31u_bnrz[1]" id="902" name="Google Shape;902;p6"/>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903" name="Google Shape;903;p6"/>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4" name="Google Shape;904;p6"/>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5" name="Google Shape;905;p6"/>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6" name="Google Shape;906;p6"/>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7" name="Google Shape;907;p6"/>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8" name="Google Shape;908;p6"/>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9" name="Google Shape;909;p6"/>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0" name="Google Shape;910;p6"/>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1" name="Google Shape;911;p6"/>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2" name="Google Shape;912;p6"/>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3" name="Google Shape;913;p6"/>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4" name="Google Shape;914;p6"/>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5" name="Google Shape;915;p6"/>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6" name="Google Shape;916;p6"/>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7" name="Google Shape;917;p6"/>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8" name="Google Shape;918;p6"/>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919" name="Google Shape;919;p6"/>
            <p:cNvCxnSpPr/>
            <p:nvPr/>
          </p:nvCxnSpPr>
          <p:spPr>
            <a:xfrm>
              <a:off x="4097" y="3373"/>
              <a:ext cx="317" cy="170"/>
            </a:xfrm>
            <a:prstGeom prst="straightConnector1">
              <a:avLst/>
            </a:prstGeom>
            <a:noFill/>
            <a:ln cap="flat" cmpd="sng" w="9525">
              <a:solidFill>
                <a:schemeClr val="dk1"/>
              </a:solidFill>
              <a:prstDash val="solid"/>
              <a:miter lim="800000"/>
              <a:headEnd len="med" w="med" type="none"/>
              <a:tailEnd len="med" w="med" type="none"/>
            </a:ln>
          </p:spPr>
        </p:cxnSp>
        <p:cxnSp>
          <p:nvCxnSpPr>
            <p:cNvPr id="920" name="Google Shape;920;p6"/>
            <p:cNvCxnSpPr/>
            <p:nvPr/>
          </p:nvCxnSpPr>
          <p:spPr>
            <a:xfrm>
              <a:off x="3750" y="3332"/>
              <a:ext cx="51" cy="0"/>
            </a:xfrm>
            <a:prstGeom prst="straightConnector1">
              <a:avLst/>
            </a:prstGeom>
            <a:noFill/>
            <a:ln cap="flat" cmpd="sng" w="9525">
              <a:solidFill>
                <a:schemeClr val="dk1"/>
              </a:solidFill>
              <a:prstDash val="solid"/>
              <a:miter lim="800000"/>
              <a:headEnd len="med" w="med" type="none"/>
              <a:tailEnd len="med" w="med" type="none"/>
            </a:ln>
          </p:spPr>
        </p:cxnSp>
        <p:grpSp>
          <p:nvGrpSpPr>
            <p:cNvPr id="921" name="Google Shape;921;p6"/>
            <p:cNvGrpSpPr/>
            <p:nvPr/>
          </p:nvGrpSpPr>
          <p:grpSpPr>
            <a:xfrm>
              <a:off x="4995" y="3370"/>
              <a:ext cx="131" cy="258"/>
              <a:chOff x="4180" y="783"/>
              <a:chExt cx="150" cy="307"/>
            </a:xfrm>
          </p:grpSpPr>
          <p:sp>
            <p:nvSpPr>
              <p:cNvPr id="922" name="Google Shape;922;p6"/>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23" name="Google Shape;923;p6"/>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24" name="Google Shape;924;p6"/>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25" name="Google Shape;925;p6"/>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926" name="Google Shape;926;p6"/>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927" name="Google Shape;927;p6"/>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928" name="Google Shape;928;p6"/>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29" name="Google Shape;929;p6"/>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930" name="Google Shape;930;p6"/>
            <p:cNvCxnSpPr/>
            <p:nvPr/>
          </p:nvCxnSpPr>
          <p:spPr>
            <a:xfrm flipH="1">
              <a:off x="3806" y="2401"/>
              <a:ext cx="2" cy="91"/>
            </a:xfrm>
            <a:prstGeom prst="straightConnector1">
              <a:avLst/>
            </a:prstGeom>
            <a:noFill/>
            <a:ln cap="flat" cmpd="sng" w="9525">
              <a:solidFill>
                <a:schemeClr val="dk1"/>
              </a:solidFill>
              <a:prstDash val="solid"/>
              <a:miter lim="800000"/>
              <a:headEnd len="med" w="med" type="none"/>
              <a:tailEnd len="med" w="med" type="none"/>
            </a:ln>
          </p:spPr>
        </p:cxnSp>
        <p:cxnSp>
          <p:nvCxnSpPr>
            <p:cNvPr id="931" name="Google Shape;931;p6"/>
            <p:cNvCxnSpPr/>
            <p:nvPr/>
          </p:nvCxnSpPr>
          <p:spPr>
            <a:xfrm flipH="1" rot="10800000">
              <a:off x="4623" y="1760"/>
              <a:ext cx="78" cy="55"/>
            </a:xfrm>
            <a:prstGeom prst="straightConnector1">
              <a:avLst/>
            </a:prstGeom>
            <a:noFill/>
            <a:ln cap="flat" cmpd="sng" w="9525">
              <a:solidFill>
                <a:schemeClr val="dk1"/>
              </a:solidFill>
              <a:prstDash val="solid"/>
              <a:miter lim="800000"/>
              <a:headEnd len="med" w="med" type="none"/>
              <a:tailEnd len="med" w="med" type="none"/>
            </a:ln>
          </p:spPr>
        </p:cxnSp>
        <p:cxnSp>
          <p:nvCxnSpPr>
            <p:cNvPr id="932" name="Google Shape;932;p6"/>
            <p:cNvCxnSpPr/>
            <p:nvPr/>
          </p:nvCxnSpPr>
          <p:spPr>
            <a:xfrm>
              <a:off x="4514" y="1869"/>
              <a:ext cx="0" cy="52"/>
            </a:xfrm>
            <a:prstGeom prst="straightConnector1">
              <a:avLst/>
            </a:prstGeom>
            <a:noFill/>
            <a:ln cap="flat" cmpd="sng" w="9525">
              <a:solidFill>
                <a:schemeClr val="dk1"/>
              </a:solidFill>
              <a:prstDash val="solid"/>
              <a:miter lim="800000"/>
              <a:headEnd len="med" w="med" type="none"/>
              <a:tailEnd len="med" w="med" type="none"/>
            </a:ln>
          </p:spPr>
        </p:cxnSp>
        <p:cxnSp>
          <p:nvCxnSpPr>
            <p:cNvPr id="933" name="Google Shape;933;p6"/>
            <p:cNvCxnSpPr/>
            <p:nvPr/>
          </p:nvCxnSpPr>
          <p:spPr>
            <a:xfrm flipH="1" rot="10800000">
              <a:off x="4630" y="1804"/>
              <a:ext cx="166" cy="182"/>
            </a:xfrm>
            <a:prstGeom prst="straightConnector1">
              <a:avLst/>
            </a:prstGeom>
            <a:noFill/>
            <a:ln cap="flat" cmpd="sng" w="9525">
              <a:solidFill>
                <a:schemeClr val="dk1"/>
              </a:solidFill>
              <a:prstDash val="solid"/>
              <a:miter lim="800000"/>
              <a:headEnd len="med" w="med" type="none"/>
              <a:tailEnd len="med" w="med" type="none"/>
            </a:ln>
          </p:spPr>
        </p:cxnSp>
        <p:cxnSp>
          <p:nvCxnSpPr>
            <p:cNvPr id="934" name="Google Shape;934;p6"/>
            <p:cNvCxnSpPr/>
            <p:nvPr/>
          </p:nvCxnSpPr>
          <p:spPr>
            <a:xfrm>
              <a:off x="4852" y="1803"/>
              <a:ext cx="0" cy="124"/>
            </a:xfrm>
            <a:prstGeom prst="straightConnector1">
              <a:avLst/>
            </a:prstGeom>
            <a:noFill/>
            <a:ln cap="flat" cmpd="sng" w="9525">
              <a:solidFill>
                <a:schemeClr val="dk1"/>
              </a:solidFill>
              <a:prstDash val="solid"/>
              <a:miter lim="800000"/>
              <a:headEnd len="med" w="med" type="none"/>
              <a:tailEnd len="med" w="med" type="none"/>
            </a:ln>
          </p:spPr>
        </p:cxnSp>
        <p:cxnSp>
          <p:nvCxnSpPr>
            <p:cNvPr id="935" name="Google Shape;935;p6"/>
            <p:cNvCxnSpPr/>
            <p:nvPr/>
          </p:nvCxnSpPr>
          <p:spPr>
            <a:xfrm>
              <a:off x="4634" y="1996"/>
              <a:ext cx="119" cy="0"/>
            </a:xfrm>
            <a:prstGeom prst="straightConnector1">
              <a:avLst/>
            </a:prstGeom>
            <a:noFill/>
            <a:ln cap="flat" cmpd="sng" w="9525">
              <a:solidFill>
                <a:schemeClr val="dk1"/>
              </a:solidFill>
              <a:prstDash val="solid"/>
              <a:miter lim="800000"/>
              <a:headEnd len="med" w="med" type="none"/>
              <a:tailEnd len="med" w="med" type="none"/>
            </a:ln>
          </p:spPr>
        </p:cxnSp>
        <p:cxnSp>
          <p:nvCxnSpPr>
            <p:cNvPr id="936" name="Google Shape;936;p6"/>
            <p:cNvCxnSpPr/>
            <p:nvPr/>
          </p:nvCxnSpPr>
          <p:spPr>
            <a:xfrm flipH="1" rot="10800000">
              <a:off x="3560" y="2542"/>
              <a:ext cx="106" cy="2"/>
            </a:xfrm>
            <a:prstGeom prst="straightConnector1">
              <a:avLst/>
            </a:prstGeom>
            <a:noFill/>
            <a:ln cap="flat" cmpd="sng" w="9525">
              <a:solidFill>
                <a:schemeClr val="dk1"/>
              </a:solidFill>
              <a:prstDash val="solid"/>
              <a:miter lim="800000"/>
              <a:headEnd len="med" w="med" type="none"/>
              <a:tailEnd len="med" w="med" type="none"/>
            </a:ln>
          </p:spPr>
        </p:cxnSp>
        <p:cxnSp>
          <p:nvCxnSpPr>
            <p:cNvPr id="937" name="Google Shape;937;p6"/>
            <p:cNvCxnSpPr/>
            <p:nvPr/>
          </p:nvCxnSpPr>
          <p:spPr>
            <a:xfrm flipH="1" rot="10800000">
              <a:off x="4895" y="1614"/>
              <a:ext cx="150" cy="106"/>
            </a:xfrm>
            <a:prstGeom prst="straightConnector1">
              <a:avLst/>
            </a:prstGeom>
            <a:noFill/>
            <a:ln cap="flat" cmpd="sng" w="9525">
              <a:solidFill>
                <a:schemeClr val="dk1"/>
              </a:solidFill>
              <a:prstDash val="solid"/>
              <a:miter lim="800000"/>
              <a:headEnd len="med" w="med" type="none"/>
              <a:tailEnd len="med" w="med" type="none"/>
            </a:ln>
          </p:spPr>
        </p:cxnSp>
        <p:cxnSp>
          <p:nvCxnSpPr>
            <p:cNvPr id="938" name="Google Shape;938;p6"/>
            <p:cNvCxnSpPr/>
            <p:nvPr/>
          </p:nvCxnSpPr>
          <p:spPr>
            <a:xfrm>
              <a:off x="4983" y="1990"/>
              <a:ext cx="112" cy="0"/>
            </a:xfrm>
            <a:prstGeom prst="straightConnector1">
              <a:avLst/>
            </a:prstGeom>
            <a:noFill/>
            <a:ln cap="flat" cmpd="sng" w="9525">
              <a:solidFill>
                <a:schemeClr val="dk1"/>
              </a:solidFill>
              <a:prstDash val="solid"/>
              <a:miter lim="800000"/>
              <a:headEnd len="med" w="med" type="none"/>
              <a:tailEnd len="med" w="med" type="none"/>
            </a:ln>
          </p:spPr>
        </p:cxnSp>
        <p:cxnSp>
          <p:nvCxnSpPr>
            <p:cNvPr id="939" name="Google Shape;939;p6"/>
            <p:cNvCxnSpPr/>
            <p:nvPr/>
          </p:nvCxnSpPr>
          <p:spPr>
            <a:xfrm flipH="1">
              <a:off x="4445" y="2038"/>
              <a:ext cx="62" cy="444"/>
            </a:xfrm>
            <a:prstGeom prst="straightConnector1">
              <a:avLst/>
            </a:prstGeom>
            <a:noFill/>
            <a:ln cap="flat" cmpd="sng" w="9525">
              <a:solidFill>
                <a:schemeClr val="dk1"/>
              </a:solidFill>
              <a:prstDash val="solid"/>
              <a:miter lim="800000"/>
              <a:headEnd len="med" w="med" type="none"/>
              <a:tailEnd len="med" w="med" type="none"/>
            </a:ln>
          </p:spPr>
        </p:cxnSp>
        <p:cxnSp>
          <p:nvCxnSpPr>
            <p:cNvPr id="940" name="Google Shape;940;p6"/>
            <p:cNvCxnSpPr/>
            <p:nvPr/>
          </p:nvCxnSpPr>
          <p:spPr>
            <a:xfrm flipH="1">
              <a:off x="4817" y="2038"/>
              <a:ext cx="70" cy="458"/>
            </a:xfrm>
            <a:prstGeom prst="straightConnector1">
              <a:avLst/>
            </a:prstGeom>
            <a:noFill/>
            <a:ln cap="flat" cmpd="sng" w="9525">
              <a:solidFill>
                <a:schemeClr val="dk1"/>
              </a:solidFill>
              <a:prstDash val="solid"/>
              <a:miter lim="800000"/>
              <a:headEnd len="med" w="med" type="none"/>
              <a:tailEnd len="med" w="med" type="none"/>
            </a:ln>
          </p:spPr>
        </p:cxnSp>
        <p:sp>
          <p:nvSpPr>
            <p:cNvPr id="941" name="Google Shape;941;p6"/>
            <p:cNvSpPr txBox="1"/>
            <p:nvPr/>
          </p:nvSpPr>
          <p:spPr>
            <a:xfrm>
              <a:off x="3229" y="2006"/>
              <a:ext cx="1081"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Home network</a:t>
              </a:r>
              <a:endParaRPr/>
            </a:p>
          </p:txBody>
        </p:sp>
        <p:sp>
          <p:nvSpPr>
            <p:cNvPr id="942" name="Google Shape;942;p6"/>
            <p:cNvSpPr txBox="1"/>
            <p:nvPr/>
          </p:nvSpPr>
          <p:spPr>
            <a:xfrm>
              <a:off x="3515" y="2852"/>
              <a:ext cx="155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Institutional network</a:t>
              </a:r>
              <a:endParaRPr/>
            </a:p>
          </p:txBody>
        </p:sp>
        <p:sp>
          <p:nvSpPr>
            <p:cNvPr id="943" name="Google Shape;943;p6"/>
            <p:cNvSpPr txBox="1"/>
            <p:nvPr/>
          </p:nvSpPr>
          <p:spPr>
            <a:xfrm>
              <a:off x="3234" y="1065"/>
              <a:ext cx="1149"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Mobile network</a:t>
              </a:r>
              <a:endParaRPr/>
            </a:p>
          </p:txBody>
        </p:sp>
        <p:sp>
          <p:nvSpPr>
            <p:cNvPr id="944" name="Google Shape;944;p6"/>
            <p:cNvSpPr txBox="1"/>
            <p:nvPr/>
          </p:nvSpPr>
          <p:spPr>
            <a:xfrm>
              <a:off x="4369" y="1368"/>
              <a:ext cx="82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Global ISP</a:t>
              </a:r>
              <a:endParaRPr/>
            </a:p>
          </p:txBody>
        </p:sp>
        <p:sp>
          <p:nvSpPr>
            <p:cNvPr id="945" name="Google Shape;945;p6"/>
            <p:cNvSpPr txBox="1"/>
            <p:nvPr/>
          </p:nvSpPr>
          <p:spPr>
            <a:xfrm>
              <a:off x="4240" y="2240"/>
              <a:ext cx="9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Regional ISP</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0" name="Shape 950"/>
        <p:cNvGrpSpPr/>
        <p:nvPr/>
      </p:nvGrpSpPr>
      <p:grpSpPr>
        <a:xfrm>
          <a:off x="0" y="0"/>
          <a:ext cx="0" cy="0"/>
          <a:chOff x="0" y="0"/>
          <a:chExt cx="0" cy="0"/>
        </a:xfrm>
      </p:grpSpPr>
      <p:sp>
        <p:nvSpPr>
          <p:cNvPr id="951" name="Google Shape;951;p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952" name="Google Shape;952;p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953" name="Google Shape;953;p7"/>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What’s the Internet: a service view</a:t>
            </a:r>
            <a:endParaRPr/>
          </a:p>
        </p:txBody>
      </p:sp>
      <p:sp>
        <p:nvSpPr>
          <p:cNvPr id="954" name="Google Shape;954;p7"/>
          <p:cNvSpPr txBox="1"/>
          <p:nvPr>
            <p:ph idx="1" type="body"/>
          </p:nvPr>
        </p:nvSpPr>
        <p:spPr>
          <a:xfrm>
            <a:off x="352425" y="1233487"/>
            <a:ext cx="4640262" cy="51450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communication </a:t>
            </a:r>
            <a:r>
              <a:rPr b="0" i="1" lang="en-US" sz="2400" u="none">
                <a:solidFill>
                  <a:srgbClr val="FF0000"/>
                </a:solidFill>
                <a:latin typeface="Comic Sans MS"/>
                <a:ea typeface="Comic Sans MS"/>
                <a:cs typeface="Comic Sans MS"/>
                <a:sym typeface="Comic Sans MS"/>
              </a:rPr>
              <a:t>infrastructure </a:t>
            </a:r>
            <a:r>
              <a:rPr b="0" i="0" lang="en-US" sz="2400" u="none">
                <a:solidFill>
                  <a:schemeClr val="dk1"/>
                </a:solidFill>
                <a:latin typeface="Comic Sans MS"/>
                <a:ea typeface="Comic Sans MS"/>
                <a:cs typeface="Comic Sans MS"/>
                <a:sym typeface="Comic Sans MS"/>
              </a:rPr>
              <a:t>enables distributed applications: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Web, VoIP, email, games, e-commerce, file sharing</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communication services provided to apps:</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reliable data delivery from source to destination</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“best effort” (unreliable) data delivery</a:t>
            </a:r>
            <a:endParaRPr/>
          </a:p>
        </p:txBody>
      </p:sp>
      <p:grpSp>
        <p:nvGrpSpPr>
          <p:cNvPr id="955" name="Google Shape;955;p7"/>
          <p:cNvGrpSpPr/>
          <p:nvPr/>
        </p:nvGrpSpPr>
        <p:grpSpPr>
          <a:xfrm>
            <a:off x="4989512" y="1639887"/>
            <a:ext cx="3470275" cy="4168775"/>
            <a:chOff x="3143" y="1033"/>
            <a:chExt cx="2186" cy="2626"/>
          </a:xfrm>
        </p:grpSpPr>
        <p:sp>
          <p:nvSpPr>
            <p:cNvPr id="956" name="Google Shape;956;p7"/>
            <p:cNvSpPr/>
            <p:nvPr/>
          </p:nvSpPr>
          <p:spPr>
            <a:xfrm>
              <a:off x="4227" y="2178"/>
              <a:ext cx="828" cy="425"/>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7" name="Google Shape;957;p7"/>
            <p:cNvSpPr/>
            <p:nvPr/>
          </p:nvSpPr>
          <p:spPr>
            <a:xfrm>
              <a:off x="4239" y="1217"/>
              <a:ext cx="1090" cy="65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8" name="Google Shape;958;p7"/>
            <p:cNvSpPr/>
            <p:nvPr/>
          </p:nvSpPr>
          <p:spPr>
            <a:xfrm>
              <a:off x="3143" y="1033"/>
              <a:ext cx="1036" cy="67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959" name="Google Shape;959;p7"/>
            <p:cNvGrpSpPr/>
            <p:nvPr/>
          </p:nvGrpSpPr>
          <p:grpSpPr>
            <a:xfrm>
              <a:off x="3198" y="1874"/>
              <a:ext cx="919" cy="588"/>
              <a:chOff x="2889" y="1631"/>
              <a:chExt cx="980" cy="743"/>
            </a:xfrm>
          </p:grpSpPr>
          <p:sp>
            <p:nvSpPr>
              <p:cNvPr id="960" name="Google Shape;960;p7"/>
              <p:cNvSpPr txBox="1"/>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1" name="Google Shape;961;p7"/>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962" name="Google Shape;962;p7"/>
            <p:cNvGrpSpPr/>
            <p:nvPr/>
          </p:nvGrpSpPr>
          <p:grpSpPr>
            <a:xfrm>
              <a:off x="3638" y="1152"/>
              <a:ext cx="216" cy="337"/>
              <a:chOff x="3789" y="1034"/>
              <a:chExt cx="879" cy="1246"/>
            </a:xfrm>
          </p:grpSpPr>
          <p:cxnSp>
            <p:nvCxnSpPr>
              <p:cNvPr id="963" name="Google Shape;963;p7"/>
              <p:cNvCxnSpPr/>
              <p:nvPr/>
            </p:nvCxnSpPr>
            <p:spPr>
              <a:xfrm flipH="1">
                <a:off x="3992" y="1481"/>
                <a:ext cx="235" cy="724"/>
              </a:xfrm>
              <a:prstGeom prst="straightConnector1">
                <a:avLst/>
              </a:prstGeom>
              <a:noFill/>
              <a:ln cap="flat" cmpd="sng" w="9525">
                <a:solidFill>
                  <a:schemeClr val="dk1"/>
                </a:solidFill>
                <a:prstDash val="solid"/>
                <a:miter lim="800000"/>
                <a:headEnd len="med" w="med" type="none"/>
                <a:tailEnd len="med" w="med" type="none"/>
              </a:ln>
            </p:spPr>
          </p:cxnSp>
          <p:cxnSp>
            <p:nvCxnSpPr>
              <p:cNvPr id="964" name="Google Shape;964;p7"/>
              <p:cNvCxnSpPr/>
              <p:nvPr/>
            </p:nvCxnSpPr>
            <p:spPr>
              <a:xfrm>
                <a:off x="4227" y="1481"/>
                <a:ext cx="236" cy="720"/>
              </a:xfrm>
              <a:prstGeom prst="straightConnector1">
                <a:avLst/>
              </a:prstGeom>
              <a:noFill/>
              <a:ln cap="flat" cmpd="sng" w="9525">
                <a:solidFill>
                  <a:schemeClr val="dk1"/>
                </a:solidFill>
                <a:prstDash val="solid"/>
                <a:miter lim="800000"/>
                <a:headEnd len="med" w="med" type="none"/>
                <a:tailEnd len="med" w="med" type="none"/>
              </a:ln>
            </p:spPr>
          </p:cxnSp>
          <p:cxnSp>
            <p:nvCxnSpPr>
              <p:cNvPr id="965" name="Google Shape;965;p7"/>
              <p:cNvCxnSpPr/>
              <p:nvPr/>
            </p:nvCxnSpPr>
            <p:spPr>
              <a:xfrm>
                <a:off x="3992" y="2201"/>
                <a:ext cx="235" cy="79"/>
              </a:xfrm>
              <a:prstGeom prst="straightConnector1">
                <a:avLst/>
              </a:prstGeom>
              <a:noFill/>
              <a:ln cap="flat" cmpd="sng" w="9525">
                <a:solidFill>
                  <a:schemeClr val="dk1"/>
                </a:solidFill>
                <a:prstDash val="solid"/>
                <a:miter lim="800000"/>
                <a:headEnd len="med" w="med" type="none"/>
                <a:tailEnd len="med" w="med" type="none"/>
              </a:ln>
            </p:spPr>
          </p:cxnSp>
          <p:cxnSp>
            <p:nvCxnSpPr>
              <p:cNvPr id="966" name="Google Shape;966;p7"/>
              <p:cNvCxnSpPr/>
              <p:nvPr/>
            </p:nvCxnSpPr>
            <p:spPr>
              <a:xfrm flipH="1">
                <a:off x="4227" y="2201"/>
                <a:ext cx="236" cy="79"/>
              </a:xfrm>
              <a:prstGeom prst="straightConnector1">
                <a:avLst/>
              </a:prstGeom>
              <a:noFill/>
              <a:ln cap="flat" cmpd="sng" w="9525">
                <a:solidFill>
                  <a:schemeClr val="dk1"/>
                </a:solidFill>
                <a:prstDash val="solid"/>
                <a:miter lim="800000"/>
                <a:headEnd len="med" w="med" type="none"/>
                <a:tailEnd len="med" w="med" type="none"/>
              </a:ln>
            </p:spPr>
          </p:cxnSp>
          <p:cxnSp>
            <p:nvCxnSpPr>
              <p:cNvPr id="967" name="Google Shape;967;p7"/>
              <p:cNvCxnSpPr/>
              <p:nvPr/>
            </p:nvCxnSpPr>
            <p:spPr>
              <a:xfrm>
                <a:off x="4227" y="1497"/>
                <a:ext cx="0" cy="783"/>
              </a:xfrm>
              <a:prstGeom prst="straightConnector1">
                <a:avLst/>
              </a:prstGeom>
              <a:noFill/>
              <a:ln cap="flat" cmpd="sng" w="9525">
                <a:solidFill>
                  <a:schemeClr val="dk1"/>
                </a:solidFill>
                <a:prstDash val="solid"/>
                <a:miter lim="800000"/>
                <a:headEnd len="med" w="med" type="none"/>
                <a:tailEnd len="med" w="med" type="none"/>
              </a:ln>
            </p:spPr>
          </p:cxnSp>
          <p:cxnSp>
            <p:nvCxnSpPr>
              <p:cNvPr id="968" name="Google Shape;968;p7"/>
              <p:cNvCxnSpPr/>
              <p:nvPr/>
            </p:nvCxnSpPr>
            <p:spPr>
              <a:xfrm flipH="1" rot="10800000">
                <a:off x="3992" y="2127"/>
                <a:ext cx="235" cy="78"/>
              </a:xfrm>
              <a:prstGeom prst="straightConnector1">
                <a:avLst/>
              </a:prstGeom>
              <a:noFill/>
              <a:ln cap="flat" cmpd="sng" w="9525">
                <a:solidFill>
                  <a:schemeClr val="dk1"/>
                </a:solidFill>
                <a:prstDash val="solid"/>
                <a:miter lim="800000"/>
                <a:headEnd len="med" w="med" type="none"/>
                <a:tailEnd len="med" w="med" type="none"/>
              </a:ln>
            </p:spPr>
          </p:cxnSp>
          <p:cxnSp>
            <p:nvCxnSpPr>
              <p:cNvPr id="969" name="Google Shape;969;p7"/>
              <p:cNvCxnSpPr/>
              <p:nvPr/>
            </p:nvCxnSpPr>
            <p:spPr>
              <a:xfrm rot="10800000">
                <a:off x="4227" y="2127"/>
                <a:ext cx="236" cy="74"/>
              </a:xfrm>
              <a:prstGeom prst="straightConnector1">
                <a:avLst/>
              </a:prstGeom>
              <a:noFill/>
              <a:ln cap="flat" cmpd="sng" w="9525">
                <a:solidFill>
                  <a:schemeClr val="dk1"/>
                </a:solidFill>
                <a:prstDash val="solid"/>
                <a:miter lim="800000"/>
                <a:headEnd len="med" w="med" type="none"/>
                <a:tailEnd len="med" w="med" type="none"/>
              </a:ln>
            </p:spPr>
          </p:cxnSp>
          <p:cxnSp>
            <p:nvCxnSpPr>
              <p:cNvPr id="970" name="Google Shape;970;p7"/>
              <p:cNvCxnSpPr/>
              <p:nvPr/>
            </p:nvCxnSpPr>
            <p:spPr>
              <a:xfrm>
                <a:off x="4092" y="1890"/>
                <a:ext cx="135" cy="60"/>
              </a:xfrm>
              <a:prstGeom prst="straightConnector1">
                <a:avLst/>
              </a:prstGeom>
              <a:noFill/>
              <a:ln cap="flat" cmpd="sng" w="9525">
                <a:solidFill>
                  <a:schemeClr val="dk1"/>
                </a:solidFill>
                <a:prstDash val="solid"/>
                <a:miter lim="800000"/>
                <a:headEnd len="med" w="med" type="none"/>
                <a:tailEnd len="med" w="med" type="none"/>
              </a:ln>
            </p:spPr>
          </p:cxnSp>
          <p:cxnSp>
            <p:nvCxnSpPr>
              <p:cNvPr id="971" name="Google Shape;971;p7"/>
              <p:cNvCxnSpPr/>
              <p:nvPr/>
            </p:nvCxnSpPr>
            <p:spPr>
              <a:xfrm flipH="1" rot="10800000">
                <a:off x="4227" y="1890"/>
                <a:ext cx="143" cy="60"/>
              </a:xfrm>
              <a:prstGeom prst="straightConnector1">
                <a:avLst/>
              </a:prstGeom>
              <a:noFill/>
              <a:ln cap="flat" cmpd="sng" w="9525">
                <a:solidFill>
                  <a:schemeClr val="dk1"/>
                </a:solidFill>
                <a:prstDash val="solid"/>
                <a:miter lim="800000"/>
                <a:headEnd len="med" w="med" type="none"/>
                <a:tailEnd len="med" w="med" type="none"/>
              </a:ln>
            </p:spPr>
          </p:cxnSp>
          <p:cxnSp>
            <p:nvCxnSpPr>
              <p:cNvPr id="972" name="Google Shape;972;p7"/>
              <p:cNvCxnSpPr/>
              <p:nvPr/>
            </p:nvCxnSpPr>
            <p:spPr>
              <a:xfrm>
                <a:off x="4047" y="1996"/>
                <a:ext cx="175" cy="81"/>
              </a:xfrm>
              <a:prstGeom prst="straightConnector1">
                <a:avLst/>
              </a:prstGeom>
              <a:noFill/>
              <a:ln cap="flat" cmpd="sng" w="9525">
                <a:solidFill>
                  <a:schemeClr val="dk1"/>
                </a:solidFill>
                <a:prstDash val="solid"/>
                <a:miter lim="800000"/>
                <a:headEnd len="med" w="med" type="none"/>
                <a:tailEnd len="med" w="med" type="none"/>
              </a:ln>
            </p:spPr>
          </p:cxnSp>
          <p:cxnSp>
            <p:nvCxnSpPr>
              <p:cNvPr id="973" name="Google Shape;973;p7"/>
              <p:cNvCxnSpPr/>
              <p:nvPr/>
            </p:nvCxnSpPr>
            <p:spPr>
              <a:xfrm flipH="1" rot="10800000">
                <a:off x="4227" y="2012"/>
                <a:ext cx="176" cy="71"/>
              </a:xfrm>
              <a:prstGeom prst="straightConnector1">
                <a:avLst/>
              </a:prstGeom>
              <a:noFill/>
              <a:ln cap="flat" cmpd="sng" w="9525">
                <a:solidFill>
                  <a:schemeClr val="dk1"/>
                </a:solidFill>
                <a:prstDash val="solid"/>
                <a:miter lim="800000"/>
                <a:headEnd len="med" w="med" type="none"/>
                <a:tailEnd len="med" w="med" type="none"/>
              </a:ln>
            </p:spPr>
          </p:cxnSp>
          <p:cxnSp>
            <p:nvCxnSpPr>
              <p:cNvPr id="974" name="Google Shape;974;p7"/>
              <p:cNvCxnSpPr/>
              <p:nvPr/>
            </p:nvCxnSpPr>
            <p:spPr>
              <a:xfrm flipH="1" rot="10800000">
                <a:off x="4227" y="1782"/>
                <a:ext cx="90" cy="29"/>
              </a:xfrm>
              <a:prstGeom prst="straightConnector1">
                <a:avLst/>
              </a:prstGeom>
              <a:noFill/>
              <a:ln cap="flat" cmpd="sng" w="9525">
                <a:solidFill>
                  <a:schemeClr val="dk1"/>
                </a:solidFill>
                <a:prstDash val="solid"/>
                <a:miter lim="800000"/>
                <a:headEnd len="med" w="med" type="none"/>
                <a:tailEnd len="med" w="med" type="none"/>
              </a:ln>
            </p:spPr>
          </p:cxnSp>
          <p:cxnSp>
            <p:nvCxnSpPr>
              <p:cNvPr id="975" name="Google Shape;975;p7"/>
              <p:cNvCxnSpPr/>
              <p:nvPr/>
            </p:nvCxnSpPr>
            <p:spPr>
              <a:xfrm flipH="1" rot="10800000">
                <a:off x="4227" y="1632"/>
                <a:ext cx="57" cy="22"/>
              </a:xfrm>
              <a:prstGeom prst="straightConnector1">
                <a:avLst/>
              </a:prstGeom>
              <a:noFill/>
              <a:ln cap="flat" cmpd="sng" w="9525">
                <a:solidFill>
                  <a:schemeClr val="dk1"/>
                </a:solidFill>
                <a:prstDash val="solid"/>
                <a:miter lim="800000"/>
                <a:headEnd len="med" w="med" type="none"/>
                <a:tailEnd len="med" w="med" type="none"/>
              </a:ln>
            </p:spPr>
          </p:cxnSp>
          <p:cxnSp>
            <p:nvCxnSpPr>
              <p:cNvPr id="976" name="Google Shape;976;p7"/>
              <p:cNvCxnSpPr/>
              <p:nvPr/>
            </p:nvCxnSpPr>
            <p:spPr>
              <a:xfrm>
                <a:off x="4126" y="1772"/>
                <a:ext cx="109" cy="39"/>
              </a:xfrm>
              <a:prstGeom prst="straightConnector1">
                <a:avLst/>
              </a:prstGeom>
              <a:noFill/>
              <a:ln cap="flat" cmpd="sng" w="9525">
                <a:solidFill>
                  <a:schemeClr val="dk1"/>
                </a:solidFill>
                <a:prstDash val="solid"/>
                <a:miter lim="800000"/>
                <a:headEnd len="med" w="med" type="none"/>
                <a:tailEnd len="med" w="med" type="none"/>
              </a:ln>
            </p:spPr>
          </p:cxnSp>
          <p:cxnSp>
            <p:nvCxnSpPr>
              <p:cNvPr id="977" name="Google Shape;977;p7"/>
              <p:cNvCxnSpPr/>
              <p:nvPr/>
            </p:nvCxnSpPr>
            <p:spPr>
              <a:xfrm>
                <a:off x="4175" y="1625"/>
                <a:ext cx="63" cy="39"/>
              </a:xfrm>
              <a:prstGeom prst="straightConnector1">
                <a:avLst/>
              </a:prstGeom>
              <a:noFill/>
              <a:ln cap="flat" cmpd="sng" w="9525">
                <a:solidFill>
                  <a:schemeClr val="dk1"/>
                </a:solidFill>
                <a:prstDash val="solid"/>
                <a:miter lim="800000"/>
                <a:headEnd len="med" w="med" type="none"/>
                <a:tailEnd len="med" w="med" type="none"/>
              </a:ln>
            </p:spPr>
          </p:cxnSp>
          <p:grpSp>
            <p:nvGrpSpPr>
              <p:cNvPr id="978" name="Google Shape;978;p7"/>
              <p:cNvGrpSpPr/>
              <p:nvPr/>
            </p:nvGrpSpPr>
            <p:grpSpPr>
              <a:xfrm>
                <a:off x="4269" y="1382"/>
                <a:ext cx="399" cy="203"/>
                <a:chOff x="4227" y="1294"/>
                <a:chExt cx="879" cy="400"/>
              </a:xfrm>
            </p:grpSpPr>
            <p:cxnSp>
              <p:nvCxnSpPr>
                <p:cNvPr id="979" name="Google Shape;979;p7"/>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980" name="Google Shape;980;p7"/>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981" name="Google Shape;981;p7"/>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982" name="Google Shape;982;p7"/>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983" name="Google Shape;983;p7"/>
              <p:cNvGrpSpPr/>
              <p:nvPr/>
            </p:nvGrpSpPr>
            <p:grpSpPr>
              <a:xfrm rot="5700000">
                <a:off x="4048" y="1141"/>
                <a:ext cx="399" cy="203"/>
                <a:chOff x="4227" y="1294"/>
                <a:chExt cx="879" cy="400"/>
              </a:xfrm>
            </p:grpSpPr>
            <p:cxnSp>
              <p:nvCxnSpPr>
                <p:cNvPr id="984" name="Google Shape;984;p7"/>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985" name="Google Shape;985;p7"/>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986" name="Google Shape;986;p7"/>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987" name="Google Shape;987;p7"/>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988" name="Google Shape;988;p7"/>
              <p:cNvGrpSpPr/>
              <p:nvPr/>
            </p:nvGrpSpPr>
            <p:grpSpPr>
              <a:xfrm rot="10800000">
                <a:off x="3789" y="1369"/>
                <a:ext cx="399" cy="203"/>
                <a:chOff x="4227" y="1294"/>
                <a:chExt cx="879" cy="400"/>
              </a:xfrm>
            </p:grpSpPr>
            <p:cxnSp>
              <p:nvCxnSpPr>
                <p:cNvPr id="989" name="Google Shape;989;p7"/>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990" name="Google Shape;990;p7"/>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991" name="Google Shape;991;p7"/>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992" name="Google Shape;992;p7"/>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grpSp>
          <p:nvGrpSpPr>
            <p:cNvPr id="993" name="Google Shape;993;p7"/>
            <p:cNvGrpSpPr/>
            <p:nvPr/>
          </p:nvGrpSpPr>
          <p:grpSpPr>
            <a:xfrm>
              <a:off x="3189" y="1364"/>
              <a:ext cx="436" cy="114"/>
              <a:chOff x="3072" y="739"/>
              <a:chExt cx="652" cy="146"/>
            </a:xfrm>
          </p:grpSpPr>
          <p:pic>
            <p:nvPicPr>
              <p:cNvPr descr="lgv_fqmg[1]" id="994" name="Google Shape;994;p7"/>
              <p:cNvPicPr preferRelativeResize="0"/>
              <p:nvPr/>
            </p:nvPicPr>
            <p:blipFill rotWithShape="1">
              <a:blip r:embed="rId4">
                <a:alphaModFix/>
              </a:blip>
              <a:srcRect b="0" l="0" r="0" t="0"/>
              <a:stretch/>
            </p:blipFill>
            <p:spPr>
              <a:xfrm flipH="1">
                <a:off x="3237" y="739"/>
                <a:ext cx="487" cy="146"/>
              </a:xfrm>
              <a:prstGeom prst="rect">
                <a:avLst/>
              </a:prstGeom>
              <a:noFill/>
              <a:ln>
                <a:noFill/>
              </a:ln>
            </p:spPr>
          </p:pic>
          <p:cxnSp>
            <p:nvCxnSpPr>
              <p:cNvPr id="995" name="Google Shape;995;p7"/>
              <p:cNvCxnSpPr/>
              <p:nvPr/>
            </p:nvCxnSpPr>
            <p:spPr>
              <a:xfrm rot="10800000">
                <a:off x="3104" y="784"/>
                <a:ext cx="88" cy="0"/>
              </a:xfrm>
              <a:prstGeom prst="straightConnector1">
                <a:avLst/>
              </a:prstGeom>
              <a:noFill/>
              <a:ln cap="flat" cmpd="sng" w="9525">
                <a:solidFill>
                  <a:schemeClr val="dk1"/>
                </a:solidFill>
                <a:prstDash val="solid"/>
                <a:miter lim="800000"/>
                <a:headEnd len="med" w="med" type="none"/>
                <a:tailEnd len="med" w="med" type="none"/>
              </a:ln>
            </p:spPr>
          </p:cxnSp>
          <p:cxnSp>
            <p:nvCxnSpPr>
              <p:cNvPr id="996" name="Google Shape;996;p7"/>
              <p:cNvCxnSpPr/>
              <p:nvPr/>
            </p:nvCxnSpPr>
            <p:spPr>
              <a:xfrm rot="10800000">
                <a:off x="3072" y="760"/>
                <a:ext cx="144" cy="0"/>
              </a:xfrm>
              <a:prstGeom prst="straightConnector1">
                <a:avLst/>
              </a:prstGeom>
              <a:noFill/>
              <a:ln cap="flat" cmpd="sng" w="9525">
                <a:solidFill>
                  <a:schemeClr val="dk1"/>
                </a:solidFill>
                <a:prstDash val="solid"/>
                <a:miter lim="800000"/>
                <a:headEnd len="med" w="med" type="none"/>
                <a:tailEnd len="med" w="med" type="none"/>
              </a:ln>
            </p:spPr>
          </p:cxnSp>
        </p:grpSp>
        <p:pic>
          <p:nvPicPr>
            <p:cNvPr descr="imgyjavg[1]" id="997" name="Google Shape;997;p7"/>
            <p:cNvPicPr preferRelativeResize="0"/>
            <p:nvPr/>
          </p:nvPicPr>
          <p:blipFill rotWithShape="1">
            <a:blip r:embed="rId5">
              <a:alphaModFix/>
            </a:blip>
            <a:srcRect b="0" l="0" r="0" t="0"/>
            <a:stretch/>
          </p:blipFill>
          <p:spPr>
            <a:xfrm>
              <a:off x="3365" y="1183"/>
              <a:ext cx="232" cy="168"/>
            </a:xfrm>
            <a:prstGeom prst="rect">
              <a:avLst/>
            </a:prstGeom>
            <a:noFill/>
            <a:ln>
              <a:noFill/>
            </a:ln>
          </p:spPr>
        </p:pic>
        <p:grpSp>
          <p:nvGrpSpPr>
            <p:cNvPr id="998" name="Google Shape;998;p7"/>
            <p:cNvGrpSpPr/>
            <p:nvPr/>
          </p:nvGrpSpPr>
          <p:grpSpPr>
            <a:xfrm>
              <a:off x="3846" y="1069"/>
              <a:ext cx="256" cy="269"/>
              <a:chOff x="2870" y="1518"/>
              <a:chExt cx="292" cy="320"/>
            </a:xfrm>
          </p:grpSpPr>
          <p:graphicFrame>
            <p:nvGraphicFramePr>
              <p:cNvPr id="999" name="Google Shape;999;p7"/>
              <p:cNvGraphicFramePr/>
              <p:nvPr/>
            </p:nvGraphicFramePr>
            <p:xfrm>
              <a:off x="2870" y="1518"/>
              <a:ext cx="272" cy="282"/>
            </p:xfrm>
            <a:graphic>
              <a:graphicData uri="http://schemas.openxmlformats.org/presentationml/2006/ole">
                <mc:AlternateContent>
                  <mc:Choice Requires="v">
                    <p:oleObj r:id="rId6" imgH="282" imgW="272" progId="MS_ClipArt_Gallery.2" spid="_x0000_s1">
                      <p:embed/>
                    </p:oleObj>
                  </mc:Choice>
                  <mc:Fallback>
                    <p:oleObj r:id="rId7" imgH="282" imgW="272" progId="MS_ClipArt_Gallery.2">
                      <p:embed/>
                      <p:pic>
                        <p:nvPicPr>
                          <p:cNvPr id="999" name="Google Shape;999;p7"/>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000" name="Google Shape;1000;p7"/>
              <p:cNvGraphicFramePr/>
              <p:nvPr/>
            </p:nvGraphicFramePr>
            <p:xfrm>
              <a:off x="2913" y="1602"/>
              <a:ext cx="249" cy="236"/>
            </p:xfrm>
            <a:graphic>
              <a:graphicData uri="http://schemas.openxmlformats.org/presentationml/2006/ole">
                <mc:AlternateContent>
                  <mc:Choice Requires="v">
                    <p:oleObj r:id="rId9" imgH="236" imgW="249" progId="MS_ClipArt_Gallery.2" spid="_x0000_s2">
                      <p:embed/>
                    </p:oleObj>
                  </mc:Choice>
                  <mc:Fallback>
                    <p:oleObj r:id="rId10" imgH="236" imgW="249" progId="MS_ClipArt_Gallery.2">
                      <p:embed/>
                      <p:pic>
                        <p:nvPicPr>
                          <p:cNvPr id="1000" name="Google Shape;1000;p7"/>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001" name="Google Shape;1001;p7"/>
            <p:cNvGrpSpPr/>
            <p:nvPr/>
          </p:nvGrpSpPr>
          <p:grpSpPr>
            <a:xfrm>
              <a:off x="4304" y="2253"/>
              <a:ext cx="228" cy="108"/>
              <a:chOff x="3600" y="219"/>
              <a:chExt cx="360" cy="175"/>
            </a:xfrm>
          </p:grpSpPr>
          <p:sp>
            <p:nvSpPr>
              <p:cNvPr id="1002" name="Google Shape;1002;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03" name="Google Shape;1003;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04" name="Google Shape;1004;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05" name="Google Shape;1005;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06" name="Google Shape;1006;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07" name="Google Shape;1007;p7"/>
              <p:cNvGrpSpPr/>
              <p:nvPr/>
            </p:nvGrpSpPr>
            <p:grpSpPr>
              <a:xfrm>
                <a:off x="3686" y="244"/>
                <a:ext cx="177" cy="66"/>
                <a:chOff x="2848" y="848"/>
                <a:chExt cx="140" cy="98"/>
              </a:xfrm>
            </p:grpSpPr>
            <p:cxnSp>
              <p:nvCxnSpPr>
                <p:cNvPr id="1008" name="Google Shape;1008;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09" name="Google Shape;1009;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10" name="Google Shape;1010;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11" name="Google Shape;1011;p7"/>
              <p:cNvGrpSpPr/>
              <p:nvPr/>
            </p:nvGrpSpPr>
            <p:grpSpPr>
              <a:xfrm flipH="1" rot="10800000">
                <a:off x="3686" y="243"/>
                <a:ext cx="177" cy="66"/>
                <a:chOff x="2848" y="848"/>
                <a:chExt cx="140" cy="98"/>
              </a:xfrm>
            </p:grpSpPr>
            <p:cxnSp>
              <p:nvCxnSpPr>
                <p:cNvPr id="1012" name="Google Shape;1012;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13" name="Google Shape;1013;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14" name="Google Shape;1014;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15" name="Google Shape;1015;p7"/>
            <p:cNvGrpSpPr/>
            <p:nvPr/>
          </p:nvGrpSpPr>
          <p:grpSpPr>
            <a:xfrm>
              <a:off x="4528" y="2429"/>
              <a:ext cx="228" cy="108"/>
              <a:chOff x="3600" y="219"/>
              <a:chExt cx="360" cy="175"/>
            </a:xfrm>
          </p:grpSpPr>
          <p:sp>
            <p:nvSpPr>
              <p:cNvPr id="1016" name="Google Shape;1016;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17" name="Google Shape;1017;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18" name="Google Shape;1018;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19" name="Google Shape;1019;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0" name="Google Shape;1020;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21" name="Google Shape;1021;p7"/>
              <p:cNvGrpSpPr/>
              <p:nvPr/>
            </p:nvGrpSpPr>
            <p:grpSpPr>
              <a:xfrm>
                <a:off x="3686" y="244"/>
                <a:ext cx="177" cy="66"/>
                <a:chOff x="2848" y="848"/>
                <a:chExt cx="140" cy="98"/>
              </a:xfrm>
            </p:grpSpPr>
            <p:cxnSp>
              <p:nvCxnSpPr>
                <p:cNvPr id="1022" name="Google Shape;1022;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23" name="Google Shape;1023;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24" name="Google Shape;1024;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25" name="Google Shape;1025;p7"/>
              <p:cNvGrpSpPr/>
              <p:nvPr/>
            </p:nvGrpSpPr>
            <p:grpSpPr>
              <a:xfrm flipH="1" rot="10800000">
                <a:off x="3686" y="243"/>
                <a:ext cx="177" cy="66"/>
                <a:chOff x="2848" y="848"/>
                <a:chExt cx="140" cy="98"/>
              </a:xfrm>
            </p:grpSpPr>
            <p:cxnSp>
              <p:nvCxnSpPr>
                <p:cNvPr id="1026" name="Google Shape;1026;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27" name="Google Shape;1027;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28" name="Google Shape;1028;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29" name="Google Shape;1029;p7"/>
            <p:cNvGrpSpPr/>
            <p:nvPr/>
          </p:nvGrpSpPr>
          <p:grpSpPr>
            <a:xfrm>
              <a:off x="4704" y="2261"/>
              <a:ext cx="228" cy="108"/>
              <a:chOff x="3600" y="219"/>
              <a:chExt cx="360" cy="175"/>
            </a:xfrm>
          </p:grpSpPr>
          <p:sp>
            <p:nvSpPr>
              <p:cNvPr id="1030" name="Google Shape;1030;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31" name="Google Shape;1031;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32" name="Google Shape;1032;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33" name="Google Shape;1033;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34" name="Google Shape;1034;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35" name="Google Shape;1035;p7"/>
              <p:cNvGrpSpPr/>
              <p:nvPr/>
            </p:nvGrpSpPr>
            <p:grpSpPr>
              <a:xfrm>
                <a:off x="3686" y="244"/>
                <a:ext cx="177" cy="66"/>
                <a:chOff x="2848" y="848"/>
                <a:chExt cx="140" cy="98"/>
              </a:xfrm>
            </p:grpSpPr>
            <p:cxnSp>
              <p:nvCxnSpPr>
                <p:cNvPr id="1036" name="Google Shape;1036;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37" name="Google Shape;1037;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38" name="Google Shape;1038;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39" name="Google Shape;1039;p7"/>
              <p:cNvGrpSpPr/>
              <p:nvPr/>
            </p:nvGrpSpPr>
            <p:grpSpPr>
              <a:xfrm flipH="1" rot="10800000">
                <a:off x="3686" y="243"/>
                <a:ext cx="177" cy="66"/>
                <a:chOff x="2848" y="848"/>
                <a:chExt cx="140" cy="98"/>
              </a:xfrm>
            </p:grpSpPr>
            <p:cxnSp>
              <p:nvCxnSpPr>
                <p:cNvPr id="1040" name="Google Shape;1040;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41" name="Google Shape;1041;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42" name="Google Shape;1042;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43" name="Google Shape;1043;p7"/>
            <p:cNvGrpSpPr/>
            <p:nvPr/>
          </p:nvGrpSpPr>
          <p:grpSpPr>
            <a:xfrm>
              <a:off x="4367" y="1532"/>
              <a:ext cx="221" cy="101"/>
              <a:chOff x="3600" y="219"/>
              <a:chExt cx="360" cy="175"/>
            </a:xfrm>
          </p:grpSpPr>
          <p:sp>
            <p:nvSpPr>
              <p:cNvPr id="1044" name="Google Shape;1044;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45" name="Google Shape;1045;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46" name="Google Shape;1046;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47" name="Google Shape;1047;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48" name="Google Shape;1048;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49" name="Google Shape;1049;p7"/>
              <p:cNvGrpSpPr/>
              <p:nvPr/>
            </p:nvGrpSpPr>
            <p:grpSpPr>
              <a:xfrm>
                <a:off x="3686" y="244"/>
                <a:ext cx="177" cy="66"/>
                <a:chOff x="2848" y="848"/>
                <a:chExt cx="140" cy="98"/>
              </a:xfrm>
            </p:grpSpPr>
            <p:cxnSp>
              <p:nvCxnSpPr>
                <p:cNvPr id="1050" name="Google Shape;1050;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51" name="Google Shape;1051;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52" name="Google Shape;1052;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53" name="Google Shape;1053;p7"/>
              <p:cNvGrpSpPr/>
              <p:nvPr/>
            </p:nvGrpSpPr>
            <p:grpSpPr>
              <a:xfrm flipH="1" rot="10800000">
                <a:off x="3686" y="243"/>
                <a:ext cx="177" cy="66"/>
                <a:chOff x="2848" y="848"/>
                <a:chExt cx="140" cy="98"/>
              </a:xfrm>
            </p:grpSpPr>
            <p:cxnSp>
              <p:nvCxnSpPr>
                <p:cNvPr id="1054" name="Google Shape;1054;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55" name="Google Shape;1055;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56" name="Google Shape;1056;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57" name="Google Shape;1057;p7"/>
            <p:cNvGrpSpPr/>
            <p:nvPr/>
          </p:nvGrpSpPr>
          <p:grpSpPr>
            <a:xfrm>
              <a:off x="4366" y="1693"/>
              <a:ext cx="228" cy="108"/>
              <a:chOff x="3600" y="219"/>
              <a:chExt cx="360" cy="175"/>
            </a:xfrm>
          </p:grpSpPr>
          <p:sp>
            <p:nvSpPr>
              <p:cNvPr id="1058" name="Google Shape;1058;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59" name="Google Shape;1059;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60" name="Google Shape;1060;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61" name="Google Shape;1061;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2" name="Google Shape;1062;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63" name="Google Shape;1063;p7"/>
              <p:cNvGrpSpPr/>
              <p:nvPr/>
            </p:nvGrpSpPr>
            <p:grpSpPr>
              <a:xfrm>
                <a:off x="3686" y="244"/>
                <a:ext cx="177" cy="66"/>
                <a:chOff x="2848" y="848"/>
                <a:chExt cx="140" cy="98"/>
              </a:xfrm>
            </p:grpSpPr>
            <p:cxnSp>
              <p:nvCxnSpPr>
                <p:cNvPr id="1064" name="Google Shape;1064;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65" name="Google Shape;1065;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66" name="Google Shape;1066;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67" name="Google Shape;1067;p7"/>
              <p:cNvGrpSpPr/>
              <p:nvPr/>
            </p:nvGrpSpPr>
            <p:grpSpPr>
              <a:xfrm flipH="1" rot="10800000">
                <a:off x="3686" y="243"/>
                <a:ext cx="177" cy="66"/>
                <a:chOff x="2848" y="848"/>
                <a:chExt cx="140" cy="98"/>
              </a:xfrm>
            </p:grpSpPr>
            <p:cxnSp>
              <p:nvCxnSpPr>
                <p:cNvPr id="1068" name="Google Shape;1068;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69" name="Google Shape;1069;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70" name="Google Shape;1070;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71" name="Google Shape;1071;p7"/>
            <p:cNvGrpSpPr/>
            <p:nvPr/>
          </p:nvGrpSpPr>
          <p:grpSpPr>
            <a:xfrm>
              <a:off x="4666" y="1472"/>
              <a:ext cx="210" cy="97"/>
              <a:chOff x="3600" y="219"/>
              <a:chExt cx="360" cy="175"/>
            </a:xfrm>
          </p:grpSpPr>
          <p:sp>
            <p:nvSpPr>
              <p:cNvPr id="1072" name="Google Shape;1072;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73" name="Google Shape;1073;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74" name="Google Shape;1074;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75" name="Google Shape;1075;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6" name="Google Shape;1076;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77" name="Google Shape;1077;p7"/>
              <p:cNvGrpSpPr/>
              <p:nvPr/>
            </p:nvGrpSpPr>
            <p:grpSpPr>
              <a:xfrm>
                <a:off x="3686" y="244"/>
                <a:ext cx="177" cy="66"/>
                <a:chOff x="2848" y="848"/>
                <a:chExt cx="140" cy="98"/>
              </a:xfrm>
            </p:grpSpPr>
            <p:cxnSp>
              <p:nvCxnSpPr>
                <p:cNvPr id="1078" name="Google Shape;1078;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79" name="Google Shape;1079;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80" name="Google Shape;1080;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81" name="Google Shape;1081;p7"/>
              <p:cNvGrpSpPr/>
              <p:nvPr/>
            </p:nvGrpSpPr>
            <p:grpSpPr>
              <a:xfrm flipH="1" rot="10800000">
                <a:off x="3686" y="243"/>
                <a:ext cx="177" cy="66"/>
                <a:chOff x="2848" y="848"/>
                <a:chExt cx="140" cy="98"/>
              </a:xfrm>
            </p:grpSpPr>
            <p:cxnSp>
              <p:nvCxnSpPr>
                <p:cNvPr id="1082" name="Google Shape;1082;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83" name="Google Shape;1083;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84" name="Google Shape;1084;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85" name="Google Shape;1085;p7"/>
            <p:cNvGrpSpPr/>
            <p:nvPr/>
          </p:nvGrpSpPr>
          <p:grpSpPr>
            <a:xfrm>
              <a:off x="4720" y="1693"/>
              <a:ext cx="228" cy="108"/>
              <a:chOff x="3600" y="219"/>
              <a:chExt cx="360" cy="175"/>
            </a:xfrm>
          </p:grpSpPr>
          <p:sp>
            <p:nvSpPr>
              <p:cNvPr id="1086" name="Google Shape;1086;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87" name="Google Shape;1087;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088" name="Google Shape;1088;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089" name="Google Shape;1089;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90" name="Google Shape;1090;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91" name="Google Shape;1091;p7"/>
              <p:cNvGrpSpPr/>
              <p:nvPr/>
            </p:nvGrpSpPr>
            <p:grpSpPr>
              <a:xfrm>
                <a:off x="3686" y="244"/>
                <a:ext cx="177" cy="66"/>
                <a:chOff x="2848" y="848"/>
                <a:chExt cx="140" cy="98"/>
              </a:xfrm>
            </p:grpSpPr>
            <p:cxnSp>
              <p:nvCxnSpPr>
                <p:cNvPr id="1092" name="Google Shape;1092;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93" name="Google Shape;1093;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94" name="Google Shape;1094;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095" name="Google Shape;1095;p7"/>
              <p:cNvGrpSpPr/>
              <p:nvPr/>
            </p:nvGrpSpPr>
            <p:grpSpPr>
              <a:xfrm flipH="1" rot="10800000">
                <a:off x="3686" y="243"/>
                <a:ext cx="177" cy="66"/>
                <a:chOff x="2848" y="848"/>
                <a:chExt cx="140" cy="98"/>
              </a:xfrm>
            </p:grpSpPr>
            <p:cxnSp>
              <p:nvCxnSpPr>
                <p:cNvPr id="1096" name="Google Shape;1096;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097" name="Google Shape;1097;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098" name="Google Shape;1098;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099" name="Google Shape;1099;p7"/>
            <p:cNvGrpSpPr/>
            <p:nvPr/>
          </p:nvGrpSpPr>
          <p:grpSpPr>
            <a:xfrm>
              <a:off x="3832" y="1529"/>
              <a:ext cx="220" cy="100"/>
              <a:chOff x="3600" y="219"/>
              <a:chExt cx="360" cy="175"/>
            </a:xfrm>
          </p:grpSpPr>
          <p:sp>
            <p:nvSpPr>
              <p:cNvPr id="1100" name="Google Shape;1100;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01" name="Google Shape;1101;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102" name="Google Shape;1102;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103" name="Google Shape;1103;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04" name="Google Shape;1104;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105" name="Google Shape;1105;p7"/>
              <p:cNvGrpSpPr/>
              <p:nvPr/>
            </p:nvGrpSpPr>
            <p:grpSpPr>
              <a:xfrm>
                <a:off x="3686" y="244"/>
                <a:ext cx="177" cy="66"/>
                <a:chOff x="2848" y="848"/>
                <a:chExt cx="140" cy="98"/>
              </a:xfrm>
            </p:grpSpPr>
            <p:cxnSp>
              <p:nvCxnSpPr>
                <p:cNvPr id="1106" name="Google Shape;1106;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07" name="Google Shape;1107;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08" name="Google Shape;1108;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109" name="Google Shape;1109;p7"/>
              <p:cNvGrpSpPr/>
              <p:nvPr/>
            </p:nvGrpSpPr>
            <p:grpSpPr>
              <a:xfrm flipH="1" rot="10800000">
                <a:off x="3686" y="243"/>
                <a:ext cx="177" cy="66"/>
                <a:chOff x="2848" y="848"/>
                <a:chExt cx="140" cy="98"/>
              </a:xfrm>
            </p:grpSpPr>
            <p:cxnSp>
              <p:nvCxnSpPr>
                <p:cNvPr id="1110" name="Google Shape;1110;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11" name="Google Shape;1111;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12" name="Google Shape;1112;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113" name="Google Shape;1113;p7"/>
            <p:cNvGrpSpPr/>
            <p:nvPr/>
          </p:nvGrpSpPr>
          <p:grpSpPr>
            <a:xfrm>
              <a:off x="3639" y="2253"/>
              <a:ext cx="220" cy="100"/>
              <a:chOff x="3600" y="219"/>
              <a:chExt cx="360" cy="175"/>
            </a:xfrm>
          </p:grpSpPr>
          <p:sp>
            <p:nvSpPr>
              <p:cNvPr id="1114" name="Google Shape;1114;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15" name="Google Shape;1115;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116" name="Google Shape;1116;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117" name="Google Shape;1117;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18" name="Google Shape;1118;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119" name="Google Shape;1119;p7"/>
              <p:cNvGrpSpPr/>
              <p:nvPr/>
            </p:nvGrpSpPr>
            <p:grpSpPr>
              <a:xfrm>
                <a:off x="3686" y="244"/>
                <a:ext cx="177" cy="66"/>
                <a:chOff x="2848" y="848"/>
                <a:chExt cx="140" cy="98"/>
              </a:xfrm>
            </p:grpSpPr>
            <p:cxnSp>
              <p:nvCxnSpPr>
                <p:cNvPr id="1120" name="Google Shape;1120;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21" name="Google Shape;1121;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22" name="Google Shape;1122;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123" name="Google Shape;1123;p7"/>
              <p:cNvGrpSpPr/>
              <p:nvPr/>
            </p:nvGrpSpPr>
            <p:grpSpPr>
              <a:xfrm flipH="1" rot="10800000">
                <a:off x="3686" y="243"/>
                <a:ext cx="177" cy="66"/>
                <a:chOff x="2848" y="848"/>
                <a:chExt cx="140" cy="98"/>
              </a:xfrm>
            </p:grpSpPr>
            <p:cxnSp>
              <p:nvCxnSpPr>
                <p:cNvPr id="1124" name="Google Shape;1124;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25" name="Google Shape;1125;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26" name="Google Shape;1126;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1127" name="Google Shape;1127;p7"/>
            <p:cNvCxnSpPr/>
            <p:nvPr/>
          </p:nvCxnSpPr>
          <p:spPr>
            <a:xfrm flipH="1" rot="10800000">
              <a:off x="4396" y="2523"/>
              <a:ext cx="143" cy="275"/>
            </a:xfrm>
            <a:prstGeom prst="straightConnector1">
              <a:avLst/>
            </a:prstGeom>
            <a:noFill/>
            <a:ln cap="flat" cmpd="sng" w="9525">
              <a:solidFill>
                <a:schemeClr val="dk1"/>
              </a:solidFill>
              <a:prstDash val="solid"/>
              <a:miter lim="800000"/>
              <a:headEnd len="med" w="med" type="none"/>
              <a:tailEnd len="med" w="med" type="none"/>
            </a:ln>
          </p:spPr>
        </p:cxnSp>
        <p:cxnSp>
          <p:nvCxnSpPr>
            <p:cNvPr id="1128" name="Google Shape;1128;p7"/>
            <p:cNvCxnSpPr/>
            <p:nvPr/>
          </p:nvCxnSpPr>
          <p:spPr>
            <a:xfrm>
              <a:off x="4474" y="2358"/>
              <a:ext cx="103" cy="76"/>
            </a:xfrm>
            <a:prstGeom prst="straightConnector1">
              <a:avLst/>
            </a:prstGeom>
            <a:noFill/>
            <a:ln cap="flat" cmpd="sng" w="9525">
              <a:solidFill>
                <a:schemeClr val="dk1"/>
              </a:solidFill>
              <a:prstDash val="solid"/>
              <a:miter lim="800000"/>
              <a:headEnd len="med" w="med" type="none"/>
              <a:tailEnd len="med" w="med" type="none"/>
            </a:ln>
          </p:spPr>
        </p:cxnSp>
        <p:cxnSp>
          <p:nvCxnSpPr>
            <p:cNvPr id="1129" name="Google Shape;1129;p7"/>
            <p:cNvCxnSpPr/>
            <p:nvPr/>
          </p:nvCxnSpPr>
          <p:spPr>
            <a:xfrm>
              <a:off x="4535" y="2308"/>
              <a:ext cx="176" cy="0"/>
            </a:xfrm>
            <a:prstGeom prst="straightConnector1">
              <a:avLst/>
            </a:prstGeom>
            <a:noFill/>
            <a:ln cap="flat" cmpd="sng" w="9525">
              <a:solidFill>
                <a:schemeClr val="dk1"/>
              </a:solidFill>
              <a:prstDash val="solid"/>
              <a:miter lim="800000"/>
              <a:headEnd len="med" w="med" type="none"/>
              <a:tailEnd len="med" w="med" type="none"/>
            </a:ln>
          </p:spPr>
        </p:cxnSp>
        <p:cxnSp>
          <p:nvCxnSpPr>
            <p:cNvPr id="1130" name="Google Shape;1130;p7"/>
            <p:cNvCxnSpPr/>
            <p:nvPr/>
          </p:nvCxnSpPr>
          <p:spPr>
            <a:xfrm flipH="1" rot="10800000">
              <a:off x="4684" y="2362"/>
              <a:ext cx="85" cy="66"/>
            </a:xfrm>
            <a:prstGeom prst="straightConnector1">
              <a:avLst/>
            </a:prstGeom>
            <a:noFill/>
            <a:ln cap="flat" cmpd="sng" w="9525">
              <a:solidFill>
                <a:schemeClr val="dk1"/>
              </a:solidFill>
              <a:prstDash val="solid"/>
              <a:miter lim="800000"/>
              <a:headEnd len="med" w="med" type="none"/>
              <a:tailEnd len="med" w="med" type="none"/>
            </a:ln>
          </p:spPr>
        </p:cxnSp>
        <p:cxnSp>
          <p:nvCxnSpPr>
            <p:cNvPr id="1131" name="Google Shape;1131;p7"/>
            <p:cNvCxnSpPr/>
            <p:nvPr/>
          </p:nvCxnSpPr>
          <p:spPr>
            <a:xfrm>
              <a:off x="3864" y="2312"/>
              <a:ext cx="428" cy="0"/>
            </a:xfrm>
            <a:prstGeom prst="straightConnector1">
              <a:avLst/>
            </a:prstGeom>
            <a:noFill/>
            <a:ln cap="flat" cmpd="sng" w="9525">
              <a:solidFill>
                <a:schemeClr val="dk1"/>
              </a:solidFill>
              <a:prstDash val="solid"/>
              <a:miter lim="800000"/>
              <a:headEnd len="med" w="med" type="none"/>
              <a:tailEnd len="med" w="med" type="none"/>
            </a:ln>
          </p:spPr>
        </p:cxnSp>
        <p:grpSp>
          <p:nvGrpSpPr>
            <p:cNvPr id="1132" name="Google Shape;1132;p7"/>
            <p:cNvGrpSpPr/>
            <p:nvPr/>
          </p:nvGrpSpPr>
          <p:grpSpPr>
            <a:xfrm>
              <a:off x="3390" y="1979"/>
              <a:ext cx="209" cy="224"/>
              <a:chOff x="2870" y="1518"/>
              <a:chExt cx="292" cy="320"/>
            </a:xfrm>
          </p:grpSpPr>
          <p:graphicFrame>
            <p:nvGraphicFramePr>
              <p:cNvPr id="1133" name="Google Shape;1133;p7"/>
              <p:cNvGraphicFramePr/>
              <p:nvPr/>
            </p:nvGraphicFramePr>
            <p:xfrm>
              <a:off x="2870" y="1518"/>
              <a:ext cx="272" cy="282"/>
            </p:xfrm>
            <a:graphic>
              <a:graphicData uri="http://schemas.openxmlformats.org/presentationml/2006/ole">
                <mc:AlternateContent>
                  <mc:Choice Requires="v">
                    <p:oleObj r:id="rId12" imgH="282" imgW="272" progId="MS_ClipArt_Gallery.2" spid="_x0000_s3">
                      <p:embed/>
                    </p:oleObj>
                  </mc:Choice>
                  <mc:Fallback>
                    <p:oleObj r:id="rId13" imgH="282" imgW="272" progId="MS_ClipArt_Gallery.2">
                      <p:embed/>
                      <p:pic>
                        <p:nvPicPr>
                          <p:cNvPr id="1133" name="Google Shape;1133;p7"/>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134" name="Google Shape;1134;p7"/>
              <p:cNvGraphicFramePr/>
              <p:nvPr/>
            </p:nvGraphicFramePr>
            <p:xfrm>
              <a:off x="2913" y="1602"/>
              <a:ext cx="249" cy="236"/>
            </p:xfrm>
            <a:graphic>
              <a:graphicData uri="http://schemas.openxmlformats.org/presentationml/2006/ole">
                <mc:AlternateContent>
                  <mc:Choice Requires="v">
                    <p:oleObj r:id="rId14" imgH="236" imgW="249" progId="MS_ClipArt_Gallery.2" spid="_x0000_s4">
                      <p:embed/>
                    </p:oleObj>
                  </mc:Choice>
                  <mc:Fallback>
                    <p:oleObj r:id="rId15" imgH="236" imgW="249" progId="MS_ClipArt_Gallery.2">
                      <p:embed/>
                      <p:pic>
                        <p:nvPicPr>
                          <p:cNvPr id="1134" name="Google Shape;1134;p7"/>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135" name="Google Shape;1135;p7"/>
            <p:cNvGrpSpPr/>
            <p:nvPr/>
          </p:nvGrpSpPr>
          <p:grpSpPr>
            <a:xfrm>
              <a:off x="3418" y="2211"/>
              <a:ext cx="139" cy="194"/>
              <a:chOff x="2556" y="2689"/>
              <a:chExt cx="183" cy="255"/>
            </a:xfrm>
          </p:grpSpPr>
          <p:pic>
            <p:nvPicPr>
              <p:cNvPr descr="31u_bnrz[1]" id="1136" name="Google Shape;1136;p7"/>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1137" name="Google Shape;1137;p7"/>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8" name="Google Shape;1138;p7"/>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9" name="Google Shape;1139;p7"/>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0" name="Google Shape;1140;p7"/>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1" name="Google Shape;1141;p7"/>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2" name="Google Shape;1142;p7"/>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3" name="Google Shape;1143;p7"/>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4" name="Google Shape;1144;p7"/>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5" name="Google Shape;1145;p7"/>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6" name="Google Shape;1146;p7"/>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7" name="Google Shape;1147;p7"/>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8" name="Google Shape;1148;p7"/>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9" name="Google Shape;1149;p7"/>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0" name="Google Shape;1150;p7"/>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1" name="Google Shape;1151;p7"/>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2" name="Google Shape;1152;p7"/>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1153" name="Google Shape;1153;p7"/>
            <p:cNvGraphicFramePr/>
            <p:nvPr/>
          </p:nvGraphicFramePr>
          <p:xfrm>
            <a:off x="3660" y="2006"/>
            <a:ext cx="207" cy="173"/>
          </p:xfrm>
          <a:graphic>
            <a:graphicData uri="http://schemas.openxmlformats.org/presentationml/2006/ole">
              <mc:AlternateContent>
                <mc:Choice Requires="v">
                  <p:oleObj r:id="rId17" imgH="173" imgW="207" progId="MS_ClipArt_Gallery.2" spid="_x0000_s5">
                    <p:embed/>
                  </p:oleObj>
                </mc:Choice>
                <mc:Fallback>
                  <p:oleObj r:id="rId18" imgH="173" imgW="207" progId="MS_ClipArt_Gallery.2">
                    <p:embed/>
                    <p:pic>
                      <p:nvPicPr>
                        <p:cNvPr id="1153" name="Google Shape;1153;p7"/>
                        <p:cNvPicPr preferRelativeResize="0"/>
                        <p:nvPr/>
                      </p:nvPicPr>
                      <p:blipFill rotWithShape="1">
                        <a:blip r:embed="rId19">
                          <a:alphaModFix/>
                        </a:blip>
                        <a:srcRect b="0" l="0" r="0" t="0"/>
                        <a:stretch/>
                      </p:blipFill>
                      <p:spPr>
                        <a:xfrm>
                          <a:off x="3660" y="2006"/>
                          <a:ext cx="207" cy="173"/>
                        </a:xfrm>
                        <a:prstGeom prst="rect">
                          <a:avLst/>
                        </a:prstGeom>
                        <a:noFill/>
                        <a:ln>
                          <a:noFill/>
                        </a:ln>
                      </p:spPr>
                    </p:pic>
                  </p:oleObj>
                </mc:Fallback>
              </mc:AlternateContent>
            </a:graphicData>
          </a:graphic>
        </p:graphicFrame>
        <p:cxnSp>
          <p:nvCxnSpPr>
            <p:cNvPr id="1154" name="Google Shape;1154;p7"/>
            <p:cNvCxnSpPr/>
            <p:nvPr/>
          </p:nvCxnSpPr>
          <p:spPr>
            <a:xfrm>
              <a:off x="4050" y="1586"/>
              <a:ext cx="321" cy="2"/>
            </a:xfrm>
            <a:prstGeom prst="straightConnector1">
              <a:avLst/>
            </a:prstGeom>
            <a:noFill/>
            <a:ln cap="flat" cmpd="sng" w="9525">
              <a:solidFill>
                <a:schemeClr val="dk1"/>
              </a:solidFill>
              <a:prstDash val="solid"/>
              <a:miter lim="800000"/>
              <a:headEnd len="med" w="med" type="none"/>
              <a:tailEnd len="med" w="med" type="none"/>
            </a:ln>
          </p:spPr>
        </p:cxnSp>
        <p:cxnSp>
          <p:nvCxnSpPr>
            <p:cNvPr id="1155" name="Google Shape;1155;p7"/>
            <p:cNvCxnSpPr/>
            <p:nvPr/>
          </p:nvCxnSpPr>
          <p:spPr>
            <a:xfrm>
              <a:off x="3777" y="1478"/>
              <a:ext cx="96" cy="52"/>
            </a:xfrm>
            <a:prstGeom prst="straightConnector1">
              <a:avLst/>
            </a:prstGeom>
            <a:noFill/>
            <a:ln cap="flat" cmpd="sng" w="9525">
              <a:solidFill>
                <a:schemeClr val="dk1"/>
              </a:solidFill>
              <a:prstDash val="solid"/>
              <a:miter lim="800000"/>
              <a:headEnd len="med" w="med" type="none"/>
              <a:tailEnd len="med" w="med" type="none"/>
            </a:ln>
          </p:spPr>
        </p:cxnSp>
        <p:sp>
          <p:nvSpPr>
            <p:cNvPr id="1156" name="Google Shape;1156;p7"/>
            <p:cNvSpPr/>
            <p:nvPr/>
          </p:nvSpPr>
          <p:spPr>
            <a:xfrm>
              <a:off x="3348" y="2742"/>
              <a:ext cx="1877" cy="91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57" name="Google Shape;1157;p7"/>
            <p:cNvCxnSpPr/>
            <p:nvPr/>
          </p:nvCxnSpPr>
          <p:spPr>
            <a:xfrm rot="-5400000">
              <a:off x="4757" y="3206"/>
              <a:ext cx="330" cy="88"/>
            </a:xfrm>
            <a:prstGeom prst="straightConnector1">
              <a:avLst/>
            </a:prstGeom>
            <a:noFill/>
            <a:ln cap="flat" cmpd="sng" w="12700">
              <a:solidFill>
                <a:schemeClr val="dk1"/>
              </a:solidFill>
              <a:prstDash val="solid"/>
              <a:miter lim="800000"/>
              <a:headEnd len="med" w="med" type="none"/>
              <a:tailEnd len="med" w="med" type="none"/>
            </a:ln>
          </p:spPr>
        </p:cxnSp>
        <p:grpSp>
          <p:nvGrpSpPr>
            <p:cNvPr id="1158" name="Google Shape;1158;p7"/>
            <p:cNvGrpSpPr/>
            <p:nvPr/>
          </p:nvGrpSpPr>
          <p:grpSpPr>
            <a:xfrm>
              <a:off x="4702" y="3292"/>
              <a:ext cx="125" cy="230"/>
              <a:chOff x="4180" y="783"/>
              <a:chExt cx="150" cy="307"/>
            </a:xfrm>
          </p:grpSpPr>
          <p:sp>
            <p:nvSpPr>
              <p:cNvPr id="1159" name="Google Shape;1159;p7"/>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0" name="Google Shape;1160;p7"/>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1" name="Google Shape;1161;p7"/>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2" name="Google Shape;1162;p7"/>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63" name="Google Shape;1163;p7"/>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164" name="Google Shape;1164;p7"/>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165" name="Google Shape;1165;p7"/>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6" name="Google Shape;1166;p7"/>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167" name="Google Shape;1167;p7"/>
            <p:cNvCxnSpPr/>
            <p:nvPr/>
          </p:nvCxnSpPr>
          <p:spPr>
            <a:xfrm flipH="1" rot="-5400000">
              <a:off x="4849" y="3383"/>
              <a:ext cx="2" cy="54"/>
            </a:xfrm>
            <a:prstGeom prst="straightConnector1">
              <a:avLst/>
            </a:prstGeom>
            <a:noFill/>
            <a:ln cap="flat" cmpd="sng" w="12700">
              <a:solidFill>
                <a:schemeClr val="dk1"/>
              </a:solidFill>
              <a:prstDash val="solid"/>
              <a:miter lim="800000"/>
              <a:headEnd len="med" w="med" type="none"/>
              <a:tailEnd len="med" w="med" type="none"/>
            </a:ln>
          </p:spPr>
        </p:cxnSp>
        <p:cxnSp>
          <p:nvCxnSpPr>
            <p:cNvPr id="1168" name="Google Shape;1168;p7"/>
            <p:cNvCxnSpPr/>
            <p:nvPr/>
          </p:nvCxnSpPr>
          <p:spPr>
            <a:xfrm rot="10800000">
              <a:off x="4966" y="3179"/>
              <a:ext cx="0" cy="72"/>
            </a:xfrm>
            <a:prstGeom prst="straightConnector1">
              <a:avLst/>
            </a:prstGeom>
            <a:noFill/>
            <a:ln cap="flat" cmpd="sng" w="12700">
              <a:solidFill>
                <a:schemeClr val="dk1"/>
              </a:solidFill>
              <a:prstDash val="solid"/>
              <a:miter lim="800000"/>
              <a:headEnd len="med" w="med" type="none"/>
              <a:tailEnd len="med" w="med" type="none"/>
            </a:ln>
          </p:spPr>
        </p:cxnSp>
        <p:grpSp>
          <p:nvGrpSpPr>
            <p:cNvPr id="1169" name="Google Shape;1169;p7"/>
            <p:cNvGrpSpPr/>
            <p:nvPr/>
          </p:nvGrpSpPr>
          <p:grpSpPr>
            <a:xfrm>
              <a:off x="4701" y="2996"/>
              <a:ext cx="316" cy="148"/>
              <a:chOff x="3600" y="219"/>
              <a:chExt cx="360" cy="175"/>
            </a:xfrm>
          </p:grpSpPr>
          <p:sp>
            <p:nvSpPr>
              <p:cNvPr id="1170" name="Google Shape;1170;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71" name="Google Shape;1171;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172" name="Google Shape;1172;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173" name="Google Shape;1173;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74" name="Google Shape;1174;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175" name="Google Shape;1175;p7"/>
              <p:cNvGrpSpPr/>
              <p:nvPr/>
            </p:nvGrpSpPr>
            <p:grpSpPr>
              <a:xfrm>
                <a:off x="3686" y="244"/>
                <a:ext cx="177" cy="66"/>
                <a:chOff x="2848" y="848"/>
                <a:chExt cx="140" cy="98"/>
              </a:xfrm>
            </p:grpSpPr>
            <p:cxnSp>
              <p:nvCxnSpPr>
                <p:cNvPr id="1176" name="Google Shape;1176;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77" name="Google Shape;1177;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78" name="Google Shape;1178;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179" name="Google Shape;1179;p7"/>
              <p:cNvGrpSpPr/>
              <p:nvPr/>
            </p:nvGrpSpPr>
            <p:grpSpPr>
              <a:xfrm flipH="1" rot="10800000">
                <a:off x="3686" y="243"/>
                <a:ext cx="177" cy="66"/>
                <a:chOff x="2848" y="848"/>
                <a:chExt cx="140" cy="98"/>
              </a:xfrm>
            </p:grpSpPr>
            <p:cxnSp>
              <p:nvCxnSpPr>
                <p:cNvPr id="1180" name="Google Shape;1180;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81" name="Google Shape;1181;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82" name="Google Shape;1182;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183" name="Google Shape;1183;p7"/>
            <p:cNvGrpSpPr/>
            <p:nvPr/>
          </p:nvGrpSpPr>
          <p:grpSpPr>
            <a:xfrm>
              <a:off x="4187" y="2822"/>
              <a:ext cx="316" cy="148"/>
              <a:chOff x="3600" y="219"/>
              <a:chExt cx="360" cy="175"/>
            </a:xfrm>
          </p:grpSpPr>
          <p:sp>
            <p:nvSpPr>
              <p:cNvPr id="1184" name="Google Shape;1184;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85" name="Google Shape;1185;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186" name="Google Shape;1186;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187" name="Google Shape;1187;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8" name="Google Shape;1188;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189" name="Google Shape;1189;p7"/>
              <p:cNvGrpSpPr/>
              <p:nvPr/>
            </p:nvGrpSpPr>
            <p:grpSpPr>
              <a:xfrm>
                <a:off x="3686" y="244"/>
                <a:ext cx="177" cy="66"/>
                <a:chOff x="2848" y="848"/>
                <a:chExt cx="140" cy="98"/>
              </a:xfrm>
            </p:grpSpPr>
            <p:cxnSp>
              <p:nvCxnSpPr>
                <p:cNvPr id="1190" name="Google Shape;1190;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91" name="Google Shape;1191;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92" name="Google Shape;1192;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193" name="Google Shape;1193;p7"/>
              <p:cNvGrpSpPr/>
              <p:nvPr/>
            </p:nvGrpSpPr>
            <p:grpSpPr>
              <a:xfrm flipH="1" rot="10800000">
                <a:off x="3686" y="243"/>
                <a:ext cx="177" cy="66"/>
                <a:chOff x="2848" y="848"/>
                <a:chExt cx="140" cy="98"/>
              </a:xfrm>
            </p:grpSpPr>
            <p:cxnSp>
              <p:nvCxnSpPr>
                <p:cNvPr id="1194" name="Google Shape;1194;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195" name="Google Shape;1195;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196" name="Google Shape;1196;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197" name="Google Shape;1197;p7"/>
            <p:cNvGrpSpPr/>
            <p:nvPr/>
          </p:nvGrpSpPr>
          <p:grpSpPr>
            <a:xfrm>
              <a:off x="3768" y="3014"/>
              <a:ext cx="316" cy="148"/>
              <a:chOff x="3600" y="219"/>
              <a:chExt cx="360" cy="175"/>
            </a:xfrm>
          </p:grpSpPr>
          <p:sp>
            <p:nvSpPr>
              <p:cNvPr id="1198" name="Google Shape;1198;p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99" name="Google Shape;1199;p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200" name="Google Shape;1200;p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201" name="Google Shape;1201;p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2" name="Google Shape;1202;p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203" name="Google Shape;1203;p7"/>
              <p:cNvGrpSpPr/>
              <p:nvPr/>
            </p:nvGrpSpPr>
            <p:grpSpPr>
              <a:xfrm>
                <a:off x="3686" y="244"/>
                <a:ext cx="177" cy="66"/>
                <a:chOff x="2848" y="848"/>
                <a:chExt cx="140" cy="98"/>
              </a:xfrm>
            </p:grpSpPr>
            <p:cxnSp>
              <p:nvCxnSpPr>
                <p:cNvPr id="1204" name="Google Shape;1204;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205" name="Google Shape;1205;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206" name="Google Shape;1206;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207" name="Google Shape;1207;p7"/>
              <p:cNvGrpSpPr/>
              <p:nvPr/>
            </p:nvGrpSpPr>
            <p:grpSpPr>
              <a:xfrm flipH="1" rot="10800000">
                <a:off x="3686" y="243"/>
                <a:ext cx="177" cy="66"/>
                <a:chOff x="2848" y="848"/>
                <a:chExt cx="140" cy="98"/>
              </a:xfrm>
            </p:grpSpPr>
            <p:cxnSp>
              <p:nvCxnSpPr>
                <p:cNvPr id="1208" name="Google Shape;1208;p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209" name="Google Shape;1209;p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210" name="Google Shape;1210;p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1211" name="Google Shape;1211;p7"/>
            <p:cNvCxnSpPr/>
            <p:nvPr/>
          </p:nvCxnSpPr>
          <p:spPr>
            <a:xfrm>
              <a:off x="4470" y="2955"/>
              <a:ext cx="226" cy="76"/>
            </a:xfrm>
            <a:prstGeom prst="straightConnector1">
              <a:avLst/>
            </a:prstGeom>
            <a:noFill/>
            <a:ln cap="flat" cmpd="sng" w="9525">
              <a:solidFill>
                <a:schemeClr val="dk1"/>
              </a:solidFill>
              <a:prstDash val="solid"/>
              <a:miter lim="800000"/>
              <a:headEnd len="med" w="med" type="none"/>
              <a:tailEnd len="med" w="med" type="none"/>
            </a:ln>
          </p:spPr>
        </p:cxnSp>
        <p:cxnSp>
          <p:nvCxnSpPr>
            <p:cNvPr id="1212" name="Google Shape;1212;p7"/>
            <p:cNvCxnSpPr/>
            <p:nvPr/>
          </p:nvCxnSpPr>
          <p:spPr>
            <a:xfrm flipH="1" rot="10800000">
              <a:off x="4059" y="2963"/>
              <a:ext cx="175" cy="69"/>
            </a:xfrm>
            <a:prstGeom prst="straightConnector1">
              <a:avLst/>
            </a:prstGeom>
            <a:noFill/>
            <a:ln cap="flat" cmpd="sng" w="9525">
              <a:solidFill>
                <a:schemeClr val="dk1"/>
              </a:solidFill>
              <a:prstDash val="solid"/>
              <a:miter lim="800000"/>
              <a:headEnd len="med" w="med" type="none"/>
              <a:tailEnd len="med" w="med" type="none"/>
            </a:ln>
          </p:spPr>
        </p:cxnSp>
        <p:cxnSp>
          <p:nvCxnSpPr>
            <p:cNvPr id="1213" name="Google Shape;1213;p7"/>
            <p:cNvCxnSpPr/>
            <p:nvPr/>
          </p:nvCxnSpPr>
          <p:spPr>
            <a:xfrm>
              <a:off x="4086" y="3091"/>
              <a:ext cx="612" cy="0"/>
            </a:xfrm>
            <a:prstGeom prst="straightConnector1">
              <a:avLst/>
            </a:prstGeom>
            <a:noFill/>
            <a:ln cap="flat" cmpd="sng" w="9525">
              <a:solidFill>
                <a:schemeClr val="dk1"/>
              </a:solidFill>
              <a:prstDash val="solid"/>
              <a:miter lim="800000"/>
              <a:headEnd len="med" w="med" type="none"/>
              <a:tailEnd len="med" w="med" type="none"/>
            </a:ln>
          </p:spPr>
        </p:cxnSp>
        <p:cxnSp>
          <p:nvCxnSpPr>
            <p:cNvPr id="1214" name="Google Shape;1214;p7"/>
            <p:cNvCxnSpPr/>
            <p:nvPr/>
          </p:nvCxnSpPr>
          <p:spPr>
            <a:xfrm flipH="1">
              <a:off x="3642" y="2931"/>
              <a:ext cx="160" cy="296"/>
            </a:xfrm>
            <a:prstGeom prst="straightConnector1">
              <a:avLst/>
            </a:prstGeom>
            <a:noFill/>
            <a:ln cap="flat" cmpd="sng" w="9525">
              <a:solidFill>
                <a:schemeClr val="dk1"/>
              </a:solidFill>
              <a:prstDash val="solid"/>
              <a:miter lim="800000"/>
              <a:headEnd len="med" w="med" type="none"/>
              <a:tailEnd len="med" w="med" type="none"/>
            </a:ln>
          </p:spPr>
        </p:cxnSp>
        <p:cxnSp>
          <p:nvCxnSpPr>
            <p:cNvPr id="1215" name="Google Shape;1215;p7"/>
            <p:cNvCxnSpPr/>
            <p:nvPr/>
          </p:nvCxnSpPr>
          <p:spPr>
            <a:xfrm>
              <a:off x="3658" y="2963"/>
              <a:ext cx="124" cy="0"/>
            </a:xfrm>
            <a:prstGeom prst="straightConnector1">
              <a:avLst/>
            </a:prstGeom>
            <a:noFill/>
            <a:ln cap="flat" cmpd="sng" w="9525">
              <a:solidFill>
                <a:schemeClr val="dk1"/>
              </a:solidFill>
              <a:prstDash val="solid"/>
              <a:miter lim="800000"/>
              <a:headEnd len="med" w="med" type="none"/>
              <a:tailEnd len="med" w="med" type="none"/>
            </a:ln>
          </p:spPr>
        </p:cxnSp>
        <p:cxnSp>
          <p:nvCxnSpPr>
            <p:cNvPr id="1216" name="Google Shape;1216;p7"/>
            <p:cNvCxnSpPr/>
            <p:nvPr/>
          </p:nvCxnSpPr>
          <p:spPr>
            <a:xfrm>
              <a:off x="3570" y="3175"/>
              <a:ext cx="97" cy="0"/>
            </a:xfrm>
            <a:prstGeom prst="straightConnector1">
              <a:avLst/>
            </a:prstGeom>
            <a:noFill/>
            <a:ln cap="flat" cmpd="sng" w="9525">
              <a:solidFill>
                <a:schemeClr val="dk1"/>
              </a:solidFill>
              <a:prstDash val="solid"/>
              <a:miter lim="800000"/>
              <a:headEnd len="med" w="med" type="none"/>
              <a:tailEnd len="med" w="med" type="none"/>
            </a:ln>
          </p:spPr>
        </p:cxnSp>
        <p:cxnSp>
          <p:nvCxnSpPr>
            <p:cNvPr id="1217" name="Google Shape;1217;p7"/>
            <p:cNvCxnSpPr/>
            <p:nvPr/>
          </p:nvCxnSpPr>
          <p:spPr>
            <a:xfrm>
              <a:off x="3729" y="3225"/>
              <a:ext cx="309" cy="0"/>
            </a:xfrm>
            <a:prstGeom prst="straightConnector1">
              <a:avLst/>
            </a:prstGeom>
            <a:noFill/>
            <a:ln cap="flat" cmpd="sng" w="9525">
              <a:solidFill>
                <a:schemeClr val="dk1"/>
              </a:solidFill>
              <a:prstDash val="solid"/>
              <a:miter lim="800000"/>
              <a:headEnd len="med" w="med" type="none"/>
              <a:tailEnd len="med" w="med" type="none"/>
            </a:ln>
          </p:spPr>
        </p:cxnSp>
        <p:cxnSp>
          <p:nvCxnSpPr>
            <p:cNvPr id="1218" name="Google Shape;1218;p7"/>
            <p:cNvCxnSpPr/>
            <p:nvPr/>
          </p:nvCxnSpPr>
          <p:spPr>
            <a:xfrm flipH="1">
              <a:off x="3880" y="3167"/>
              <a:ext cx="34" cy="54"/>
            </a:xfrm>
            <a:prstGeom prst="straightConnector1">
              <a:avLst/>
            </a:prstGeom>
            <a:noFill/>
            <a:ln cap="flat" cmpd="sng" w="9525">
              <a:solidFill>
                <a:schemeClr val="dk1"/>
              </a:solidFill>
              <a:prstDash val="solid"/>
              <a:miter lim="800000"/>
              <a:headEnd len="med" w="med" type="none"/>
              <a:tailEnd len="med" w="med" type="none"/>
            </a:ln>
          </p:spPr>
        </p:cxnSp>
        <p:cxnSp>
          <p:nvCxnSpPr>
            <p:cNvPr id="1219" name="Google Shape;1219;p7"/>
            <p:cNvCxnSpPr/>
            <p:nvPr/>
          </p:nvCxnSpPr>
          <p:spPr>
            <a:xfrm>
              <a:off x="3762" y="3223"/>
              <a:ext cx="1" cy="52"/>
            </a:xfrm>
            <a:prstGeom prst="straightConnector1">
              <a:avLst/>
            </a:prstGeom>
            <a:noFill/>
            <a:ln cap="flat" cmpd="sng" w="9525">
              <a:solidFill>
                <a:schemeClr val="dk1"/>
              </a:solidFill>
              <a:prstDash val="solid"/>
              <a:miter lim="800000"/>
              <a:headEnd len="med" w="med" type="none"/>
              <a:tailEnd len="med" w="med" type="none"/>
            </a:ln>
          </p:spPr>
        </p:cxnSp>
        <p:cxnSp>
          <p:nvCxnSpPr>
            <p:cNvPr id="1220" name="Google Shape;1220;p7"/>
            <p:cNvCxnSpPr/>
            <p:nvPr/>
          </p:nvCxnSpPr>
          <p:spPr>
            <a:xfrm rot="10800000">
              <a:off x="4012" y="3228"/>
              <a:ext cx="0" cy="48"/>
            </a:xfrm>
            <a:prstGeom prst="straightConnector1">
              <a:avLst/>
            </a:prstGeom>
            <a:noFill/>
            <a:ln cap="flat" cmpd="sng" w="9525">
              <a:solidFill>
                <a:schemeClr val="dk1"/>
              </a:solidFill>
              <a:prstDash val="solid"/>
              <a:miter lim="800000"/>
              <a:headEnd len="med" w="med" type="none"/>
              <a:tailEnd len="med" w="med" type="none"/>
            </a:ln>
          </p:spPr>
        </p:cxnSp>
        <p:graphicFrame>
          <p:nvGraphicFramePr>
            <p:cNvPr id="1221" name="Google Shape;1221;p7"/>
            <p:cNvGraphicFramePr/>
            <p:nvPr/>
          </p:nvGraphicFramePr>
          <p:xfrm>
            <a:off x="3417" y="3101"/>
            <a:ext cx="216" cy="180"/>
          </p:xfrm>
          <a:graphic>
            <a:graphicData uri="http://schemas.openxmlformats.org/presentationml/2006/ole">
              <mc:AlternateContent>
                <mc:Choice Requires="v">
                  <p:oleObj r:id="rId20" imgH="180" imgW="216" progId="MS_ClipArt_Gallery.2" spid="_x0000_s6">
                    <p:embed/>
                  </p:oleObj>
                </mc:Choice>
                <mc:Fallback>
                  <p:oleObj r:id="rId21" imgH="180" imgW="216" progId="MS_ClipArt_Gallery.2">
                    <p:embed/>
                    <p:pic>
                      <p:nvPicPr>
                        <p:cNvPr id="1221" name="Google Shape;1221;p7"/>
                        <p:cNvPicPr preferRelativeResize="0"/>
                        <p:nvPr/>
                      </p:nvPicPr>
                      <p:blipFill rotWithShape="1">
                        <a:blip r:embed="rId22">
                          <a:alphaModFix/>
                        </a:blip>
                        <a:srcRect b="0" l="0" r="0" t="0"/>
                        <a:stretch/>
                      </p:blipFill>
                      <p:spPr>
                        <a:xfrm>
                          <a:off x="3417" y="3101"/>
                          <a:ext cx="216" cy="180"/>
                        </a:xfrm>
                        <a:prstGeom prst="rect">
                          <a:avLst/>
                        </a:prstGeom>
                        <a:noFill/>
                        <a:ln>
                          <a:noFill/>
                        </a:ln>
                      </p:spPr>
                    </p:pic>
                  </p:oleObj>
                </mc:Fallback>
              </mc:AlternateContent>
            </a:graphicData>
          </a:graphic>
        </p:graphicFrame>
        <p:graphicFrame>
          <p:nvGraphicFramePr>
            <p:cNvPr id="1222" name="Google Shape;1222;p7"/>
            <p:cNvGraphicFramePr/>
            <p:nvPr/>
          </p:nvGraphicFramePr>
          <p:xfrm>
            <a:off x="3521" y="2901"/>
            <a:ext cx="216" cy="180"/>
          </p:xfrm>
          <a:graphic>
            <a:graphicData uri="http://schemas.openxmlformats.org/presentationml/2006/ole">
              <mc:AlternateContent>
                <mc:Choice Requires="v">
                  <p:oleObj r:id="rId23" imgH="180" imgW="216" progId="MS_ClipArt_Gallery.2" spid="_x0000_s7">
                    <p:embed/>
                  </p:oleObj>
                </mc:Choice>
                <mc:Fallback>
                  <p:oleObj r:id="rId24" imgH="180" imgW="216" progId="MS_ClipArt_Gallery.2">
                    <p:embed/>
                    <p:pic>
                      <p:nvPicPr>
                        <p:cNvPr id="1222" name="Google Shape;1222;p7"/>
                        <p:cNvPicPr preferRelativeResize="0"/>
                        <p:nvPr/>
                      </p:nvPicPr>
                      <p:blipFill rotWithShape="1">
                        <a:blip r:embed="rId22">
                          <a:alphaModFix/>
                        </a:blip>
                        <a:srcRect b="0" l="0" r="0" t="0"/>
                        <a:stretch/>
                      </p:blipFill>
                      <p:spPr>
                        <a:xfrm>
                          <a:off x="3521" y="2901"/>
                          <a:ext cx="216" cy="180"/>
                        </a:xfrm>
                        <a:prstGeom prst="rect">
                          <a:avLst/>
                        </a:prstGeom>
                        <a:noFill/>
                        <a:ln>
                          <a:noFill/>
                        </a:ln>
                      </p:spPr>
                    </p:pic>
                  </p:oleObj>
                </mc:Fallback>
              </mc:AlternateContent>
            </a:graphicData>
          </a:graphic>
        </p:graphicFrame>
        <p:graphicFrame>
          <p:nvGraphicFramePr>
            <p:cNvPr id="1223" name="Google Shape;1223;p7"/>
            <p:cNvGraphicFramePr/>
            <p:nvPr/>
          </p:nvGraphicFramePr>
          <p:xfrm>
            <a:off x="3689" y="3261"/>
            <a:ext cx="216" cy="180"/>
          </p:xfrm>
          <a:graphic>
            <a:graphicData uri="http://schemas.openxmlformats.org/presentationml/2006/ole">
              <mc:AlternateContent>
                <mc:Choice Requires="v">
                  <p:oleObj r:id="rId25" imgH="180" imgW="216" progId="MS_ClipArt_Gallery.2" spid="_x0000_s8">
                    <p:embed/>
                  </p:oleObj>
                </mc:Choice>
                <mc:Fallback>
                  <p:oleObj r:id="rId26" imgH="180" imgW="216" progId="MS_ClipArt_Gallery.2">
                    <p:embed/>
                    <p:pic>
                      <p:nvPicPr>
                        <p:cNvPr id="1223" name="Google Shape;1223;p7"/>
                        <p:cNvPicPr preferRelativeResize="0"/>
                        <p:nvPr/>
                      </p:nvPicPr>
                      <p:blipFill rotWithShape="1">
                        <a:blip r:embed="rId22">
                          <a:alphaModFix/>
                        </a:blip>
                        <a:srcRect b="0" l="0" r="0" t="0"/>
                        <a:stretch/>
                      </p:blipFill>
                      <p:spPr>
                        <a:xfrm>
                          <a:off x="3689" y="3261"/>
                          <a:ext cx="216" cy="180"/>
                        </a:xfrm>
                        <a:prstGeom prst="rect">
                          <a:avLst/>
                        </a:prstGeom>
                        <a:noFill/>
                        <a:ln>
                          <a:noFill/>
                        </a:ln>
                      </p:spPr>
                    </p:pic>
                  </p:oleObj>
                </mc:Fallback>
              </mc:AlternateContent>
            </a:graphicData>
          </a:graphic>
        </p:graphicFrame>
        <p:graphicFrame>
          <p:nvGraphicFramePr>
            <p:cNvPr id="1224" name="Google Shape;1224;p7"/>
            <p:cNvGraphicFramePr/>
            <p:nvPr/>
          </p:nvGraphicFramePr>
          <p:xfrm>
            <a:off x="3903" y="3263"/>
            <a:ext cx="216" cy="180"/>
          </p:xfrm>
          <a:graphic>
            <a:graphicData uri="http://schemas.openxmlformats.org/presentationml/2006/ole">
              <mc:AlternateContent>
                <mc:Choice Requires="v">
                  <p:oleObj r:id="rId27" imgH="180" imgW="216" progId="MS_ClipArt_Gallery.2" spid="_x0000_s9">
                    <p:embed/>
                  </p:oleObj>
                </mc:Choice>
                <mc:Fallback>
                  <p:oleObj r:id="rId28" imgH="180" imgW="216" progId="MS_ClipArt_Gallery.2">
                    <p:embed/>
                    <p:pic>
                      <p:nvPicPr>
                        <p:cNvPr id="1224" name="Google Shape;1224;p7"/>
                        <p:cNvPicPr preferRelativeResize="0"/>
                        <p:nvPr/>
                      </p:nvPicPr>
                      <p:blipFill rotWithShape="1">
                        <a:blip r:embed="rId22">
                          <a:alphaModFix/>
                        </a:blip>
                        <a:srcRect b="0" l="0" r="0" t="0"/>
                        <a:stretch/>
                      </p:blipFill>
                      <p:spPr>
                        <a:xfrm>
                          <a:off x="3903" y="3263"/>
                          <a:ext cx="216" cy="180"/>
                        </a:xfrm>
                        <a:prstGeom prst="rect">
                          <a:avLst/>
                        </a:prstGeom>
                        <a:noFill/>
                        <a:ln>
                          <a:noFill/>
                        </a:ln>
                      </p:spPr>
                    </p:pic>
                  </p:oleObj>
                </mc:Fallback>
              </mc:AlternateContent>
            </a:graphicData>
          </a:graphic>
        </p:graphicFrame>
        <p:grpSp>
          <p:nvGrpSpPr>
            <p:cNvPr id="1225" name="Google Shape;1225;p7"/>
            <p:cNvGrpSpPr/>
            <p:nvPr/>
          </p:nvGrpSpPr>
          <p:grpSpPr>
            <a:xfrm>
              <a:off x="4475" y="3342"/>
              <a:ext cx="172" cy="215"/>
              <a:chOff x="2870" y="1518"/>
              <a:chExt cx="292" cy="320"/>
            </a:xfrm>
          </p:grpSpPr>
          <p:graphicFrame>
            <p:nvGraphicFramePr>
              <p:cNvPr id="1226" name="Google Shape;1226;p7"/>
              <p:cNvGraphicFramePr/>
              <p:nvPr/>
            </p:nvGraphicFramePr>
            <p:xfrm>
              <a:off x="2870" y="1518"/>
              <a:ext cx="272" cy="282"/>
            </p:xfrm>
            <a:graphic>
              <a:graphicData uri="http://schemas.openxmlformats.org/presentationml/2006/ole">
                <mc:AlternateContent>
                  <mc:Choice Requires="v">
                    <p:oleObj r:id="rId29" imgH="282" imgW="272" progId="MS_ClipArt_Gallery.2" spid="_x0000_s10">
                      <p:embed/>
                    </p:oleObj>
                  </mc:Choice>
                  <mc:Fallback>
                    <p:oleObj r:id="rId30" imgH="282" imgW="272" progId="MS_ClipArt_Gallery.2">
                      <p:embed/>
                      <p:pic>
                        <p:nvPicPr>
                          <p:cNvPr id="1226" name="Google Shape;1226;p7"/>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227" name="Google Shape;1227;p7"/>
              <p:cNvGraphicFramePr/>
              <p:nvPr/>
            </p:nvGraphicFramePr>
            <p:xfrm>
              <a:off x="2913" y="1602"/>
              <a:ext cx="249" cy="236"/>
            </p:xfrm>
            <a:graphic>
              <a:graphicData uri="http://schemas.openxmlformats.org/presentationml/2006/ole">
                <mc:AlternateContent>
                  <mc:Choice Requires="v">
                    <p:oleObj r:id="rId31" imgH="236" imgW="249" progId="MS_ClipArt_Gallery.2" spid="_x0000_s11">
                      <p:embed/>
                    </p:oleObj>
                  </mc:Choice>
                  <mc:Fallback>
                    <p:oleObj r:id="rId32" imgH="236" imgW="249" progId="MS_ClipArt_Gallery.2">
                      <p:embed/>
                      <p:pic>
                        <p:nvPicPr>
                          <p:cNvPr id="1227" name="Google Shape;1227;p7"/>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228" name="Google Shape;1228;p7"/>
            <p:cNvGrpSpPr/>
            <p:nvPr/>
          </p:nvGrpSpPr>
          <p:grpSpPr>
            <a:xfrm>
              <a:off x="4191" y="3374"/>
              <a:ext cx="220" cy="203"/>
              <a:chOff x="2870" y="1518"/>
              <a:chExt cx="292" cy="320"/>
            </a:xfrm>
          </p:grpSpPr>
          <p:graphicFrame>
            <p:nvGraphicFramePr>
              <p:cNvPr id="1229" name="Google Shape;1229;p7"/>
              <p:cNvGraphicFramePr/>
              <p:nvPr/>
            </p:nvGraphicFramePr>
            <p:xfrm>
              <a:off x="2870" y="1518"/>
              <a:ext cx="272" cy="282"/>
            </p:xfrm>
            <a:graphic>
              <a:graphicData uri="http://schemas.openxmlformats.org/presentationml/2006/ole">
                <mc:AlternateContent>
                  <mc:Choice Requires="v">
                    <p:oleObj r:id="rId33" imgH="282" imgW="272" progId="MS_ClipArt_Gallery.2" spid="_x0000_s12">
                      <p:embed/>
                    </p:oleObj>
                  </mc:Choice>
                  <mc:Fallback>
                    <p:oleObj r:id="rId34" imgH="282" imgW="272" progId="MS_ClipArt_Gallery.2">
                      <p:embed/>
                      <p:pic>
                        <p:nvPicPr>
                          <p:cNvPr id="1229" name="Google Shape;1229;p7"/>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230" name="Google Shape;1230;p7"/>
              <p:cNvGraphicFramePr/>
              <p:nvPr/>
            </p:nvGraphicFramePr>
            <p:xfrm>
              <a:off x="2913" y="1602"/>
              <a:ext cx="249" cy="236"/>
            </p:xfrm>
            <a:graphic>
              <a:graphicData uri="http://schemas.openxmlformats.org/presentationml/2006/ole">
                <mc:AlternateContent>
                  <mc:Choice Requires="v">
                    <p:oleObj r:id="rId35" imgH="236" imgW="249" progId="MS_ClipArt_Gallery.2" spid="_x0000_s13">
                      <p:embed/>
                    </p:oleObj>
                  </mc:Choice>
                  <mc:Fallback>
                    <p:oleObj r:id="rId36" imgH="236" imgW="249" progId="MS_ClipArt_Gallery.2">
                      <p:embed/>
                      <p:pic>
                        <p:nvPicPr>
                          <p:cNvPr id="1230" name="Google Shape;1230;p7"/>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231" name="Google Shape;1231;p7"/>
            <p:cNvGrpSpPr/>
            <p:nvPr/>
          </p:nvGrpSpPr>
          <p:grpSpPr>
            <a:xfrm>
              <a:off x="4290" y="3130"/>
              <a:ext cx="183" cy="255"/>
              <a:chOff x="2556" y="2689"/>
              <a:chExt cx="183" cy="255"/>
            </a:xfrm>
          </p:grpSpPr>
          <p:pic>
            <p:nvPicPr>
              <p:cNvPr descr="31u_bnrz[1]" id="1232" name="Google Shape;1232;p7"/>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1233" name="Google Shape;1233;p7"/>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4" name="Google Shape;1234;p7"/>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5" name="Google Shape;1235;p7"/>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6" name="Google Shape;1236;p7"/>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7" name="Google Shape;1237;p7"/>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8" name="Google Shape;1238;p7"/>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9" name="Google Shape;1239;p7"/>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0" name="Google Shape;1240;p7"/>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1" name="Google Shape;1241;p7"/>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2" name="Google Shape;1242;p7"/>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3" name="Google Shape;1243;p7"/>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4" name="Google Shape;1244;p7"/>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5" name="Google Shape;1245;p7"/>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6" name="Google Shape;1246;p7"/>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7" name="Google Shape;1247;p7"/>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8" name="Google Shape;1248;p7"/>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249" name="Google Shape;1249;p7"/>
            <p:cNvCxnSpPr/>
            <p:nvPr/>
          </p:nvCxnSpPr>
          <p:spPr>
            <a:xfrm>
              <a:off x="4063" y="3139"/>
              <a:ext cx="317" cy="170"/>
            </a:xfrm>
            <a:prstGeom prst="straightConnector1">
              <a:avLst/>
            </a:prstGeom>
            <a:noFill/>
            <a:ln cap="flat" cmpd="sng" w="9525">
              <a:solidFill>
                <a:schemeClr val="dk1"/>
              </a:solidFill>
              <a:prstDash val="solid"/>
              <a:miter lim="800000"/>
              <a:headEnd len="med" w="med" type="none"/>
              <a:tailEnd len="med" w="med" type="none"/>
            </a:ln>
          </p:spPr>
        </p:cxnSp>
        <p:cxnSp>
          <p:nvCxnSpPr>
            <p:cNvPr id="1250" name="Google Shape;1250;p7"/>
            <p:cNvCxnSpPr/>
            <p:nvPr/>
          </p:nvCxnSpPr>
          <p:spPr>
            <a:xfrm>
              <a:off x="3716" y="3098"/>
              <a:ext cx="51" cy="0"/>
            </a:xfrm>
            <a:prstGeom prst="straightConnector1">
              <a:avLst/>
            </a:prstGeom>
            <a:noFill/>
            <a:ln cap="flat" cmpd="sng" w="9525">
              <a:solidFill>
                <a:schemeClr val="dk1"/>
              </a:solidFill>
              <a:prstDash val="solid"/>
              <a:miter lim="800000"/>
              <a:headEnd len="med" w="med" type="none"/>
              <a:tailEnd len="med" w="med" type="none"/>
            </a:ln>
          </p:spPr>
        </p:cxnSp>
        <p:grpSp>
          <p:nvGrpSpPr>
            <p:cNvPr id="1251" name="Google Shape;1251;p7"/>
            <p:cNvGrpSpPr/>
            <p:nvPr/>
          </p:nvGrpSpPr>
          <p:grpSpPr>
            <a:xfrm>
              <a:off x="4961" y="3136"/>
              <a:ext cx="131" cy="258"/>
              <a:chOff x="4180" y="783"/>
              <a:chExt cx="150" cy="307"/>
            </a:xfrm>
          </p:grpSpPr>
          <p:sp>
            <p:nvSpPr>
              <p:cNvPr id="1252" name="Google Shape;1252;p7"/>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3" name="Google Shape;1253;p7"/>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4" name="Google Shape;1254;p7"/>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5" name="Google Shape;1255;p7"/>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256" name="Google Shape;1256;p7"/>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257" name="Google Shape;1257;p7"/>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258" name="Google Shape;1258;p7"/>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9" name="Google Shape;1259;p7"/>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260" name="Google Shape;1260;p7"/>
            <p:cNvCxnSpPr/>
            <p:nvPr/>
          </p:nvCxnSpPr>
          <p:spPr>
            <a:xfrm flipH="1">
              <a:off x="3772" y="2167"/>
              <a:ext cx="2" cy="91"/>
            </a:xfrm>
            <a:prstGeom prst="straightConnector1">
              <a:avLst/>
            </a:prstGeom>
            <a:noFill/>
            <a:ln cap="flat" cmpd="sng" w="9525">
              <a:solidFill>
                <a:schemeClr val="dk1"/>
              </a:solidFill>
              <a:prstDash val="solid"/>
              <a:miter lim="800000"/>
              <a:headEnd len="med" w="med" type="none"/>
              <a:tailEnd len="med" w="med" type="none"/>
            </a:ln>
          </p:spPr>
        </p:cxnSp>
        <p:cxnSp>
          <p:nvCxnSpPr>
            <p:cNvPr id="1261" name="Google Shape;1261;p7"/>
            <p:cNvCxnSpPr/>
            <p:nvPr/>
          </p:nvCxnSpPr>
          <p:spPr>
            <a:xfrm flipH="1" rot="10800000">
              <a:off x="4589" y="1526"/>
              <a:ext cx="78" cy="55"/>
            </a:xfrm>
            <a:prstGeom prst="straightConnector1">
              <a:avLst/>
            </a:prstGeom>
            <a:noFill/>
            <a:ln cap="flat" cmpd="sng" w="9525">
              <a:solidFill>
                <a:schemeClr val="dk1"/>
              </a:solidFill>
              <a:prstDash val="solid"/>
              <a:miter lim="800000"/>
              <a:headEnd len="med" w="med" type="none"/>
              <a:tailEnd len="med" w="med" type="none"/>
            </a:ln>
          </p:spPr>
        </p:cxnSp>
        <p:cxnSp>
          <p:nvCxnSpPr>
            <p:cNvPr id="1262" name="Google Shape;1262;p7"/>
            <p:cNvCxnSpPr/>
            <p:nvPr/>
          </p:nvCxnSpPr>
          <p:spPr>
            <a:xfrm>
              <a:off x="4480" y="1635"/>
              <a:ext cx="0" cy="52"/>
            </a:xfrm>
            <a:prstGeom prst="straightConnector1">
              <a:avLst/>
            </a:prstGeom>
            <a:noFill/>
            <a:ln cap="flat" cmpd="sng" w="9525">
              <a:solidFill>
                <a:schemeClr val="dk1"/>
              </a:solidFill>
              <a:prstDash val="solid"/>
              <a:miter lim="800000"/>
              <a:headEnd len="med" w="med" type="none"/>
              <a:tailEnd len="med" w="med" type="none"/>
            </a:ln>
          </p:spPr>
        </p:cxnSp>
        <p:cxnSp>
          <p:nvCxnSpPr>
            <p:cNvPr id="1263" name="Google Shape;1263;p7"/>
            <p:cNvCxnSpPr/>
            <p:nvPr/>
          </p:nvCxnSpPr>
          <p:spPr>
            <a:xfrm flipH="1" rot="10800000">
              <a:off x="4596" y="1570"/>
              <a:ext cx="166" cy="182"/>
            </a:xfrm>
            <a:prstGeom prst="straightConnector1">
              <a:avLst/>
            </a:prstGeom>
            <a:noFill/>
            <a:ln cap="flat" cmpd="sng" w="9525">
              <a:solidFill>
                <a:schemeClr val="dk1"/>
              </a:solidFill>
              <a:prstDash val="solid"/>
              <a:miter lim="800000"/>
              <a:headEnd len="med" w="med" type="none"/>
              <a:tailEnd len="med" w="med" type="none"/>
            </a:ln>
          </p:spPr>
        </p:cxnSp>
        <p:cxnSp>
          <p:nvCxnSpPr>
            <p:cNvPr id="1264" name="Google Shape;1264;p7"/>
            <p:cNvCxnSpPr/>
            <p:nvPr/>
          </p:nvCxnSpPr>
          <p:spPr>
            <a:xfrm>
              <a:off x="4818" y="1569"/>
              <a:ext cx="0" cy="124"/>
            </a:xfrm>
            <a:prstGeom prst="straightConnector1">
              <a:avLst/>
            </a:prstGeom>
            <a:noFill/>
            <a:ln cap="flat" cmpd="sng" w="9525">
              <a:solidFill>
                <a:schemeClr val="dk1"/>
              </a:solidFill>
              <a:prstDash val="solid"/>
              <a:miter lim="800000"/>
              <a:headEnd len="med" w="med" type="none"/>
              <a:tailEnd len="med" w="med" type="none"/>
            </a:ln>
          </p:spPr>
        </p:cxnSp>
        <p:cxnSp>
          <p:nvCxnSpPr>
            <p:cNvPr id="1265" name="Google Shape;1265;p7"/>
            <p:cNvCxnSpPr/>
            <p:nvPr/>
          </p:nvCxnSpPr>
          <p:spPr>
            <a:xfrm>
              <a:off x="4600" y="1762"/>
              <a:ext cx="119" cy="0"/>
            </a:xfrm>
            <a:prstGeom prst="straightConnector1">
              <a:avLst/>
            </a:prstGeom>
            <a:noFill/>
            <a:ln cap="flat" cmpd="sng" w="9525">
              <a:solidFill>
                <a:schemeClr val="dk1"/>
              </a:solidFill>
              <a:prstDash val="solid"/>
              <a:miter lim="800000"/>
              <a:headEnd len="med" w="med" type="none"/>
              <a:tailEnd len="med" w="med" type="none"/>
            </a:ln>
          </p:spPr>
        </p:cxnSp>
        <p:cxnSp>
          <p:nvCxnSpPr>
            <p:cNvPr id="1266" name="Google Shape;1266;p7"/>
            <p:cNvCxnSpPr/>
            <p:nvPr/>
          </p:nvCxnSpPr>
          <p:spPr>
            <a:xfrm flipH="1" rot="10800000">
              <a:off x="3526" y="2308"/>
              <a:ext cx="106" cy="2"/>
            </a:xfrm>
            <a:prstGeom prst="straightConnector1">
              <a:avLst/>
            </a:prstGeom>
            <a:noFill/>
            <a:ln cap="flat" cmpd="sng" w="9525">
              <a:solidFill>
                <a:schemeClr val="dk1"/>
              </a:solidFill>
              <a:prstDash val="solid"/>
              <a:miter lim="800000"/>
              <a:headEnd len="med" w="med" type="none"/>
              <a:tailEnd len="med" w="med" type="none"/>
            </a:ln>
          </p:spPr>
        </p:cxnSp>
        <p:cxnSp>
          <p:nvCxnSpPr>
            <p:cNvPr id="1267" name="Google Shape;1267;p7"/>
            <p:cNvCxnSpPr/>
            <p:nvPr/>
          </p:nvCxnSpPr>
          <p:spPr>
            <a:xfrm flipH="1" rot="10800000">
              <a:off x="4861" y="1380"/>
              <a:ext cx="150" cy="106"/>
            </a:xfrm>
            <a:prstGeom prst="straightConnector1">
              <a:avLst/>
            </a:prstGeom>
            <a:noFill/>
            <a:ln cap="flat" cmpd="sng" w="9525">
              <a:solidFill>
                <a:schemeClr val="dk1"/>
              </a:solidFill>
              <a:prstDash val="solid"/>
              <a:miter lim="800000"/>
              <a:headEnd len="med" w="med" type="none"/>
              <a:tailEnd len="med" w="med" type="none"/>
            </a:ln>
          </p:spPr>
        </p:cxnSp>
        <p:cxnSp>
          <p:nvCxnSpPr>
            <p:cNvPr id="1268" name="Google Shape;1268;p7"/>
            <p:cNvCxnSpPr/>
            <p:nvPr/>
          </p:nvCxnSpPr>
          <p:spPr>
            <a:xfrm>
              <a:off x="4949" y="1756"/>
              <a:ext cx="112" cy="0"/>
            </a:xfrm>
            <a:prstGeom prst="straightConnector1">
              <a:avLst/>
            </a:prstGeom>
            <a:noFill/>
            <a:ln cap="flat" cmpd="sng" w="9525">
              <a:solidFill>
                <a:schemeClr val="dk1"/>
              </a:solidFill>
              <a:prstDash val="solid"/>
              <a:miter lim="800000"/>
              <a:headEnd len="med" w="med" type="none"/>
              <a:tailEnd len="med" w="med" type="none"/>
            </a:ln>
          </p:spPr>
        </p:cxnSp>
        <p:cxnSp>
          <p:nvCxnSpPr>
            <p:cNvPr id="1269" name="Google Shape;1269;p7"/>
            <p:cNvCxnSpPr/>
            <p:nvPr/>
          </p:nvCxnSpPr>
          <p:spPr>
            <a:xfrm flipH="1">
              <a:off x="4411" y="1804"/>
              <a:ext cx="62" cy="444"/>
            </a:xfrm>
            <a:prstGeom prst="straightConnector1">
              <a:avLst/>
            </a:prstGeom>
            <a:noFill/>
            <a:ln cap="flat" cmpd="sng" w="9525">
              <a:solidFill>
                <a:schemeClr val="dk1"/>
              </a:solidFill>
              <a:prstDash val="solid"/>
              <a:miter lim="800000"/>
              <a:headEnd len="med" w="med" type="none"/>
              <a:tailEnd len="med" w="med" type="none"/>
            </a:ln>
          </p:spPr>
        </p:cxnSp>
        <p:cxnSp>
          <p:nvCxnSpPr>
            <p:cNvPr id="1270" name="Google Shape;1270;p7"/>
            <p:cNvCxnSpPr/>
            <p:nvPr/>
          </p:nvCxnSpPr>
          <p:spPr>
            <a:xfrm flipH="1">
              <a:off x="4783" y="1804"/>
              <a:ext cx="70" cy="458"/>
            </a:xfrm>
            <a:prstGeom prst="straightConnector1">
              <a:avLst/>
            </a:prstGeom>
            <a:noFill/>
            <a:ln cap="flat" cmpd="sng" w="9525">
              <a:solidFill>
                <a:schemeClr val="dk1"/>
              </a:solidFill>
              <a:prstDash val="solid"/>
              <a:miter lim="800000"/>
              <a:headEnd len="med" w="med" type="none"/>
              <a:tailEnd len="med" w="med" type="none"/>
            </a:ln>
          </p:spPr>
        </p:cxn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5" name="Shape 1275"/>
        <p:cNvGrpSpPr/>
        <p:nvPr/>
      </p:nvGrpSpPr>
      <p:grpSpPr>
        <a:xfrm>
          <a:off x="0" y="0"/>
          <a:ext cx="0" cy="0"/>
          <a:chOff x="0" y="0"/>
          <a:chExt cx="0" cy="0"/>
        </a:xfrm>
      </p:grpSpPr>
      <p:sp>
        <p:nvSpPr>
          <p:cNvPr id="1276" name="Google Shape;1276;p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1277" name="Google Shape;1277;p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78" name="Google Shape;1278;p8"/>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What’s a protocol?</a:t>
            </a:r>
            <a:endParaRPr/>
          </a:p>
        </p:txBody>
      </p:sp>
      <p:sp>
        <p:nvSpPr>
          <p:cNvPr id="1279" name="Google Shape;1279;p8"/>
          <p:cNvSpPr txBox="1"/>
          <p:nvPr>
            <p:ph idx="1" type="body"/>
          </p:nvPr>
        </p:nvSpPr>
        <p:spPr>
          <a:xfrm>
            <a:off x="533400" y="1371600"/>
            <a:ext cx="3581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human protocols:</a:t>
            </a:r>
            <a:endParaRPr b="0" i="0" sz="24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“what’s the time?”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 have a question”</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introductions</a:t>
            </a:r>
            <a:endParaRPr b="0" i="0" sz="2800" u="none">
              <a:solidFill>
                <a:schemeClr val="dk1"/>
              </a:solidFill>
              <a:latin typeface="Comic Sans MS"/>
              <a:ea typeface="Comic Sans MS"/>
              <a:cs typeface="Comic Sans MS"/>
              <a:sym typeface="Comic Sans MS"/>
            </a:endParaRPr>
          </a:p>
          <a:p>
            <a:pPr indent="-190500" lvl="1" marL="742950" rtl="0" algn="l">
              <a:lnSpc>
                <a:spcPct val="100000"/>
              </a:lnSpc>
              <a:spcBef>
                <a:spcPts val="400"/>
              </a:spcBef>
              <a:spcAft>
                <a:spcPts val="0"/>
              </a:spcAft>
              <a:buClr>
                <a:schemeClr val="accent2"/>
              </a:buClr>
              <a:buSzPts val="1500"/>
              <a:buFont typeface="Noto Sans Symbols"/>
              <a:buNone/>
            </a:pPr>
            <a:r>
              <a:t/>
            </a:r>
            <a:endParaRPr b="0" i="0" sz="20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SzPts val="2040"/>
              <a:buNone/>
            </a:pPr>
            <a:r>
              <a:rPr b="0" i="0" lang="en-US" sz="2400" u="none">
                <a:solidFill>
                  <a:schemeClr val="dk1"/>
                </a:solidFill>
                <a:latin typeface="Comic Sans MS"/>
                <a:ea typeface="Comic Sans MS"/>
                <a:cs typeface="Comic Sans MS"/>
                <a:sym typeface="Comic Sans MS"/>
              </a:rPr>
              <a:t>… specific msgs sent</a:t>
            </a:r>
            <a:endParaRPr/>
          </a:p>
          <a:p>
            <a:pPr indent="-342900" lvl="0" marL="342900" rtl="0" algn="l">
              <a:lnSpc>
                <a:spcPct val="100000"/>
              </a:lnSpc>
              <a:spcBef>
                <a:spcPts val="480"/>
              </a:spcBef>
              <a:spcAft>
                <a:spcPts val="0"/>
              </a:spcAft>
              <a:buSzPts val="2040"/>
              <a:buNone/>
            </a:pPr>
            <a:r>
              <a:rPr b="0" i="0" lang="en-US" sz="2400" u="none">
                <a:solidFill>
                  <a:schemeClr val="dk1"/>
                </a:solidFill>
                <a:latin typeface="Comic Sans MS"/>
                <a:ea typeface="Comic Sans MS"/>
                <a:cs typeface="Comic Sans MS"/>
                <a:sym typeface="Comic Sans MS"/>
              </a:rPr>
              <a:t>… specific actions taken when msgs received, or other events</a:t>
            </a:r>
            <a:endParaRPr/>
          </a:p>
        </p:txBody>
      </p:sp>
      <p:sp>
        <p:nvSpPr>
          <p:cNvPr id="1280" name="Google Shape;1280;p8"/>
          <p:cNvSpPr txBox="1"/>
          <p:nvPr>
            <p:ph idx="1" type="body"/>
          </p:nvPr>
        </p:nvSpPr>
        <p:spPr>
          <a:xfrm>
            <a:off x="4495800" y="1371600"/>
            <a:ext cx="3810000" cy="2590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network protocols:</a:t>
            </a:r>
            <a:endParaRPr b="0" i="0" sz="24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machines rather than humans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all communication activity in Internet governed by protocols</a:t>
            </a:r>
            <a:endParaRPr/>
          </a:p>
        </p:txBody>
      </p:sp>
      <p:sp>
        <p:nvSpPr>
          <p:cNvPr id="1281" name="Google Shape;1281;p8"/>
          <p:cNvSpPr txBox="1"/>
          <p:nvPr/>
        </p:nvSpPr>
        <p:spPr>
          <a:xfrm>
            <a:off x="4343400" y="3962400"/>
            <a:ext cx="4267200" cy="23622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2400"/>
              <a:buFont typeface="Comic Sans MS"/>
              <a:buNone/>
            </a:pPr>
            <a:r>
              <a:rPr b="0" i="1" lang="en-US" sz="2400" u="none">
                <a:solidFill>
                  <a:schemeClr val="dk1"/>
                </a:solidFill>
                <a:latin typeface="Comic Sans MS"/>
                <a:ea typeface="Comic Sans MS"/>
                <a:cs typeface="Comic Sans MS"/>
                <a:sym typeface="Comic Sans MS"/>
              </a:rPr>
              <a:t>protocols define format, order of msgs sent and received among network entities, and actions taken on msg transmission, receipt</a:t>
            </a:r>
            <a:r>
              <a:rPr b="0" i="1" lang="en-US" sz="2400" u="none">
                <a:solidFill>
                  <a:srgbClr val="FF0000"/>
                </a:solidFill>
                <a:latin typeface="Comic Sans MS"/>
                <a:ea typeface="Comic Sans MS"/>
                <a:cs typeface="Comic Sans MS"/>
                <a:sym typeface="Comic Sans MS"/>
              </a:rPr>
              <a:t> </a:t>
            </a:r>
            <a:endParaRPr/>
          </a:p>
        </p:txBody>
      </p:sp>
      <p:sp>
        <p:nvSpPr>
          <p:cNvPr id="1282" name="Google Shape;1282;p8"/>
          <p:cNvSpPr txBox="1"/>
          <p:nvPr/>
        </p:nvSpPr>
        <p:spPr>
          <a:xfrm>
            <a:off x="4495800" y="3962400"/>
            <a:ext cx="4343400" cy="2362200"/>
          </a:xfrm>
          <a:prstGeom prst="rect">
            <a:avLst/>
          </a:prstGeom>
          <a:no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7" name="Shape 1287"/>
        <p:cNvGrpSpPr/>
        <p:nvPr/>
      </p:nvGrpSpPr>
      <p:grpSpPr>
        <a:xfrm>
          <a:off x="0" y="0"/>
          <a:ext cx="0" cy="0"/>
          <a:chOff x="0" y="0"/>
          <a:chExt cx="0" cy="0"/>
        </a:xfrm>
      </p:grpSpPr>
      <p:sp>
        <p:nvSpPr>
          <p:cNvPr id="1288" name="Google Shape;1288;p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1289" name="Google Shape;1289;p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90" name="Google Shape;1290;p9"/>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What’s a protocol?</a:t>
            </a:r>
            <a:endParaRPr/>
          </a:p>
        </p:txBody>
      </p:sp>
      <p:sp>
        <p:nvSpPr>
          <p:cNvPr id="1291" name="Google Shape;1291;p9"/>
          <p:cNvSpPr txBox="1"/>
          <p:nvPr>
            <p:ph idx="1" type="body"/>
          </p:nvPr>
        </p:nvSpPr>
        <p:spPr>
          <a:xfrm>
            <a:off x="533400" y="1371600"/>
            <a:ext cx="8153400" cy="68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chemeClr val="dk1"/>
                </a:solidFill>
                <a:latin typeface="Comic Sans MS"/>
                <a:ea typeface="Comic Sans MS"/>
                <a:cs typeface="Comic Sans MS"/>
                <a:sym typeface="Comic Sans MS"/>
              </a:rPr>
              <a:t>a human protocol and a computer network protocol:</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
        <p:nvSpPr>
          <p:cNvPr id="1292" name="Google Shape;1292;p9"/>
          <p:cNvSpPr txBox="1"/>
          <p:nvPr/>
        </p:nvSpPr>
        <p:spPr>
          <a:xfrm>
            <a:off x="685800" y="5943600"/>
            <a:ext cx="4419600" cy="533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400"/>
              <a:buFont typeface="Comic Sans MS"/>
              <a:buNone/>
            </a:pPr>
            <a:r>
              <a:rPr b="0" i="0" lang="en-US" sz="2400" u="sng">
                <a:solidFill>
                  <a:srgbClr val="FF0000"/>
                </a:solidFill>
                <a:latin typeface="Comic Sans MS"/>
                <a:ea typeface="Comic Sans MS"/>
                <a:cs typeface="Comic Sans MS"/>
                <a:sym typeface="Comic Sans MS"/>
              </a:rPr>
              <a:t>Q:</a:t>
            </a:r>
            <a:r>
              <a:rPr b="0" i="0" lang="en-US" sz="2400" u="none">
                <a:solidFill>
                  <a:schemeClr val="dk1"/>
                </a:solidFill>
                <a:latin typeface="Comic Sans MS"/>
                <a:ea typeface="Comic Sans MS"/>
                <a:cs typeface="Comic Sans MS"/>
                <a:sym typeface="Comic Sans MS"/>
              </a:rPr>
              <a:t> Other human protocols? </a:t>
            </a:r>
            <a:endParaRPr/>
          </a:p>
        </p:txBody>
      </p:sp>
      <p:cxnSp>
        <p:nvCxnSpPr>
          <p:cNvPr id="1293" name="Google Shape;1293;p9"/>
          <p:cNvCxnSpPr/>
          <p:nvPr/>
        </p:nvCxnSpPr>
        <p:spPr>
          <a:xfrm>
            <a:off x="1257300" y="2771775"/>
            <a:ext cx="1762125" cy="276225"/>
          </a:xfrm>
          <a:prstGeom prst="straightConnector1">
            <a:avLst/>
          </a:prstGeom>
          <a:noFill/>
          <a:ln cap="flat" cmpd="sng" w="28575">
            <a:solidFill>
              <a:srgbClr val="FF0000"/>
            </a:solidFill>
            <a:prstDash val="solid"/>
            <a:miter lim="800000"/>
            <a:headEnd len="med" w="med" type="none"/>
            <a:tailEnd len="med" w="med" type="triangle"/>
          </a:ln>
        </p:spPr>
      </p:cxnSp>
      <p:grpSp>
        <p:nvGrpSpPr>
          <p:cNvPr id="1294" name="Google Shape;1294;p9"/>
          <p:cNvGrpSpPr/>
          <p:nvPr/>
        </p:nvGrpSpPr>
        <p:grpSpPr>
          <a:xfrm>
            <a:off x="7173912" y="2917825"/>
            <a:ext cx="355600" cy="933450"/>
            <a:chOff x="4180" y="783"/>
            <a:chExt cx="150" cy="307"/>
          </a:xfrm>
        </p:grpSpPr>
        <p:sp>
          <p:nvSpPr>
            <p:cNvPr id="1295" name="Google Shape;1295;p9"/>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96" name="Google Shape;1296;p9"/>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97" name="Google Shape;1297;p9"/>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98" name="Google Shape;1298;p9"/>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299" name="Google Shape;1299;p9"/>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300" name="Google Shape;1300;p9"/>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301" name="Google Shape;1301;p9"/>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02" name="Google Shape;1302;p9"/>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1303" name="Google Shape;1303;p9"/>
          <p:cNvGraphicFramePr/>
          <p:nvPr/>
        </p:nvGraphicFramePr>
        <p:xfrm>
          <a:off x="4543425" y="2632075"/>
          <a:ext cx="622300" cy="500062"/>
        </p:xfrm>
        <a:graphic>
          <a:graphicData uri="http://schemas.openxmlformats.org/presentationml/2006/ole">
            <mc:AlternateContent>
              <mc:Choice Requires="v">
                <p:oleObj r:id="rId4" imgH="500062" imgW="622300" progId="MS_ClipArt_Gallery.2" spid="_x0000_s1">
                  <p:embed/>
                </p:oleObj>
              </mc:Choice>
              <mc:Fallback>
                <p:oleObj r:id="rId5" imgH="500062" imgW="622300" progId="MS_ClipArt_Gallery.2">
                  <p:embed/>
                  <p:pic>
                    <p:nvPicPr>
                      <p:cNvPr id="1303" name="Google Shape;1303;p9"/>
                      <p:cNvPicPr preferRelativeResize="0"/>
                      <p:nvPr/>
                    </p:nvPicPr>
                    <p:blipFill rotWithShape="1">
                      <a:blip r:embed="rId6">
                        <a:alphaModFix/>
                      </a:blip>
                      <a:srcRect b="0" l="0" r="0" t="0"/>
                      <a:stretch/>
                    </p:blipFill>
                    <p:spPr>
                      <a:xfrm>
                        <a:off x="4543425" y="2632075"/>
                        <a:ext cx="622300" cy="500062"/>
                      </a:xfrm>
                      <a:prstGeom prst="rect">
                        <a:avLst/>
                      </a:prstGeom>
                      <a:noFill/>
                      <a:ln>
                        <a:noFill/>
                      </a:ln>
                    </p:spPr>
                  </p:pic>
                </p:oleObj>
              </mc:Fallback>
            </mc:AlternateContent>
          </a:graphicData>
        </a:graphic>
      </p:graphicFrame>
      <p:pic>
        <p:nvPicPr>
          <p:cNvPr descr="Alice" id="1304" name="Google Shape;1304;p9"/>
          <p:cNvPicPr preferRelativeResize="0"/>
          <p:nvPr/>
        </p:nvPicPr>
        <p:blipFill rotWithShape="1">
          <a:blip r:embed="rId7">
            <a:alphaModFix/>
          </a:blip>
          <a:srcRect b="0" l="0" r="0" t="0"/>
          <a:stretch/>
        </p:blipFill>
        <p:spPr>
          <a:xfrm>
            <a:off x="709612" y="2376487"/>
            <a:ext cx="561975" cy="693737"/>
          </a:xfrm>
          <a:prstGeom prst="rect">
            <a:avLst/>
          </a:prstGeom>
          <a:noFill/>
          <a:ln>
            <a:noFill/>
          </a:ln>
        </p:spPr>
      </p:pic>
      <p:pic>
        <p:nvPicPr>
          <p:cNvPr descr="Bob" id="1305" name="Google Shape;1305;p9"/>
          <p:cNvPicPr preferRelativeResize="0"/>
          <p:nvPr/>
        </p:nvPicPr>
        <p:blipFill rotWithShape="1">
          <a:blip r:embed="rId8">
            <a:alphaModFix/>
          </a:blip>
          <a:srcRect b="0" l="0" r="0" t="0"/>
          <a:stretch/>
        </p:blipFill>
        <p:spPr>
          <a:xfrm>
            <a:off x="3128962" y="2771775"/>
            <a:ext cx="676275" cy="690562"/>
          </a:xfrm>
          <a:prstGeom prst="rect">
            <a:avLst/>
          </a:prstGeom>
          <a:noFill/>
          <a:ln>
            <a:noFill/>
          </a:ln>
        </p:spPr>
      </p:pic>
      <p:sp>
        <p:nvSpPr>
          <p:cNvPr id="1306" name="Google Shape;1306;p9"/>
          <p:cNvSpPr txBox="1"/>
          <p:nvPr/>
        </p:nvSpPr>
        <p:spPr>
          <a:xfrm>
            <a:off x="1698625" y="2484437"/>
            <a:ext cx="503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Hi</a:t>
            </a:r>
            <a:endParaRPr/>
          </a:p>
        </p:txBody>
      </p:sp>
      <p:cxnSp>
        <p:nvCxnSpPr>
          <p:cNvPr id="1307" name="Google Shape;1307;p9"/>
          <p:cNvCxnSpPr/>
          <p:nvPr/>
        </p:nvCxnSpPr>
        <p:spPr>
          <a:xfrm flipH="1" rot="10800000">
            <a:off x="971550" y="3352800"/>
            <a:ext cx="2085975" cy="361950"/>
          </a:xfrm>
          <a:prstGeom prst="straightConnector1">
            <a:avLst/>
          </a:prstGeom>
          <a:noFill/>
          <a:ln cap="flat" cmpd="sng" w="28575">
            <a:solidFill>
              <a:srgbClr val="FF0000"/>
            </a:solidFill>
            <a:prstDash val="solid"/>
            <a:miter lim="800000"/>
            <a:headEnd len="med" w="med" type="triangle"/>
            <a:tailEnd len="med" w="med" type="none"/>
          </a:ln>
        </p:spPr>
      </p:cxnSp>
      <p:sp>
        <p:nvSpPr>
          <p:cNvPr id="1308" name="Google Shape;1308;p9"/>
          <p:cNvSpPr txBox="1"/>
          <p:nvPr/>
        </p:nvSpPr>
        <p:spPr>
          <a:xfrm>
            <a:off x="1689100" y="3141662"/>
            <a:ext cx="503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Hi</a:t>
            </a:r>
            <a:endParaRPr/>
          </a:p>
        </p:txBody>
      </p:sp>
      <p:cxnSp>
        <p:nvCxnSpPr>
          <p:cNvPr id="1309" name="Google Shape;1309;p9"/>
          <p:cNvCxnSpPr/>
          <p:nvPr/>
        </p:nvCxnSpPr>
        <p:spPr>
          <a:xfrm>
            <a:off x="933450" y="3762375"/>
            <a:ext cx="2162175" cy="438150"/>
          </a:xfrm>
          <a:prstGeom prst="straightConnector1">
            <a:avLst/>
          </a:prstGeom>
          <a:noFill/>
          <a:ln cap="flat" cmpd="sng" w="28575">
            <a:solidFill>
              <a:srgbClr val="FF0000"/>
            </a:solidFill>
            <a:prstDash val="solid"/>
            <a:miter lim="800000"/>
            <a:headEnd len="med" w="med" type="none"/>
            <a:tailEnd len="med" w="med" type="triangle"/>
          </a:ln>
        </p:spPr>
      </p:cxnSp>
      <p:grpSp>
        <p:nvGrpSpPr>
          <p:cNvPr id="1310" name="Google Shape;1310;p9"/>
          <p:cNvGrpSpPr/>
          <p:nvPr/>
        </p:nvGrpSpPr>
        <p:grpSpPr>
          <a:xfrm>
            <a:off x="1322387" y="3694112"/>
            <a:ext cx="1090612" cy="701675"/>
            <a:chOff x="737" y="2747"/>
            <a:chExt cx="687" cy="442"/>
          </a:xfrm>
        </p:grpSpPr>
        <p:sp>
          <p:nvSpPr>
            <p:cNvPr id="1311" name="Google Shape;1311;p9"/>
            <p:cNvSpPr txBox="1"/>
            <p:nvPr/>
          </p:nvSpPr>
          <p:spPr>
            <a:xfrm>
              <a:off x="786" y="2790"/>
              <a:ext cx="588" cy="3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12" name="Google Shape;1312;p9"/>
            <p:cNvSpPr txBox="1"/>
            <p:nvPr/>
          </p:nvSpPr>
          <p:spPr>
            <a:xfrm>
              <a:off x="737" y="2747"/>
              <a:ext cx="687" cy="44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Got the</a:t>
              </a:r>
              <a:endParaRPr/>
            </a:p>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time?</a:t>
              </a:r>
              <a:endParaRPr/>
            </a:p>
          </p:txBody>
        </p:sp>
      </p:grpSp>
      <p:cxnSp>
        <p:nvCxnSpPr>
          <p:cNvPr id="1313" name="Google Shape;1313;p9"/>
          <p:cNvCxnSpPr/>
          <p:nvPr/>
        </p:nvCxnSpPr>
        <p:spPr>
          <a:xfrm flipH="1" rot="10800000">
            <a:off x="1095375" y="4333875"/>
            <a:ext cx="1952625" cy="333375"/>
          </a:xfrm>
          <a:prstGeom prst="straightConnector1">
            <a:avLst/>
          </a:prstGeom>
          <a:noFill/>
          <a:ln cap="flat" cmpd="sng" w="28575">
            <a:solidFill>
              <a:srgbClr val="FF0000"/>
            </a:solidFill>
            <a:prstDash val="solid"/>
            <a:miter lim="800000"/>
            <a:headEnd len="med" w="med" type="triangle"/>
            <a:tailEnd len="med" w="med" type="none"/>
          </a:ln>
        </p:spPr>
      </p:cxnSp>
      <p:grpSp>
        <p:nvGrpSpPr>
          <p:cNvPr id="1314" name="Google Shape;1314;p9"/>
          <p:cNvGrpSpPr/>
          <p:nvPr/>
        </p:nvGrpSpPr>
        <p:grpSpPr>
          <a:xfrm>
            <a:off x="1431925" y="4360862"/>
            <a:ext cx="831850" cy="457200"/>
            <a:chOff x="1046" y="2771"/>
            <a:chExt cx="524" cy="288"/>
          </a:xfrm>
        </p:grpSpPr>
        <p:sp>
          <p:nvSpPr>
            <p:cNvPr id="1315" name="Google Shape;1315;p9"/>
            <p:cNvSpPr txBox="1"/>
            <p:nvPr/>
          </p:nvSpPr>
          <p:spPr>
            <a:xfrm>
              <a:off x="1104" y="2820"/>
              <a:ext cx="444" cy="1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16" name="Google Shape;1316;p9"/>
            <p:cNvSpPr txBox="1"/>
            <p:nvPr/>
          </p:nvSpPr>
          <p:spPr>
            <a:xfrm>
              <a:off x="1046" y="2771"/>
              <a:ext cx="52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2:00</a:t>
              </a:r>
              <a:endParaRPr/>
            </a:p>
          </p:txBody>
        </p:sp>
      </p:grpSp>
      <p:sp>
        <p:nvSpPr>
          <p:cNvPr id="1317" name="Google Shape;1317;p9"/>
          <p:cNvSpPr txBox="1"/>
          <p:nvPr/>
        </p:nvSpPr>
        <p:spPr>
          <a:xfrm>
            <a:off x="5222875" y="2713037"/>
            <a:ext cx="19748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TCP connection</a:t>
            </a:r>
            <a:endParaRPr/>
          </a:p>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 request</a:t>
            </a:r>
            <a:endParaRPr/>
          </a:p>
        </p:txBody>
      </p:sp>
      <p:cxnSp>
        <p:nvCxnSpPr>
          <p:cNvPr id="1318" name="Google Shape;1318;p9"/>
          <p:cNvCxnSpPr/>
          <p:nvPr/>
        </p:nvCxnSpPr>
        <p:spPr>
          <a:xfrm flipH="1" rot="10800000">
            <a:off x="4943475" y="4648200"/>
            <a:ext cx="2343150" cy="428625"/>
          </a:xfrm>
          <a:prstGeom prst="straightConnector1">
            <a:avLst/>
          </a:prstGeom>
          <a:noFill/>
          <a:ln cap="flat" cmpd="sng" w="28575">
            <a:solidFill>
              <a:srgbClr val="FF0000"/>
            </a:solidFill>
            <a:prstDash val="solid"/>
            <a:miter lim="800000"/>
            <a:headEnd len="med" w="med" type="triangle"/>
            <a:tailEnd len="med" w="med" type="none"/>
          </a:ln>
        </p:spPr>
      </p:cxnSp>
      <p:cxnSp>
        <p:nvCxnSpPr>
          <p:cNvPr id="1319" name="Google Shape;1319;p9"/>
          <p:cNvCxnSpPr/>
          <p:nvPr/>
        </p:nvCxnSpPr>
        <p:spPr>
          <a:xfrm>
            <a:off x="5219700" y="2981325"/>
            <a:ext cx="1762125" cy="276225"/>
          </a:xfrm>
          <a:prstGeom prst="straightConnector1">
            <a:avLst/>
          </a:prstGeom>
          <a:noFill/>
          <a:ln cap="flat" cmpd="sng" w="28575">
            <a:solidFill>
              <a:srgbClr val="FF0000"/>
            </a:solidFill>
            <a:prstDash val="solid"/>
            <a:miter lim="800000"/>
            <a:headEnd len="med" w="med" type="none"/>
            <a:tailEnd len="med" w="med" type="triangle"/>
          </a:ln>
        </p:spPr>
      </p:cxnSp>
      <p:cxnSp>
        <p:nvCxnSpPr>
          <p:cNvPr id="1320" name="Google Shape;1320;p9"/>
          <p:cNvCxnSpPr/>
          <p:nvPr/>
        </p:nvCxnSpPr>
        <p:spPr>
          <a:xfrm flipH="1" rot="10800000">
            <a:off x="4895850" y="3476625"/>
            <a:ext cx="2085975" cy="361950"/>
          </a:xfrm>
          <a:prstGeom prst="straightConnector1">
            <a:avLst/>
          </a:prstGeom>
          <a:noFill/>
          <a:ln cap="flat" cmpd="sng" w="28575">
            <a:solidFill>
              <a:srgbClr val="FF0000"/>
            </a:solidFill>
            <a:prstDash val="solid"/>
            <a:miter lim="800000"/>
            <a:headEnd len="med" w="med" type="triangle"/>
            <a:tailEnd len="med" w="med" type="none"/>
          </a:ln>
        </p:spPr>
      </p:cxnSp>
      <p:grpSp>
        <p:nvGrpSpPr>
          <p:cNvPr id="1321" name="Google Shape;1321;p9"/>
          <p:cNvGrpSpPr/>
          <p:nvPr/>
        </p:nvGrpSpPr>
        <p:grpSpPr>
          <a:xfrm>
            <a:off x="5156200" y="3408362"/>
            <a:ext cx="1974850" cy="701675"/>
            <a:chOff x="3248" y="2147"/>
            <a:chExt cx="1244" cy="442"/>
          </a:xfrm>
        </p:grpSpPr>
        <p:sp>
          <p:nvSpPr>
            <p:cNvPr id="1322" name="Google Shape;1322;p9"/>
            <p:cNvSpPr txBox="1"/>
            <p:nvPr/>
          </p:nvSpPr>
          <p:spPr>
            <a:xfrm>
              <a:off x="3306" y="2190"/>
              <a:ext cx="906"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23" name="Google Shape;1323;p9"/>
            <p:cNvSpPr txBox="1"/>
            <p:nvPr/>
          </p:nvSpPr>
          <p:spPr>
            <a:xfrm>
              <a:off x="3248" y="2147"/>
              <a:ext cx="1244" cy="4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TCP connection</a:t>
              </a:r>
              <a:endParaRPr/>
            </a:p>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response</a:t>
              </a:r>
              <a:endParaRPr/>
            </a:p>
          </p:txBody>
        </p:sp>
      </p:grpSp>
      <p:cxnSp>
        <p:nvCxnSpPr>
          <p:cNvPr id="1324" name="Google Shape;1324;p9"/>
          <p:cNvCxnSpPr/>
          <p:nvPr/>
        </p:nvCxnSpPr>
        <p:spPr>
          <a:xfrm>
            <a:off x="4943475" y="4086225"/>
            <a:ext cx="2400300" cy="419100"/>
          </a:xfrm>
          <a:prstGeom prst="straightConnector1">
            <a:avLst/>
          </a:prstGeom>
          <a:noFill/>
          <a:ln cap="flat" cmpd="sng" w="28575">
            <a:solidFill>
              <a:srgbClr val="FF0000"/>
            </a:solidFill>
            <a:prstDash val="solid"/>
            <a:miter lim="800000"/>
            <a:headEnd len="med" w="med" type="none"/>
            <a:tailEnd len="med" w="med" type="triangle"/>
          </a:ln>
        </p:spPr>
      </p:cxnSp>
      <p:grpSp>
        <p:nvGrpSpPr>
          <p:cNvPr id="1325" name="Google Shape;1325;p9"/>
          <p:cNvGrpSpPr/>
          <p:nvPr/>
        </p:nvGrpSpPr>
        <p:grpSpPr>
          <a:xfrm>
            <a:off x="5156200" y="4151312"/>
            <a:ext cx="3794125" cy="304800"/>
            <a:chOff x="3212" y="2597"/>
            <a:chExt cx="2390" cy="192"/>
          </a:xfrm>
        </p:grpSpPr>
        <p:sp>
          <p:nvSpPr>
            <p:cNvPr id="1326" name="Google Shape;1326;p9"/>
            <p:cNvSpPr txBox="1"/>
            <p:nvPr/>
          </p:nvSpPr>
          <p:spPr>
            <a:xfrm>
              <a:off x="3252" y="2628"/>
              <a:ext cx="2100" cy="11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27" name="Google Shape;1327;p9"/>
            <p:cNvSpPr txBox="1"/>
            <p:nvPr/>
          </p:nvSpPr>
          <p:spPr>
            <a:xfrm>
              <a:off x="3212" y="2597"/>
              <a:ext cx="2390"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omic Sans MS"/>
                <a:buNone/>
              </a:pPr>
              <a:r>
                <a:rPr b="0" i="0" lang="en-US" sz="1400" u="none">
                  <a:solidFill>
                    <a:srgbClr val="FF0000"/>
                  </a:solidFill>
                  <a:latin typeface="Comic Sans MS"/>
                  <a:ea typeface="Comic Sans MS"/>
                  <a:cs typeface="Comic Sans MS"/>
                  <a:sym typeface="Comic Sans MS"/>
                </a:rPr>
                <a:t>Get http://www.awl.com/kurose-ross</a:t>
              </a:r>
              <a:endParaRPr/>
            </a:p>
          </p:txBody>
        </p:sp>
      </p:grpSp>
      <p:grpSp>
        <p:nvGrpSpPr>
          <p:cNvPr id="1328" name="Google Shape;1328;p9"/>
          <p:cNvGrpSpPr/>
          <p:nvPr/>
        </p:nvGrpSpPr>
        <p:grpSpPr>
          <a:xfrm>
            <a:off x="5784850" y="4656137"/>
            <a:ext cx="908050" cy="457200"/>
            <a:chOff x="1046" y="2771"/>
            <a:chExt cx="572" cy="288"/>
          </a:xfrm>
        </p:grpSpPr>
        <p:sp>
          <p:nvSpPr>
            <p:cNvPr id="1329" name="Google Shape;1329;p9"/>
            <p:cNvSpPr txBox="1"/>
            <p:nvPr/>
          </p:nvSpPr>
          <p:spPr>
            <a:xfrm>
              <a:off x="1104" y="2820"/>
              <a:ext cx="444" cy="1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30" name="Google Shape;1330;p9"/>
            <p:cNvSpPr txBox="1"/>
            <p:nvPr/>
          </p:nvSpPr>
          <p:spPr>
            <a:xfrm>
              <a:off x="1046" y="2771"/>
              <a:ext cx="57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&lt;file&gt;</a:t>
              </a:r>
              <a:endParaRPr/>
            </a:p>
          </p:txBody>
        </p:sp>
      </p:grpSp>
      <p:cxnSp>
        <p:nvCxnSpPr>
          <p:cNvPr id="1331" name="Google Shape;1331;p9"/>
          <p:cNvCxnSpPr/>
          <p:nvPr/>
        </p:nvCxnSpPr>
        <p:spPr>
          <a:xfrm>
            <a:off x="4057650" y="1962150"/>
            <a:ext cx="0" cy="3857625"/>
          </a:xfrm>
          <a:prstGeom prst="straightConnector1">
            <a:avLst/>
          </a:prstGeom>
          <a:noFill/>
          <a:ln cap="flat" cmpd="sng" w="38100">
            <a:solidFill>
              <a:schemeClr val="accent2"/>
            </a:solidFill>
            <a:prstDash val="solid"/>
            <a:miter lim="800000"/>
            <a:headEnd len="med" w="med" type="none"/>
            <a:tailEnd len="med" w="med" type="triangle"/>
          </a:ln>
        </p:spPr>
      </p:cxnSp>
      <p:grpSp>
        <p:nvGrpSpPr>
          <p:cNvPr id="1332" name="Google Shape;1332;p9"/>
          <p:cNvGrpSpPr/>
          <p:nvPr/>
        </p:nvGrpSpPr>
        <p:grpSpPr>
          <a:xfrm>
            <a:off x="3679825" y="5094287"/>
            <a:ext cx="815975" cy="457200"/>
            <a:chOff x="2198" y="3221"/>
            <a:chExt cx="514" cy="288"/>
          </a:xfrm>
        </p:grpSpPr>
        <p:sp>
          <p:nvSpPr>
            <p:cNvPr id="1333" name="Google Shape;1333;p9"/>
            <p:cNvSpPr txBox="1"/>
            <p:nvPr/>
          </p:nvSpPr>
          <p:spPr>
            <a:xfrm>
              <a:off x="2244" y="3282"/>
              <a:ext cx="408" cy="1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34" name="Google Shape;1334;p9"/>
            <p:cNvSpPr txBox="1"/>
            <p:nvPr/>
          </p:nvSpPr>
          <p:spPr>
            <a:xfrm>
              <a:off x="2198" y="3221"/>
              <a:ext cx="51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time</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9" name="Shape 1339"/>
        <p:cNvGrpSpPr/>
        <p:nvPr/>
      </p:nvGrpSpPr>
      <p:grpSpPr>
        <a:xfrm>
          <a:off x="0" y="0"/>
          <a:ext cx="0" cy="0"/>
          <a:chOff x="0" y="0"/>
          <a:chExt cx="0" cy="0"/>
        </a:xfrm>
      </p:grpSpPr>
      <p:sp>
        <p:nvSpPr>
          <p:cNvPr id="1340" name="Google Shape;1340;p1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1341" name="Google Shape;1341;p1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342" name="Google Shape;1342;p1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1343" name="Google Shape;1343;p10"/>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chemeClr val="accent2"/>
                </a:solidFill>
                <a:latin typeface="Comic Sans MS"/>
                <a:ea typeface="Comic Sans MS"/>
                <a:cs typeface="Comic Sans MS"/>
                <a:sym typeface="Comic Sans MS"/>
              </a:rPr>
              <a:t>1.1 </a:t>
            </a:r>
            <a:r>
              <a:rPr b="0" i="0" lang="en-US" sz="2400" u="none">
                <a:solidFill>
                  <a:schemeClr val="dk1"/>
                </a:solidFill>
                <a:latin typeface="Comic Sans MS"/>
                <a:ea typeface="Comic Sans MS"/>
                <a:cs typeface="Comic Sans MS"/>
                <a:sym typeface="Comic Sans MS"/>
              </a:rPr>
              <a:t>What </a:t>
            </a:r>
            <a:r>
              <a:rPr b="0" i="1" lang="en-US" sz="2400" u="none">
                <a:solidFill>
                  <a:schemeClr val="dk1"/>
                </a:solidFill>
                <a:latin typeface="Comic Sans MS"/>
                <a:ea typeface="Comic Sans MS"/>
                <a:cs typeface="Comic Sans MS"/>
                <a:sym typeface="Comic Sans MS"/>
              </a:rPr>
              <a:t>is</a:t>
            </a:r>
            <a:r>
              <a:rPr b="0" i="0" lang="en-US" sz="2400" u="none">
                <a:solidFill>
                  <a:schemeClr val="dk1"/>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rgbClr val="FF3300"/>
                </a:solidFill>
                <a:latin typeface="Comic Sans MS"/>
                <a:ea typeface="Comic Sans MS"/>
                <a:cs typeface="Comic Sans MS"/>
                <a:sym typeface="Comic Sans MS"/>
              </a:rPr>
              <a:t>1.2 Network edge</a:t>
            </a:r>
            <a:endParaRPr/>
          </a:p>
          <a:p>
            <a:pPr indent="-228600" lvl="2" marL="1143000" rtl="0" algn="l">
              <a:lnSpc>
                <a:spcPct val="100000"/>
              </a:lnSpc>
              <a:spcBef>
                <a:spcPts val="400"/>
              </a:spcBef>
              <a:spcAft>
                <a:spcPts val="0"/>
              </a:spcAft>
              <a:buClr>
                <a:srgbClr val="FF3300"/>
              </a:buClr>
              <a:buSzPts val="1800"/>
              <a:buFont typeface="Noto Sans Symbols"/>
              <a:buChar char="❑"/>
            </a:pPr>
            <a:r>
              <a:rPr b="0" i="0" lang="en-US" sz="2000" u="none">
                <a:solidFill>
                  <a:srgbClr val="FF3300"/>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1.3 </a:t>
            </a:r>
            <a:r>
              <a:rPr b="0" i="0" lang="en-US" sz="2400" u="none">
                <a:solidFill>
                  <a:schemeClr val="dk1"/>
                </a:solidFill>
                <a:latin typeface="Comic Sans MS"/>
                <a:ea typeface="Comic Sans MS"/>
                <a:cs typeface="Comic Sans MS"/>
                <a:sym typeface="Comic Sans MS"/>
              </a:rPr>
              <a:t>Network core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1.4</a:t>
            </a:r>
            <a:r>
              <a:rPr b="0" i="0" lang="en-US" sz="2400" u="none">
                <a:solidFill>
                  <a:schemeClr val="dk1"/>
                </a:solidFill>
                <a:latin typeface="Comic Sans MS"/>
                <a:ea typeface="Comic Sans MS"/>
                <a:cs typeface="Comic Sans MS"/>
                <a:sym typeface="Comic Sans MS"/>
              </a:rPr>
              <a:t> 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1.5</a:t>
            </a:r>
            <a:r>
              <a:rPr b="0" i="0" lang="en-US" sz="2400" u="none">
                <a:solidFill>
                  <a:schemeClr val="dk1"/>
                </a:solidFill>
                <a:latin typeface="Comic Sans MS"/>
                <a:ea typeface="Comic Sans MS"/>
                <a:cs typeface="Comic Sans MS"/>
                <a:sym typeface="Comic Sans MS"/>
              </a:rPr>
              <a:t> Protocol layers, service models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1.6</a:t>
            </a:r>
            <a:r>
              <a:rPr b="0" i="0" lang="en-US" sz="2400" u="none">
                <a:solidFill>
                  <a:schemeClr val="dk1"/>
                </a:solidFill>
                <a:latin typeface="Comic Sans MS"/>
                <a:ea typeface="Comic Sans MS"/>
                <a:cs typeface="Comic Sans MS"/>
                <a:sym typeface="Comic Sans MS"/>
              </a:rPr>
              <a:t> Networks under attack: security</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1.7</a:t>
            </a:r>
            <a:r>
              <a:rPr b="0" i="0" lang="en-US" sz="2400" u="none">
                <a:solidFill>
                  <a:schemeClr val="dk1"/>
                </a:solidFill>
                <a:latin typeface="Comic Sans MS"/>
                <a:ea typeface="Comic Sans MS"/>
                <a:cs typeface="Comic Sans MS"/>
                <a:sym typeface="Comic Sans MS"/>
              </a:rPr>
              <a:t> 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8" name="Shape 1348"/>
        <p:cNvGrpSpPr/>
        <p:nvPr/>
      </p:nvGrpSpPr>
      <p:grpSpPr>
        <a:xfrm>
          <a:off x="0" y="0"/>
          <a:ext cx="0" cy="0"/>
          <a:chOff x="0" y="0"/>
          <a:chExt cx="0" cy="0"/>
        </a:xfrm>
      </p:grpSpPr>
      <p:sp>
        <p:nvSpPr>
          <p:cNvPr id="1349" name="Google Shape;1349;p1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1350" name="Google Shape;1350;p1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grpSp>
        <p:nvGrpSpPr>
          <p:cNvPr id="1351" name="Google Shape;1351;p11"/>
          <p:cNvGrpSpPr/>
          <p:nvPr/>
        </p:nvGrpSpPr>
        <p:grpSpPr>
          <a:xfrm>
            <a:off x="4989512" y="1639887"/>
            <a:ext cx="3470275" cy="4168775"/>
            <a:chOff x="3143" y="1033"/>
            <a:chExt cx="2186" cy="2626"/>
          </a:xfrm>
        </p:grpSpPr>
        <p:sp>
          <p:nvSpPr>
            <p:cNvPr id="1352" name="Google Shape;1352;p11"/>
            <p:cNvSpPr/>
            <p:nvPr/>
          </p:nvSpPr>
          <p:spPr>
            <a:xfrm>
              <a:off x="4227" y="2178"/>
              <a:ext cx="828" cy="425"/>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3" name="Google Shape;1353;p11"/>
            <p:cNvSpPr/>
            <p:nvPr/>
          </p:nvSpPr>
          <p:spPr>
            <a:xfrm>
              <a:off x="4239" y="1217"/>
              <a:ext cx="1090" cy="65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4" name="Google Shape;1354;p11"/>
            <p:cNvSpPr/>
            <p:nvPr/>
          </p:nvSpPr>
          <p:spPr>
            <a:xfrm>
              <a:off x="3143" y="1033"/>
              <a:ext cx="1036" cy="67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355" name="Google Shape;1355;p11"/>
            <p:cNvGrpSpPr/>
            <p:nvPr/>
          </p:nvGrpSpPr>
          <p:grpSpPr>
            <a:xfrm>
              <a:off x="3198" y="1874"/>
              <a:ext cx="919" cy="588"/>
              <a:chOff x="2889" y="1631"/>
              <a:chExt cx="980" cy="743"/>
            </a:xfrm>
          </p:grpSpPr>
          <p:sp>
            <p:nvSpPr>
              <p:cNvPr id="1356" name="Google Shape;1356;p11"/>
              <p:cNvSpPr txBox="1"/>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7" name="Google Shape;1357;p11"/>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358" name="Google Shape;1358;p11"/>
            <p:cNvCxnSpPr/>
            <p:nvPr/>
          </p:nvCxnSpPr>
          <p:spPr>
            <a:xfrm>
              <a:off x="3864" y="2312"/>
              <a:ext cx="428" cy="0"/>
            </a:xfrm>
            <a:prstGeom prst="straightConnector1">
              <a:avLst/>
            </a:prstGeom>
            <a:noFill/>
            <a:ln cap="flat" cmpd="sng" w="9525">
              <a:solidFill>
                <a:schemeClr val="dk1"/>
              </a:solidFill>
              <a:prstDash val="solid"/>
              <a:miter lim="800000"/>
              <a:headEnd len="med" w="med" type="none"/>
              <a:tailEnd len="med" w="med" type="none"/>
            </a:ln>
          </p:spPr>
        </p:cxnSp>
        <p:cxnSp>
          <p:nvCxnSpPr>
            <p:cNvPr id="1359" name="Google Shape;1359;p11"/>
            <p:cNvCxnSpPr/>
            <p:nvPr/>
          </p:nvCxnSpPr>
          <p:spPr>
            <a:xfrm>
              <a:off x="4050" y="1586"/>
              <a:ext cx="321" cy="2"/>
            </a:xfrm>
            <a:prstGeom prst="straightConnector1">
              <a:avLst/>
            </a:prstGeom>
            <a:noFill/>
            <a:ln cap="flat" cmpd="sng" w="9525">
              <a:solidFill>
                <a:schemeClr val="dk1"/>
              </a:solidFill>
              <a:prstDash val="solid"/>
              <a:miter lim="800000"/>
              <a:headEnd len="med" w="med" type="none"/>
              <a:tailEnd len="med" w="med" type="none"/>
            </a:ln>
          </p:spPr>
        </p:cxnSp>
        <p:sp>
          <p:nvSpPr>
            <p:cNvPr id="1360" name="Google Shape;1360;p11"/>
            <p:cNvSpPr/>
            <p:nvPr/>
          </p:nvSpPr>
          <p:spPr>
            <a:xfrm>
              <a:off x="3348" y="2742"/>
              <a:ext cx="1877" cy="91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361" name="Google Shape;1361;p11"/>
            <p:cNvCxnSpPr/>
            <p:nvPr/>
          </p:nvCxnSpPr>
          <p:spPr>
            <a:xfrm flipH="1">
              <a:off x="4411" y="1804"/>
              <a:ext cx="62" cy="444"/>
            </a:xfrm>
            <a:prstGeom prst="straightConnector1">
              <a:avLst/>
            </a:prstGeom>
            <a:noFill/>
            <a:ln cap="flat" cmpd="sng" w="9525">
              <a:solidFill>
                <a:schemeClr val="dk1"/>
              </a:solidFill>
              <a:prstDash val="solid"/>
              <a:miter lim="800000"/>
              <a:headEnd len="med" w="med" type="none"/>
              <a:tailEnd len="med" w="med" type="none"/>
            </a:ln>
          </p:spPr>
        </p:cxnSp>
        <p:cxnSp>
          <p:nvCxnSpPr>
            <p:cNvPr id="1362" name="Google Shape;1362;p11"/>
            <p:cNvCxnSpPr/>
            <p:nvPr/>
          </p:nvCxnSpPr>
          <p:spPr>
            <a:xfrm flipH="1">
              <a:off x="4783" y="1804"/>
              <a:ext cx="70" cy="458"/>
            </a:xfrm>
            <a:prstGeom prst="straightConnector1">
              <a:avLst/>
            </a:prstGeom>
            <a:noFill/>
            <a:ln cap="flat" cmpd="sng" w="9525">
              <a:solidFill>
                <a:schemeClr val="dk1"/>
              </a:solidFill>
              <a:prstDash val="solid"/>
              <a:miter lim="800000"/>
              <a:headEnd len="med" w="med" type="none"/>
              <a:tailEnd len="med" w="med" type="none"/>
            </a:ln>
          </p:spPr>
        </p:cxnSp>
        <p:cxnSp>
          <p:nvCxnSpPr>
            <p:cNvPr id="1363" name="Google Shape;1363;p11"/>
            <p:cNvCxnSpPr/>
            <p:nvPr/>
          </p:nvCxnSpPr>
          <p:spPr>
            <a:xfrm flipH="1" rot="10800000">
              <a:off x="4396" y="2523"/>
              <a:ext cx="143" cy="275"/>
            </a:xfrm>
            <a:prstGeom prst="straightConnector1">
              <a:avLst/>
            </a:prstGeom>
            <a:noFill/>
            <a:ln cap="flat" cmpd="sng" w="9525">
              <a:solidFill>
                <a:schemeClr val="dk1"/>
              </a:solidFill>
              <a:prstDash val="solid"/>
              <a:miter lim="800000"/>
              <a:headEnd len="med" w="med" type="none"/>
              <a:tailEnd len="med" w="med" type="none"/>
            </a:ln>
          </p:spPr>
        </p:cxnSp>
      </p:grpSp>
      <p:sp>
        <p:nvSpPr>
          <p:cNvPr id="1364" name="Google Shape;1364;p1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A closer look at network structure:</a:t>
            </a:r>
            <a:endParaRPr/>
          </a:p>
        </p:txBody>
      </p:sp>
      <p:sp>
        <p:nvSpPr>
          <p:cNvPr id="1365" name="Google Shape;1365;p11"/>
          <p:cNvSpPr txBox="1"/>
          <p:nvPr>
            <p:ph idx="1" type="body"/>
          </p:nvPr>
        </p:nvSpPr>
        <p:spPr>
          <a:xfrm>
            <a:off x="417512" y="1381125"/>
            <a:ext cx="3810000" cy="2819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network edge:</a:t>
            </a:r>
            <a:r>
              <a:rPr b="0" i="0" lang="en-US" sz="2800" u="none">
                <a:solidFill>
                  <a:schemeClr val="dk1"/>
                </a:solidFill>
                <a:latin typeface="Comic Sans MS"/>
                <a:ea typeface="Comic Sans MS"/>
                <a:cs typeface="Comic Sans MS"/>
                <a:sym typeface="Comic Sans MS"/>
              </a:rPr>
              <a:t> applications and hosts</a:t>
            </a:r>
            <a:endParaRPr/>
          </a:p>
        </p:txBody>
      </p:sp>
      <p:grpSp>
        <p:nvGrpSpPr>
          <p:cNvPr id="1366" name="Google Shape;1366;p11"/>
          <p:cNvGrpSpPr/>
          <p:nvPr/>
        </p:nvGrpSpPr>
        <p:grpSpPr>
          <a:xfrm>
            <a:off x="5103812" y="1658937"/>
            <a:ext cx="3021012" cy="3981450"/>
            <a:chOff x="3189" y="1069"/>
            <a:chExt cx="1903" cy="2508"/>
          </a:xfrm>
        </p:grpSpPr>
        <p:grpSp>
          <p:nvGrpSpPr>
            <p:cNvPr id="1367" name="Google Shape;1367;p11"/>
            <p:cNvGrpSpPr/>
            <p:nvPr/>
          </p:nvGrpSpPr>
          <p:grpSpPr>
            <a:xfrm>
              <a:off x="3189" y="1364"/>
              <a:ext cx="436" cy="114"/>
              <a:chOff x="3072" y="739"/>
              <a:chExt cx="652" cy="146"/>
            </a:xfrm>
          </p:grpSpPr>
          <p:pic>
            <p:nvPicPr>
              <p:cNvPr descr="lgv_fqmg[1]" id="1368" name="Google Shape;1368;p11"/>
              <p:cNvPicPr preferRelativeResize="0"/>
              <p:nvPr/>
            </p:nvPicPr>
            <p:blipFill rotWithShape="1">
              <a:blip r:embed="rId4">
                <a:alphaModFix/>
              </a:blip>
              <a:srcRect b="0" l="0" r="0" t="0"/>
              <a:stretch/>
            </p:blipFill>
            <p:spPr>
              <a:xfrm flipH="1">
                <a:off x="3237" y="739"/>
                <a:ext cx="487" cy="146"/>
              </a:xfrm>
              <a:prstGeom prst="rect">
                <a:avLst/>
              </a:prstGeom>
              <a:noFill/>
              <a:ln>
                <a:noFill/>
              </a:ln>
            </p:spPr>
          </p:pic>
          <p:cxnSp>
            <p:nvCxnSpPr>
              <p:cNvPr id="1369" name="Google Shape;1369;p11"/>
              <p:cNvCxnSpPr/>
              <p:nvPr/>
            </p:nvCxnSpPr>
            <p:spPr>
              <a:xfrm rot="10800000">
                <a:off x="3104" y="784"/>
                <a:ext cx="88" cy="0"/>
              </a:xfrm>
              <a:prstGeom prst="straightConnector1">
                <a:avLst/>
              </a:prstGeom>
              <a:noFill/>
              <a:ln cap="flat" cmpd="sng" w="9525">
                <a:solidFill>
                  <a:schemeClr val="dk1"/>
                </a:solidFill>
                <a:prstDash val="solid"/>
                <a:miter lim="800000"/>
                <a:headEnd len="med" w="med" type="none"/>
                <a:tailEnd len="med" w="med" type="none"/>
              </a:ln>
            </p:spPr>
          </p:cxnSp>
          <p:cxnSp>
            <p:nvCxnSpPr>
              <p:cNvPr id="1370" name="Google Shape;1370;p11"/>
              <p:cNvCxnSpPr/>
              <p:nvPr/>
            </p:nvCxnSpPr>
            <p:spPr>
              <a:xfrm rot="10800000">
                <a:off x="3072" y="760"/>
                <a:ext cx="144" cy="0"/>
              </a:xfrm>
              <a:prstGeom prst="straightConnector1">
                <a:avLst/>
              </a:prstGeom>
              <a:noFill/>
              <a:ln cap="flat" cmpd="sng" w="9525">
                <a:solidFill>
                  <a:schemeClr val="dk1"/>
                </a:solidFill>
                <a:prstDash val="solid"/>
                <a:miter lim="800000"/>
                <a:headEnd len="med" w="med" type="none"/>
                <a:tailEnd len="med" w="med" type="none"/>
              </a:ln>
            </p:spPr>
          </p:cxnSp>
        </p:grpSp>
        <p:pic>
          <p:nvPicPr>
            <p:cNvPr descr="imgyjavg[1]" id="1371" name="Google Shape;1371;p11"/>
            <p:cNvPicPr preferRelativeResize="0"/>
            <p:nvPr/>
          </p:nvPicPr>
          <p:blipFill rotWithShape="1">
            <a:blip r:embed="rId5">
              <a:alphaModFix/>
            </a:blip>
            <a:srcRect b="0" l="0" r="0" t="0"/>
            <a:stretch/>
          </p:blipFill>
          <p:spPr>
            <a:xfrm>
              <a:off x="3365" y="1183"/>
              <a:ext cx="232" cy="168"/>
            </a:xfrm>
            <a:prstGeom prst="rect">
              <a:avLst/>
            </a:prstGeom>
            <a:noFill/>
            <a:ln>
              <a:noFill/>
            </a:ln>
          </p:spPr>
        </p:pic>
        <p:grpSp>
          <p:nvGrpSpPr>
            <p:cNvPr id="1372" name="Google Shape;1372;p11"/>
            <p:cNvGrpSpPr/>
            <p:nvPr/>
          </p:nvGrpSpPr>
          <p:grpSpPr>
            <a:xfrm>
              <a:off x="3846" y="1069"/>
              <a:ext cx="256" cy="269"/>
              <a:chOff x="2870" y="1518"/>
              <a:chExt cx="292" cy="320"/>
            </a:xfrm>
          </p:grpSpPr>
          <p:graphicFrame>
            <p:nvGraphicFramePr>
              <p:cNvPr id="1373" name="Google Shape;1373;p11"/>
              <p:cNvGraphicFramePr/>
              <p:nvPr/>
            </p:nvGraphicFramePr>
            <p:xfrm>
              <a:off x="2870" y="1518"/>
              <a:ext cx="272" cy="282"/>
            </p:xfrm>
            <a:graphic>
              <a:graphicData uri="http://schemas.openxmlformats.org/presentationml/2006/ole">
                <mc:AlternateContent>
                  <mc:Choice Requires="v">
                    <p:oleObj r:id="rId6" imgH="282" imgW="272" progId="MS_ClipArt_Gallery.2" spid="_x0000_s1">
                      <p:embed/>
                    </p:oleObj>
                  </mc:Choice>
                  <mc:Fallback>
                    <p:oleObj r:id="rId7" imgH="282" imgW="272" progId="MS_ClipArt_Gallery.2">
                      <p:embed/>
                      <p:pic>
                        <p:nvPicPr>
                          <p:cNvPr id="1373" name="Google Shape;1373;p1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374" name="Google Shape;1374;p11"/>
              <p:cNvGraphicFramePr/>
              <p:nvPr/>
            </p:nvGraphicFramePr>
            <p:xfrm>
              <a:off x="2913" y="1602"/>
              <a:ext cx="249" cy="236"/>
            </p:xfrm>
            <a:graphic>
              <a:graphicData uri="http://schemas.openxmlformats.org/presentationml/2006/ole">
                <mc:AlternateContent>
                  <mc:Choice Requires="v">
                    <p:oleObj r:id="rId9" imgH="236" imgW="249" progId="MS_ClipArt_Gallery.2" spid="_x0000_s2">
                      <p:embed/>
                    </p:oleObj>
                  </mc:Choice>
                  <mc:Fallback>
                    <p:oleObj r:id="rId10" imgH="236" imgW="249" progId="MS_ClipArt_Gallery.2">
                      <p:embed/>
                      <p:pic>
                        <p:nvPicPr>
                          <p:cNvPr id="1374" name="Google Shape;1374;p1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375" name="Google Shape;1375;p11"/>
            <p:cNvGrpSpPr/>
            <p:nvPr/>
          </p:nvGrpSpPr>
          <p:grpSpPr>
            <a:xfrm>
              <a:off x="3390" y="1979"/>
              <a:ext cx="209" cy="224"/>
              <a:chOff x="2870" y="1518"/>
              <a:chExt cx="292" cy="320"/>
            </a:xfrm>
          </p:grpSpPr>
          <p:graphicFrame>
            <p:nvGraphicFramePr>
              <p:cNvPr id="1376" name="Google Shape;1376;p11"/>
              <p:cNvGraphicFramePr/>
              <p:nvPr/>
            </p:nvGraphicFramePr>
            <p:xfrm>
              <a:off x="2870" y="1518"/>
              <a:ext cx="272" cy="282"/>
            </p:xfrm>
            <a:graphic>
              <a:graphicData uri="http://schemas.openxmlformats.org/presentationml/2006/ole">
                <mc:AlternateContent>
                  <mc:Choice Requires="v">
                    <p:oleObj r:id="rId12" imgH="282" imgW="272" progId="MS_ClipArt_Gallery.2" spid="_x0000_s3">
                      <p:embed/>
                    </p:oleObj>
                  </mc:Choice>
                  <mc:Fallback>
                    <p:oleObj r:id="rId13" imgH="282" imgW="272" progId="MS_ClipArt_Gallery.2">
                      <p:embed/>
                      <p:pic>
                        <p:nvPicPr>
                          <p:cNvPr id="1376" name="Google Shape;1376;p1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377" name="Google Shape;1377;p11"/>
              <p:cNvGraphicFramePr/>
              <p:nvPr/>
            </p:nvGraphicFramePr>
            <p:xfrm>
              <a:off x="2913" y="1602"/>
              <a:ext cx="249" cy="236"/>
            </p:xfrm>
            <a:graphic>
              <a:graphicData uri="http://schemas.openxmlformats.org/presentationml/2006/ole">
                <mc:AlternateContent>
                  <mc:Choice Requires="v">
                    <p:oleObj r:id="rId14" imgH="236" imgW="249" progId="MS_ClipArt_Gallery.2" spid="_x0000_s4">
                      <p:embed/>
                    </p:oleObj>
                  </mc:Choice>
                  <mc:Fallback>
                    <p:oleObj r:id="rId15" imgH="236" imgW="249" progId="MS_ClipArt_Gallery.2">
                      <p:embed/>
                      <p:pic>
                        <p:nvPicPr>
                          <p:cNvPr id="1377" name="Google Shape;1377;p1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aphicFrame>
          <p:nvGraphicFramePr>
            <p:cNvPr id="1378" name="Google Shape;1378;p11"/>
            <p:cNvGraphicFramePr/>
            <p:nvPr/>
          </p:nvGraphicFramePr>
          <p:xfrm>
            <a:off x="3660" y="2006"/>
            <a:ext cx="207" cy="173"/>
          </p:xfrm>
          <a:graphic>
            <a:graphicData uri="http://schemas.openxmlformats.org/presentationml/2006/ole">
              <mc:AlternateContent>
                <mc:Choice Requires="v">
                  <p:oleObj r:id="rId16" imgH="173" imgW="207" progId="MS_ClipArt_Gallery.2" spid="_x0000_s5">
                    <p:embed/>
                  </p:oleObj>
                </mc:Choice>
                <mc:Fallback>
                  <p:oleObj r:id="rId17" imgH="173" imgW="207" progId="MS_ClipArt_Gallery.2">
                    <p:embed/>
                    <p:pic>
                      <p:nvPicPr>
                        <p:cNvPr id="1378" name="Google Shape;1378;p11"/>
                        <p:cNvPicPr preferRelativeResize="0"/>
                        <p:nvPr/>
                      </p:nvPicPr>
                      <p:blipFill rotWithShape="1">
                        <a:blip r:embed="rId18">
                          <a:alphaModFix/>
                        </a:blip>
                        <a:srcRect b="0" l="0" r="0" t="0"/>
                        <a:stretch/>
                      </p:blipFill>
                      <p:spPr>
                        <a:xfrm>
                          <a:off x="3660" y="2006"/>
                          <a:ext cx="207" cy="173"/>
                        </a:xfrm>
                        <a:prstGeom prst="rect">
                          <a:avLst/>
                        </a:prstGeom>
                        <a:noFill/>
                        <a:ln>
                          <a:noFill/>
                        </a:ln>
                      </p:spPr>
                    </p:pic>
                  </p:oleObj>
                </mc:Fallback>
              </mc:AlternateContent>
            </a:graphicData>
          </a:graphic>
        </p:graphicFrame>
        <p:grpSp>
          <p:nvGrpSpPr>
            <p:cNvPr id="1379" name="Google Shape;1379;p11"/>
            <p:cNvGrpSpPr/>
            <p:nvPr/>
          </p:nvGrpSpPr>
          <p:grpSpPr>
            <a:xfrm>
              <a:off x="4702" y="3292"/>
              <a:ext cx="125" cy="230"/>
              <a:chOff x="4180" y="783"/>
              <a:chExt cx="150" cy="307"/>
            </a:xfrm>
          </p:grpSpPr>
          <p:sp>
            <p:nvSpPr>
              <p:cNvPr id="1380" name="Google Shape;1380;p11"/>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81" name="Google Shape;1381;p11"/>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82" name="Google Shape;1382;p11"/>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83" name="Google Shape;1383;p11"/>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384" name="Google Shape;1384;p11"/>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385" name="Google Shape;1385;p11"/>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386" name="Google Shape;1386;p11"/>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87" name="Google Shape;1387;p11"/>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1388" name="Google Shape;1388;p11"/>
            <p:cNvGraphicFramePr/>
            <p:nvPr/>
          </p:nvGraphicFramePr>
          <p:xfrm>
            <a:off x="3417" y="3101"/>
            <a:ext cx="216" cy="180"/>
          </p:xfrm>
          <a:graphic>
            <a:graphicData uri="http://schemas.openxmlformats.org/presentationml/2006/ole">
              <mc:AlternateContent>
                <mc:Choice Requires="v">
                  <p:oleObj r:id="rId19" imgH="180" imgW="216" progId="MS_ClipArt_Gallery.2" spid="_x0000_s6">
                    <p:embed/>
                  </p:oleObj>
                </mc:Choice>
                <mc:Fallback>
                  <p:oleObj r:id="rId20" imgH="180" imgW="216" progId="MS_ClipArt_Gallery.2">
                    <p:embed/>
                    <p:pic>
                      <p:nvPicPr>
                        <p:cNvPr id="1388" name="Google Shape;1388;p11"/>
                        <p:cNvPicPr preferRelativeResize="0"/>
                        <p:nvPr/>
                      </p:nvPicPr>
                      <p:blipFill rotWithShape="1">
                        <a:blip r:embed="rId21">
                          <a:alphaModFix/>
                        </a:blip>
                        <a:srcRect b="0" l="0" r="0" t="0"/>
                        <a:stretch/>
                      </p:blipFill>
                      <p:spPr>
                        <a:xfrm>
                          <a:off x="3417" y="3101"/>
                          <a:ext cx="216" cy="180"/>
                        </a:xfrm>
                        <a:prstGeom prst="rect">
                          <a:avLst/>
                        </a:prstGeom>
                        <a:noFill/>
                        <a:ln>
                          <a:noFill/>
                        </a:ln>
                      </p:spPr>
                    </p:pic>
                  </p:oleObj>
                </mc:Fallback>
              </mc:AlternateContent>
            </a:graphicData>
          </a:graphic>
        </p:graphicFrame>
        <p:graphicFrame>
          <p:nvGraphicFramePr>
            <p:cNvPr id="1389" name="Google Shape;1389;p11"/>
            <p:cNvGraphicFramePr/>
            <p:nvPr/>
          </p:nvGraphicFramePr>
          <p:xfrm>
            <a:off x="3521" y="2901"/>
            <a:ext cx="216" cy="180"/>
          </p:xfrm>
          <a:graphic>
            <a:graphicData uri="http://schemas.openxmlformats.org/presentationml/2006/ole">
              <mc:AlternateContent>
                <mc:Choice Requires="v">
                  <p:oleObj r:id="rId22" imgH="180" imgW="216" progId="MS_ClipArt_Gallery.2" spid="_x0000_s7">
                    <p:embed/>
                  </p:oleObj>
                </mc:Choice>
                <mc:Fallback>
                  <p:oleObj r:id="rId23" imgH="180" imgW="216" progId="MS_ClipArt_Gallery.2">
                    <p:embed/>
                    <p:pic>
                      <p:nvPicPr>
                        <p:cNvPr id="1389" name="Google Shape;1389;p11"/>
                        <p:cNvPicPr preferRelativeResize="0"/>
                        <p:nvPr/>
                      </p:nvPicPr>
                      <p:blipFill rotWithShape="1">
                        <a:blip r:embed="rId21">
                          <a:alphaModFix/>
                        </a:blip>
                        <a:srcRect b="0" l="0" r="0" t="0"/>
                        <a:stretch/>
                      </p:blipFill>
                      <p:spPr>
                        <a:xfrm>
                          <a:off x="3521" y="2901"/>
                          <a:ext cx="216" cy="180"/>
                        </a:xfrm>
                        <a:prstGeom prst="rect">
                          <a:avLst/>
                        </a:prstGeom>
                        <a:noFill/>
                        <a:ln>
                          <a:noFill/>
                        </a:ln>
                      </p:spPr>
                    </p:pic>
                  </p:oleObj>
                </mc:Fallback>
              </mc:AlternateContent>
            </a:graphicData>
          </a:graphic>
        </p:graphicFrame>
        <p:graphicFrame>
          <p:nvGraphicFramePr>
            <p:cNvPr id="1390" name="Google Shape;1390;p11"/>
            <p:cNvGraphicFramePr/>
            <p:nvPr/>
          </p:nvGraphicFramePr>
          <p:xfrm>
            <a:off x="3689" y="3261"/>
            <a:ext cx="216" cy="180"/>
          </p:xfrm>
          <a:graphic>
            <a:graphicData uri="http://schemas.openxmlformats.org/presentationml/2006/ole">
              <mc:AlternateContent>
                <mc:Choice Requires="v">
                  <p:oleObj r:id="rId24" imgH="180" imgW="216" progId="MS_ClipArt_Gallery.2" spid="_x0000_s8">
                    <p:embed/>
                  </p:oleObj>
                </mc:Choice>
                <mc:Fallback>
                  <p:oleObj r:id="rId25" imgH="180" imgW="216" progId="MS_ClipArt_Gallery.2">
                    <p:embed/>
                    <p:pic>
                      <p:nvPicPr>
                        <p:cNvPr id="1390" name="Google Shape;1390;p11"/>
                        <p:cNvPicPr preferRelativeResize="0"/>
                        <p:nvPr/>
                      </p:nvPicPr>
                      <p:blipFill rotWithShape="1">
                        <a:blip r:embed="rId21">
                          <a:alphaModFix/>
                        </a:blip>
                        <a:srcRect b="0" l="0" r="0" t="0"/>
                        <a:stretch/>
                      </p:blipFill>
                      <p:spPr>
                        <a:xfrm>
                          <a:off x="3689" y="3261"/>
                          <a:ext cx="216" cy="180"/>
                        </a:xfrm>
                        <a:prstGeom prst="rect">
                          <a:avLst/>
                        </a:prstGeom>
                        <a:noFill/>
                        <a:ln>
                          <a:noFill/>
                        </a:ln>
                      </p:spPr>
                    </p:pic>
                  </p:oleObj>
                </mc:Fallback>
              </mc:AlternateContent>
            </a:graphicData>
          </a:graphic>
        </p:graphicFrame>
        <p:graphicFrame>
          <p:nvGraphicFramePr>
            <p:cNvPr id="1391" name="Google Shape;1391;p11"/>
            <p:cNvGraphicFramePr/>
            <p:nvPr/>
          </p:nvGraphicFramePr>
          <p:xfrm>
            <a:off x="3903" y="3263"/>
            <a:ext cx="216" cy="180"/>
          </p:xfrm>
          <a:graphic>
            <a:graphicData uri="http://schemas.openxmlformats.org/presentationml/2006/ole">
              <mc:AlternateContent>
                <mc:Choice Requires="v">
                  <p:oleObj r:id="rId26" imgH="180" imgW="216" progId="MS_ClipArt_Gallery.2" spid="_x0000_s9">
                    <p:embed/>
                  </p:oleObj>
                </mc:Choice>
                <mc:Fallback>
                  <p:oleObj r:id="rId27" imgH="180" imgW="216" progId="MS_ClipArt_Gallery.2">
                    <p:embed/>
                    <p:pic>
                      <p:nvPicPr>
                        <p:cNvPr id="1391" name="Google Shape;1391;p11"/>
                        <p:cNvPicPr preferRelativeResize="0"/>
                        <p:nvPr/>
                      </p:nvPicPr>
                      <p:blipFill rotWithShape="1">
                        <a:blip r:embed="rId21">
                          <a:alphaModFix/>
                        </a:blip>
                        <a:srcRect b="0" l="0" r="0" t="0"/>
                        <a:stretch/>
                      </p:blipFill>
                      <p:spPr>
                        <a:xfrm>
                          <a:off x="3903" y="3263"/>
                          <a:ext cx="216" cy="180"/>
                        </a:xfrm>
                        <a:prstGeom prst="rect">
                          <a:avLst/>
                        </a:prstGeom>
                        <a:noFill/>
                        <a:ln>
                          <a:noFill/>
                        </a:ln>
                      </p:spPr>
                    </p:pic>
                  </p:oleObj>
                </mc:Fallback>
              </mc:AlternateContent>
            </a:graphicData>
          </a:graphic>
        </p:graphicFrame>
        <p:grpSp>
          <p:nvGrpSpPr>
            <p:cNvPr id="1392" name="Google Shape;1392;p11"/>
            <p:cNvGrpSpPr/>
            <p:nvPr/>
          </p:nvGrpSpPr>
          <p:grpSpPr>
            <a:xfrm>
              <a:off x="4475" y="3342"/>
              <a:ext cx="172" cy="215"/>
              <a:chOff x="2870" y="1518"/>
              <a:chExt cx="292" cy="320"/>
            </a:xfrm>
          </p:grpSpPr>
          <p:graphicFrame>
            <p:nvGraphicFramePr>
              <p:cNvPr id="1393" name="Google Shape;1393;p11"/>
              <p:cNvGraphicFramePr/>
              <p:nvPr/>
            </p:nvGraphicFramePr>
            <p:xfrm>
              <a:off x="2870" y="1518"/>
              <a:ext cx="272" cy="282"/>
            </p:xfrm>
            <a:graphic>
              <a:graphicData uri="http://schemas.openxmlformats.org/presentationml/2006/ole">
                <mc:AlternateContent>
                  <mc:Choice Requires="v">
                    <p:oleObj r:id="rId28" imgH="282" imgW="272" progId="MS_ClipArt_Gallery.2" spid="_x0000_s10">
                      <p:embed/>
                    </p:oleObj>
                  </mc:Choice>
                  <mc:Fallback>
                    <p:oleObj r:id="rId29" imgH="282" imgW="272" progId="MS_ClipArt_Gallery.2">
                      <p:embed/>
                      <p:pic>
                        <p:nvPicPr>
                          <p:cNvPr id="1393" name="Google Shape;1393;p1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394" name="Google Shape;1394;p11"/>
              <p:cNvGraphicFramePr/>
              <p:nvPr/>
            </p:nvGraphicFramePr>
            <p:xfrm>
              <a:off x="2913" y="1602"/>
              <a:ext cx="249" cy="236"/>
            </p:xfrm>
            <a:graphic>
              <a:graphicData uri="http://schemas.openxmlformats.org/presentationml/2006/ole">
                <mc:AlternateContent>
                  <mc:Choice Requires="v">
                    <p:oleObj r:id="rId30" imgH="236" imgW="249" progId="MS_ClipArt_Gallery.2" spid="_x0000_s11">
                      <p:embed/>
                    </p:oleObj>
                  </mc:Choice>
                  <mc:Fallback>
                    <p:oleObj r:id="rId31" imgH="236" imgW="249" progId="MS_ClipArt_Gallery.2">
                      <p:embed/>
                      <p:pic>
                        <p:nvPicPr>
                          <p:cNvPr id="1394" name="Google Shape;1394;p1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395" name="Google Shape;1395;p11"/>
            <p:cNvGrpSpPr/>
            <p:nvPr/>
          </p:nvGrpSpPr>
          <p:grpSpPr>
            <a:xfrm>
              <a:off x="4191" y="3374"/>
              <a:ext cx="220" cy="203"/>
              <a:chOff x="2870" y="1518"/>
              <a:chExt cx="292" cy="320"/>
            </a:xfrm>
          </p:grpSpPr>
          <p:graphicFrame>
            <p:nvGraphicFramePr>
              <p:cNvPr id="1396" name="Google Shape;1396;p11"/>
              <p:cNvGraphicFramePr/>
              <p:nvPr/>
            </p:nvGraphicFramePr>
            <p:xfrm>
              <a:off x="2870" y="1518"/>
              <a:ext cx="272" cy="282"/>
            </p:xfrm>
            <a:graphic>
              <a:graphicData uri="http://schemas.openxmlformats.org/presentationml/2006/ole">
                <mc:AlternateContent>
                  <mc:Choice Requires="v">
                    <p:oleObj r:id="rId32" imgH="282" imgW="272" progId="MS_ClipArt_Gallery.2" spid="_x0000_s12">
                      <p:embed/>
                    </p:oleObj>
                  </mc:Choice>
                  <mc:Fallback>
                    <p:oleObj r:id="rId33" imgH="282" imgW="272" progId="MS_ClipArt_Gallery.2">
                      <p:embed/>
                      <p:pic>
                        <p:nvPicPr>
                          <p:cNvPr id="1396" name="Google Shape;1396;p1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397" name="Google Shape;1397;p11"/>
              <p:cNvGraphicFramePr/>
              <p:nvPr/>
            </p:nvGraphicFramePr>
            <p:xfrm>
              <a:off x="2913" y="1602"/>
              <a:ext cx="249" cy="236"/>
            </p:xfrm>
            <a:graphic>
              <a:graphicData uri="http://schemas.openxmlformats.org/presentationml/2006/ole">
                <mc:AlternateContent>
                  <mc:Choice Requires="v">
                    <p:oleObj r:id="rId34" imgH="236" imgW="249" progId="MS_ClipArt_Gallery.2" spid="_x0000_s13">
                      <p:embed/>
                    </p:oleObj>
                  </mc:Choice>
                  <mc:Fallback>
                    <p:oleObj r:id="rId35" imgH="236" imgW="249" progId="MS_ClipArt_Gallery.2">
                      <p:embed/>
                      <p:pic>
                        <p:nvPicPr>
                          <p:cNvPr id="1397" name="Google Shape;1397;p1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398" name="Google Shape;1398;p11"/>
            <p:cNvGrpSpPr/>
            <p:nvPr/>
          </p:nvGrpSpPr>
          <p:grpSpPr>
            <a:xfrm>
              <a:off x="4961" y="3136"/>
              <a:ext cx="131" cy="258"/>
              <a:chOff x="4180" y="783"/>
              <a:chExt cx="150" cy="307"/>
            </a:xfrm>
          </p:grpSpPr>
          <p:sp>
            <p:nvSpPr>
              <p:cNvPr id="1399" name="Google Shape;1399;p11"/>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0" name="Google Shape;1400;p11"/>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1" name="Google Shape;1401;p11"/>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2" name="Google Shape;1402;p11"/>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403" name="Google Shape;1403;p11"/>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404" name="Google Shape;1404;p11"/>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405" name="Google Shape;1405;p11"/>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6" name="Google Shape;1406;p11"/>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grpSp>
        <p:nvGrpSpPr>
          <p:cNvPr id="1407" name="Google Shape;1407;p11"/>
          <p:cNvGrpSpPr/>
          <p:nvPr/>
        </p:nvGrpSpPr>
        <p:grpSpPr>
          <a:xfrm>
            <a:off x="5454650" y="1818758"/>
            <a:ext cx="2538412" cy="3593029"/>
            <a:chOff x="3418" y="1152"/>
            <a:chExt cx="1599" cy="2263"/>
          </a:xfrm>
        </p:grpSpPr>
        <p:grpSp>
          <p:nvGrpSpPr>
            <p:cNvPr id="1408" name="Google Shape;1408;p11"/>
            <p:cNvGrpSpPr/>
            <p:nvPr/>
          </p:nvGrpSpPr>
          <p:grpSpPr>
            <a:xfrm>
              <a:off x="3638" y="1152"/>
              <a:ext cx="216" cy="337"/>
              <a:chOff x="3789" y="1034"/>
              <a:chExt cx="879" cy="1246"/>
            </a:xfrm>
          </p:grpSpPr>
          <p:cxnSp>
            <p:nvCxnSpPr>
              <p:cNvPr id="1409" name="Google Shape;1409;p11"/>
              <p:cNvCxnSpPr/>
              <p:nvPr/>
            </p:nvCxnSpPr>
            <p:spPr>
              <a:xfrm flipH="1">
                <a:off x="3992" y="1481"/>
                <a:ext cx="235" cy="724"/>
              </a:xfrm>
              <a:prstGeom prst="straightConnector1">
                <a:avLst/>
              </a:prstGeom>
              <a:noFill/>
              <a:ln cap="flat" cmpd="sng" w="9525">
                <a:solidFill>
                  <a:schemeClr val="dk1"/>
                </a:solidFill>
                <a:prstDash val="solid"/>
                <a:miter lim="800000"/>
                <a:headEnd len="med" w="med" type="none"/>
                <a:tailEnd len="med" w="med" type="none"/>
              </a:ln>
            </p:spPr>
          </p:cxnSp>
          <p:cxnSp>
            <p:nvCxnSpPr>
              <p:cNvPr id="1410" name="Google Shape;1410;p11"/>
              <p:cNvCxnSpPr/>
              <p:nvPr/>
            </p:nvCxnSpPr>
            <p:spPr>
              <a:xfrm>
                <a:off x="4227" y="1481"/>
                <a:ext cx="236" cy="720"/>
              </a:xfrm>
              <a:prstGeom prst="straightConnector1">
                <a:avLst/>
              </a:prstGeom>
              <a:noFill/>
              <a:ln cap="flat" cmpd="sng" w="9525">
                <a:solidFill>
                  <a:schemeClr val="dk1"/>
                </a:solidFill>
                <a:prstDash val="solid"/>
                <a:miter lim="800000"/>
                <a:headEnd len="med" w="med" type="none"/>
                <a:tailEnd len="med" w="med" type="none"/>
              </a:ln>
            </p:spPr>
          </p:cxnSp>
          <p:cxnSp>
            <p:nvCxnSpPr>
              <p:cNvPr id="1411" name="Google Shape;1411;p11"/>
              <p:cNvCxnSpPr/>
              <p:nvPr/>
            </p:nvCxnSpPr>
            <p:spPr>
              <a:xfrm>
                <a:off x="3992" y="2201"/>
                <a:ext cx="235" cy="79"/>
              </a:xfrm>
              <a:prstGeom prst="straightConnector1">
                <a:avLst/>
              </a:prstGeom>
              <a:noFill/>
              <a:ln cap="flat" cmpd="sng" w="9525">
                <a:solidFill>
                  <a:schemeClr val="dk1"/>
                </a:solidFill>
                <a:prstDash val="solid"/>
                <a:miter lim="800000"/>
                <a:headEnd len="med" w="med" type="none"/>
                <a:tailEnd len="med" w="med" type="none"/>
              </a:ln>
            </p:spPr>
          </p:cxnSp>
          <p:cxnSp>
            <p:nvCxnSpPr>
              <p:cNvPr id="1412" name="Google Shape;1412;p11"/>
              <p:cNvCxnSpPr/>
              <p:nvPr/>
            </p:nvCxnSpPr>
            <p:spPr>
              <a:xfrm flipH="1">
                <a:off x="4227" y="2201"/>
                <a:ext cx="236" cy="79"/>
              </a:xfrm>
              <a:prstGeom prst="straightConnector1">
                <a:avLst/>
              </a:prstGeom>
              <a:noFill/>
              <a:ln cap="flat" cmpd="sng" w="9525">
                <a:solidFill>
                  <a:schemeClr val="dk1"/>
                </a:solidFill>
                <a:prstDash val="solid"/>
                <a:miter lim="800000"/>
                <a:headEnd len="med" w="med" type="none"/>
                <a:tailEnd len="med" w="med" type="none"/>
              </a:ln>
            </p:spPr>
          </p:cxnSp>
          <p:cxnSp>
            <p:nvCxnSpPr>
              <p:cNvPr id="1413" name="Google Shape;1413;p11"/>
              <p:cNvCxnSpPr/>
              <p:nvPr/>
            </p:nvCxnSpPr>
            <p:spPr>
              <a:xfrm>
                <a:off x="4227" y="1497"/>
                <a:ext cx="0" cy="783"/>
              </a:xfrm>
              <a:prstGeom prst="straightConnector1">
                <a:avLst/>
              </a:prstGeom>
              <a:noFill/>
              <a:ln cap="flat" cmpd="sng" w="9525">
                <a:solidFill>
                  <a:schemeClr val="dk1"/>
                </a:solidFill>
                <a:prstDash val="solid"/>
                <a:miter lim="800000"/>
                <a:headEnd len="med" w="med" type="none"/>
                <a:tailEnd len="med" w="med" type="none"/>
              </a:ln>
            </p:spPr>
          </p:cxnSp>
          <p:cxnSp>
            <p:nvCxnSpPr>
              <p:cNvPr id="1414" name="Google Shape;1414;p11"/>
              <p:cNvCxnSpPr/>
              <p:nvPr/>
            </p:nvCxnSpPr>
            <p:spPr>
              <a:xfrm flipH="1" rot="10800000">
                <a:off x="3992" y="2127"/>
                <a:ext cx="235" cy="78"/>
              </a:xfrm>
              <a:prstGeom prst="straightConnector1">
                <a:avLst/>
              </a:prstGeom>
              <a:noFill/>
              <a:ln cap="flat" cmpd="sng" w="9525">
                <a:solidFill>
                  <a:schemeClr val="dk1"/>
                </a:solidFill>
                <a:prstDash val="solid"/>
                <a:miter lim="800000"/>
                <a:headEnd len="med" w="med" type="none"/>
                <a:tailEnd len="med" w="med" type="none"/>
              </a:ln>
            </p:spPr>
          </p:cxnSp>
          <p:cxnSp>
            <p:nvCxnSpPr>
              <p:cNvPr id="1415" name="Google Shape;1415;p11"/>
              <p:cNvCxnSpPr/>
              <p:nvPr/>
            </p:nvCxnSpPr>
            <p:spPr>
              <a:xfrm rot="10800000">
                <a:off x="4227" y="2127"/>
                <a:ext cx="236" cy="74"/>
              </a:xfrm>
              <a:prstGeom prst="straightConnector1">
                <a:avLst/>
              </a:prstGeom>
              <a:noFill/>
              <a:ln cap="flat" cmpd="sng" w="9525">
                <a:solidFill>
                  <a:schemeClr val="dk1"/>
                </a:solidFill>
                <a:prstDash val="solid"/>
                <a:miter lim="800000"/>
                <a:headEnd len="med" w="med" type="none"/>
                <a:tailEnd len="med" w="med" type="none"/>
              </a:ln>
            </p:spPr>
          </p:cxnSp>
          <p:cxnSp>
            <p:nvCxnSpPr>
              <p:cNvPr id="1416" name="Google Shape;1416;p11"/>
              <p:cNvCxnSpPr/>
              <p:nvPr/>
            </p:nvCxnSpPr>
            <p:spPr>
              <a:xfrm>
                <a:off x="4092" y="1890"/>
                <a:ext cx="135" cy="60"/>
              </a:xfrm>
              <a:prstGeom prst="straightConnector1">
                <a:avLst/>
              </a:prstGeom>
              <a:noFill/>
              <a:ln cap="flat" cmpd="sng" w="9525">
                <a:solidFill>
                  <a:schemeClr val="dk1"/>
                </a:solidFill>
                <a:prstDash val="solid"/>
                <a:miter lim="800000"/>
                <a:headEnd len="med" w="med" type="none"/>
                <a:tailEnd len="med" w="med" type="none"/>
              </a:ln>
            </p:spPr>
          </p:cxnSp>
          <p:cxnSp>
            <p:nvCxnSpPr>
              <p:cNvPr id="1417" name="Google Shape;1417;p11"/>
              <p:cNvCxnSpPr/>
              <p:nvPr/>
            </p:nvCxnSpPr>
            <p:spPr>
              <a:xfrm flipH="1" rot="10800000">
                <a:off x="4227" y="1890"/>
                <a:ext cx="143" cy="60"/>
              </a:xfrm>
              <a:prstGeom prst="straightConnector1">
                <a:avLst/>
              </a:prstGeom>
              <a:noFill/>
              <a:ln cap="flat" cmpd="sng" w="9525">
                <a:solidFill>
                  <a:schemeClr val="dk1"/>
                </a:solidFill>
                <a:prstDash val="solid"/>
                <a:miter lim="800000"/>
                <a:headEnd len="med" w="med" type="none"/>
                <a:tailEnd len="med" w="med" type="none"/>
              </a:ln>
            </p:spPr>
          </p:cxnSp>
          <p:cxnSp>
            <p:nvCxnSpPr>
              <p:cNvPr id="1418" name="Google Shape;1418;p11"/>
              <p:cNvCxnSpPr/>
              <p:nvPr/>
            </p:nvCxnSpPr>
            <p:spPr>
              <a:xfrm>
                <a:off x="4047" y="1996"/>
                <a:ext cx="175" cy="81"/>
              </a:xfrm>
              <a:prstGeom prst="straightConnector1">
                <a:avLst/>
              </a:prstGeom>
              <a:noFill/>
              <a:ln cap="flat" cmpd="sng" w="9525">
                <a:solidFill>
                  <a:schemeClr val="dk1"/>
                </a:solidFill>
                <a:prstDash val="solid"/>
                <a:miter lim="800000"/>
                <a:headEnd len="med" w="med" type="none"/>
                <a:tailEnd len="med" w="med" type="none"/>
              </a:ln>
            </p:spPr>
          </p:cxnSp>
          <p:cxnSp>
            <p:nvCxnSpPr>
              <p:cNvPr id="1419" name="Google Shape;1419;p11"/>
              <p:cNvCxnSpPr/>
              <p:nvPr/>
            </p:nvCxnSpPr>
            <p:spPr>
              <a:xfrm flipH="1" rot="10800000">
                <a:off x="4227" y="2012"/>
                <a:ext cx="176" cy="71"/>
              </a:xfrm>
              <a:prstGeom prst="straightConnector1">
                <a:avLst/>
              </a:prstGeom>
              <a:noFill/>
              <a:ln cap="flat" cmpd="sng" w="9525">
                <a:solidFill>
                  <a:schemeClr val="dk1"/>
                </a:solidFill>
                <a:prstDash val="solid"/>
                <a:miter lim="800000"/>
                <a:headEnd len="med" w="med" type="none"/>
                <a:tailEnd len="med" w="med" type="none"/>
              </a:ln>
            </p:spPr>
          </p:cxnSp>
          <p:cxnSp>
            <p:nvCxnSpPr>
              <p:cNvPr id="1420" name="Google Shape;1420;p11"/>
              <p:cNvCxnSpPr/>
              <p:nvPr/>
            </p:nvCxnSpPr>
            <p:spPr>
              <a:xfrm flipH="1" rot="10800000">
                <a:off x="4227" y="1782"/>
                <a:ext cx="90" cy="29"/>
              </a:xfrm>
              <a:prstGeom prst="straightConnector1">
                <a:avLst/>
              </a:prstGeom>
              <a:noFill/>
              <a:ln cap="flat" cmpd="sng" w="9525">
                <a:solidFill>
                  <a:schemeClr val="dk1"/>
                </a:solidFill>
                <a:prstDash val="solid"/>
                <a:miter lim="800000"/>
                <a:headEnd len="med" w="med" type="none"/>
                <a:tailEnd len="med" w="med" type="none"/>
              </a:ln>
            </p:spPr>
          </p:cxnSp>
          <p:cxnSp>
            <p:nvCxnSpPr>
              <p:cNvPr id="1421" name="Google Shape;1421;p11"/>
              <p:cNvCxnSpPr/>
              <p:nvPr/>
            </p:nvCxnSpPr>
            <p:spPr>
              <a:xfrm flipH="1" rot="10800000">
                <a:off x="4227" y="1632"/>
                <a:ext cx="57" cy="22"/>
              </a:xfrm>
              <a:prstGeom prst="straightConnector1">
                <a:avLst/>
              </a:prstGeom>
              <a:noFill/>
              <a:ln cap="flat" cmpd="sng" w="9525">
                <a:solidFill>
                  <a:schemeClr val="dk1"/>
                </a:solidFill>
                <a:prstDash val="solid"/>
                <a:miter lim="800000"/>
                <a:headEnd len="med" w="med" type="none"/>
                <a:tailEnd len="med" w="med" type="none"/>
              </a:ln>
            </p:spPr>
          </p:cxnSp>
          <p:cxnSp>
            <p:nvCxnSpPr>
              <p:cNvPr id="1422" name="Google Shape;1422;p11"/>
              <p:cNvCxnSpPr/>
              <p:nvPr/>
            </p:nvCxnSpPr>
            <p:spPr>
              <a:xfrm>
                <a:off x="4126" y="1772"/>
                <a:ext cx="109" cy="39"/>
              </a:xfrm>
              <a:prstGeom prst="straightConnector1">
                <a:avLst/>
              </a:prstGeom>
              <a:noFill/>
              <a:ln cap="flat" cmpd="sng" w="9525">
                <a:solidFill>
                  <a:schemeClr val="dk1"/>
                </a:solidFill>
                <a:prstDash val="solid"/>
                <a:miter lim="800000"/>
                <a:headEnd len="med" w="med" type="none"/>
                <a:tailEnd len="med" w="med" type="none"/>
              </a:ln>
            </p:spPr>
          </p:cxnSp>
          <p:cxnSp>
            <p:nvCxnSpPr>
              <p:cNvPr id="1423" name="Google Shape;1423;p11"/>
              <p:cNvCxnSpPr/>
              <p:nvPr/>
            </p:nvCxnSpPr>
            <p:spPr>
              <a:xfrm>
                <a:off x="4175" y="1625"/>
                <a:ext cx="63" cy="39"/>
              </a:xfrm>
              <a:prstGeom prst="straightConnector1">
                <a:avLst/>
              </a:prstGeom>
              <a:noFill/>
              <a:ln cap="flat" cmpd="sng" w="9525">
                <a:solidFill>
                  <a:schemeClr val="dk1"/>
                </a:solidFill>
                <a:prstDash val="solid"/>
                <a:miter lim="800000"/>
                <a:headEnd len="med" w="med" type="none"/>
                <a:tailEnd len="med" w="med" type="none"/>
              </a:ln>
            </p:spPr>
          </p:cxnSp>
          <p:grpSp>
            <p:nvGrpSpPr>
              <p:cNvPr id="1424" name="Google Shape;1424;p11"/>
              <p:cNvGrpSpPr/>
              <p:nvPr/>
            </p:nvGrpSpPr>
            <p:grpSpPr>
              <a:xfrm>
                <a:off x="4269" y="1382"/>
                <a:ext cx="399" cy="203"/>
                <a:chOff x="4227" y="1294"/>
                <a:chExt cx="879" cy="400"/>
              </a:xfrm>
            </p:grpSpPr>
            <p:cxnSp>
              <p:nvCxnSpPr>
                <p:cNvPr id="1425" name="Google Shape;1425;p11"/>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1426" name="Google Shape;1426;p11"/>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1427" name="Google Shape;1427;p11"/>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1428" name="Google Shape;1428;p11"/>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1429" name="Google Shape;1429;p11"/>
              <p:cNvGrpSpPr/>
              <p:nvPr/>
            </p:nvGrpSpPr>
            <p:grpSpPr>
              <a:xfrm rot="5700000">
                <a:off x="4048" y="1141"/>
                <a:ext cx="399" cy="203"/>
                <a:chOff x="4227" y="1294"/>
                <a:chExt cx="879" cy="400"/>
              </a:xfrm>
            </p:grpSpPr>
            <p:cxnSp>
              <p:nvCxnSpPr>
                <p:cNvPr id="1430" name="Google Shape;1430;p11"/>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1431" name="Google Shape;1431;p11"/>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1432" name="Google Shape;1432;p11"/>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1433" name="Google Shape;1433;p11"/>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1434" name="Google Shape;1434;p11"/>
              <p:cNvGrpSpPr/>
              <p:nvPr/>
            </p:nvGrpSpPr>
            <p:grpSpPr>
              <a:xfrm rot="10800000">
                <a:off x="3789" y="1369"/>
                <a:ext cx="399" cy="203"/>
                <a:chOff x="4227" y="1294"/>
                <a:chExt cx="879" cy="400"/>
              </a:xfrm>
            </p:grpSpPr>
            <p:cxnSp>
              <p:nvCxnSpPr>
                <p:cNvPr id="1435" name="Google Shape;1435;p11"/>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1436" name="Google Shape;1436;p11"/>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1437" name="Google Shape;1437;p11"/>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1438" name="Google Shape;1438;p11"/>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grpSp>
          <p:nvGrpSpPr>
            <p:cNvPr id="1439" name="Google Shape;1439;p11"/>
            <p:cNvGrpSpPr/>
            <p:nvPr/>
          </p:nvGrpSpPr>
          <p:grpSpPr>
            <a:xfrm>
              <a:off x="3832" y="1529"/>
              <a:ext cx="220" cy="100"/>
              <a:chOff x="3600" y="219"/>
              <a:chExt cx="360" cy="175"/>
            </a:xfrm>
          </p:grpSpPr>
          <p:sp>
            <p:nvSpPr>
              <p:cNvPr id="1440" name="Google Shape;1440;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441" name="Google Shape;1441;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442" name="Google Shape;1442;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443" name="Google Shape;1443;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44" name="Google Shape;1444;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445" name="Google Shape;1445;p11"/>
              <p:cNvGrpSpPr/>
              <p:nvPr/>
            </p:nvGrpSpPr>
            <p:grpSpPr>
              <a:xfrm>
                <a:off x="3686" y="244"/>
                <a:ext cx="177" cy="66"/>
                <a:chOff x="2848" y="848"/>
                <a:chExt cx="140" cy="98"/>
              </a:xfrm>
            </p:grpSpPr>
            <p:cxnSp>
              <p:nvCxnSpPr>
                <p:cNvPr id="1446" name="Google Shape;1446;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447" name="Google Shape;1447;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448" name="Google Shape;1448;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449" name="Google Shape;1449;p11"/>
              <p:cNvGrpSpPr/>
              <p:nvPr/>
            </p:nvGrpSpPr>
            <p:grpSpPr>
              <a:xfrm flipH="1" rot="10800000">
                <a:off x="3686" y="243"/>
                <a:ext cx="177" cy="66"/>
                <a:chOff x="2848" y="848"/>
                <a:chExt cx="140" cy="98"/>
              </a:xfrm>
            </p:grpSpPr>
            <p:cxnSp>
              <p:nvCxnSpPr>
                <p:cNvPr id="1450" name="Google Shape;1450;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451" name="Google Shape;1451;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452" name="Google Shape;1452;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453" name="Google Shape;1453;p11"/>
            <p:cNvGrpSpPr/>
            <p:nvPr/>
          </p:nvGrpSpPr>
          <p:grpSpPr>
            <a:xfrm>
              <a:off x="3639" y="2253"/>
              <a:ext cx="220" cy="100"/>
              <a:chOff x="3600" y="219"/>
              <a:chExt cx="360" cy="175"/>
            </a:xfrm>
          </p:grpSpPr>
          <p:sp>
            <p:nvSpPr>
              <p:cNvPr id="1454" name="Google Shape;1454;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455" name="Google Shape;1455;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456" name="Google Shape;1456;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457" name="Google Shape;1457;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58" name="Google Shape;1458;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459" name="Google Shape;1459;p11"/>
              <p:cNvGrpSpPr/>
              <p:nvPr/>
            </p:nvGrpSpPr>
            <p:grpSpPr>
              <a:xfrm>
                <a:off x="3686" y="244"/>
                <a:ext cx="177" cy="66"/>
                <a:chOff x="2848" y="848"/>
                <a:chExt cx="140" cy="98"/>
              </a:xfrm>
            </p:grpSpPr>
            <p:cxnSp>
              <p:nvCxnSpPr>
                <p:cNvPr id="1460" name="Google Shape;1460;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461" name="Google Shape;1461;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462" name="Google Shape;1462;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463" name="Google Shape;1463;p11"/>
              <p:cNvGrpSpPr/>
              <p:nvPr/>
            </p:nvGrpSpPr>
            <p:grpSpPr>
              <a:xfrm flipH="1" rot="10800000">
                <a:off x="3686" y="243"/>
                <a:ext cx="177" cy="66"/>
                <a:chOff x="2848" y="848"/>
                <a:chExt cx="140" cy="98"/>
              </a:xfrm>
            </p:grpSpPr>
            <p:cxnSp>
              <p:nvCxnSpPr>
                <p:cNvPr id="1464" name="Google Shape;1464;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465" name="Google Shape;1465;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466" name="Google Shape;1466;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467" name="Google Shape;1467;p11"/>
            <p:cNvGrpSpPr/>
            <p:nvPr/>
          </p:nvGrpSpPr>
          <p:grpSpPr>
            <a:xfrm>
              <a:off x="3418" y="2211"/>
              <a:ext cx="139" cy="194"/>
              <a:chOff x="2556" y="2689"/>
              <a:chExt cx="183" cy="255"/>
            </a:xfrm>
          </p:grpSpPr>
          <p:pic>
            <p:nvPicPr>
              <p:cNvPr descr="31u_bnrz[1]" id="1468" name="Google Shape;1468;p11"/>
              <p:cNvPicPr preferRelativeResize="0"/>
              <p:nvPr/>
            </p:nvPicPr>
            <p:blipFill rotWithShape="1">
              <a:blip r:embed="rId36">
                <a:alphaModFix/>
              </a:blip>
              <a:srcRect b="0" l="0" r="0" t="0"/>
              <a:stretch/>
            </p:blipFill>
            <p:spPr>
              <a:xfrm>
                <a:off x="2609" y="2770"/>
                <a:ext cx="121" cy="174"/>
              </a:xfrm>
              <a:prstGeom prst="rect">
                <a:avLst/>
              </a:prstGeom>
              <a:noFill/>
              <a:ln>
                <a:noFill/>
              </a:ln>
            </p:spPr>
          </p:pic>
          <p:sp>
            <p:nvSpPr>
              <p:cNvPr id="1469" name="Google Shape;1469;p11"/>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0" name="Google Shape;1470;p11"/>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1" name="Google Shape;1471;p11"/>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2" name="Google Shape;1472;p11"/>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3" name="Google Shape;1473;p11"/>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4" name="Google Shape;1474;p11"/>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5" name="Google Shape;1475;p11"/>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6" name="Google Shape;1476;p11"/>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7" name="Google Shape;1477;p11"/>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8" name="Google Shape;1478;p11"/>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9" name="Google Shape;1479;p11"/>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0" name="Google Shape;1480;p11"/>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1" name="Google Shape;1481;p11"/>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2" name="Google Shape;1482;p11"/>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3" name="Google Shape;1483;p11"/>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4" name="Google Shape;1484;p11"/>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485" name="Google Shape;1485;p11"/>
            <p:cNvCxnSpPr/>
            <p:nvPr/>
          </p:nvCxnSpPr>
          <p:spPr>
            <a:xfrm>
              <a:off x="3777" y="1478"/>
              <a:ext cx="96" cy="52"/>
            </a:xfrm>
            <a:prstGeom prst="straightConnector1">
              <a:avLst/>
            </a:prstGeom>
            <a:noFill/>
            <a:ln cap="flat" cmpd="sng" w="9525">
              <a:solidFill>
                <a:schemeClr val="dk1"/>
              </a:solidFill>
              <a:prstDash val="solid"/>
              <a:miter lim="800000"/>
              <a:headEnd len="med" w="med" type="none"/>
              <a:tailEnd len="med" w="med" type="none"/>
            </a:ln>
          </p:spPr>
        </p:cxnSp>
        <p:cxnSp>
          <p:nvCxnSpPr>
            <p:cNvPr id="1486" name="Google Shape;1486;p11"/>
            <p:cNvCxnSpPr/>
            <p:nvPr/>
          </p:nvCxnSpPr>
          <p:spPr>
            <a:xfrm rot="-5400000">
              <a:off x="4757" y="3206"/>
              <a:ext cx="330" cy="88"/>
            </a:xfrm>
            <a:prstGeom prst="straightConnector1">
              <a:avLst/>
            </a:prstGeom>
            <a:noFill/>
            <a:ln cap="flat" cmpd="sng" w="12700">
              <a:solidFill>
                <a:schemeClr val="dk1"/>
              </a:solidFill>
              <a:prstDash val="solid"/>
              <a:miter lim="800000"/>
              <a:headEnd len="med" w="med" type="none"/>
              <a:tailEnd len="med" w="med" type="none"/>
            </a:ln>
          </p:spPr>
        </p:cxnSp>
        <p:cxnSp>
          <p:nvCxnSpPr>
            <p:cNvPr id="1487" name="Google Shape;1487;p11"/>
            <p:cNvCxnSpPr/>
            <p:nvPr/>
          </p:nvCxnSpPr>
          <p:spPr>
            <a:xfrm flipH="1" rot="-5400000">
              <a:off x="4849" y="3383"/>
              <a:ext cx="2" cy="54"/>
            </a:xfrm>
            <a:prstGeom prst="straightConnector1">
              <a:avLst/>
            </a:prstGeom>
            <a:noFill/>
            <a:ln cap="flat" cmpd="sng" w="12700">
              <a:solidFill>
                <a:schemeClr val="dk1"/>
              </a:solidFill>
              <a:prstDash val="solid"/>
              <a:miter lim="800000"/>
              <a:headEnd len="med" w="med" type="none"/>
              <a:tailEnd len="med" w="med" type="none"/>
            </a:ln>
          </p:spPr>
        </p:cxnSp>
        <p:cxnSp>
          <p:nvCxnSpPr>
            <p:cNvPr id="1488" name="Google Shape;1488;p11"/>
            <p:cNvCxnSpPr/>
            <p:nvPr/>
          </p:nvCxnSpPr>
          <p:spPr>
            <a:xfrm rot="10800000">
              <a:off x="4966" y="3179"/>
              <a:ext cx="0" cy="72"/>
            </a:xfrm>
            <a:prstGeom prst="straightConnector1">
              <a:avLst/>
            </a:prstGeom>
            <a:noFill/>
            <a:ln cap="flat" cmpd="sng" w="12700">
              <a:solidFill>
                <a:schemeClr val="dk1"/>
              </a:solidFill>
              <a:prstDash val="solid"/>
              <a:miter lim="800000"/>
              <a:headEnd len="med" w="med" type="none"/>
              <a:tailEnd len="med" w="med" type="none"/>
            </a:ln>
          </p:spPr>
        </p:cxnSp>
        <p:grpSp>
          <p:nvGrpSpPr>
            <p:cNvPr id="1489" name="Google Shape;1489;p11"/>
            <p:cNvGrpSpPr/>
            <p:nvPr/>
          </p:nvGrpSpPr>
          <p:grpSpPr>
            <a:xfrm>
              <a:off x="4701" y="2996"/>
              <a:ext cx="316" cy="148"/>
              <a:chOff x="3600" y="219"/>
              <a:chExt cx="360" cy="175"/>
            </a:xfrm>
          </p:grpSpPr>
          <p:sp>
            <p:nvSpPr>
              <p:cNvPr id="1490" name="Google Shape;1490;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491" name="Google Shape;1491;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492" name="Google Shape;1492;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493" name="Google Shape;1493;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94" name="Google Shape;1494;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495" name="Google Shape;1495;p11"/>
              <p:cNvGrpSpPr/>
              <p:nvPr/>
            </p:nvGrpSpPr>
            <p:grpSpPr>
              <a:xfrm>
                <a:off x="3686" y="244"/>
                <a:ext cx="177" cy="66"/>
                <a:chOff x="2848" y="848"/>
                <a:chExt cx="140" cy="98"/>
              </a:xfrm>
            </p:grpSpPr>
            <p:cxnSp>
              <p:nvCxnSpPr>
                <p:cNvPr id="1496" name="Google Shape;1496;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497" name="Google Shape;1497;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498" name="Google Shape;1498;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499" name="Google Shape;1499;p11"/>
              <p:cNvGrpSpPr/>
              <p:nvPr/>
            </p:nvGrpSpPr>
            <p:grpSpPr>
              <a:xfrm flipH="1" rot="10800000">
                <a:off x="3686" y="243"/>
                <a:ext cx="177" cy="66"/>
                <a:chOff x="2848" y="848"/>
                <a:chExt cx="140" cy="98"/>
              </a:xfrm>
            </p:grpSpPr>
            <p:cxnSp>
              <p:nvCxnSpPr>
                <p:cNvPr id="1500" name="Google Shape;1500;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01" name="Google Shape;1501;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02" name="Google Shape;1502;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503" name="Google Shape;1503;p11"/>
            <p:cNvGrpSpPr/>
            <p:nvPr/>
          </p:nvGrpSpPr>
          <p:grpSpPr>
            <a:xfrm>
              <a:off x="3768" y="3014"/>
              <a:ext cx="316" cy="148"/>
              <a:chOff x="3600" y="219"/>
              <a:chExt cx="360" cy="175"/>
            </a:xfrm>
          </p:grpSpPr>
          <p:sp>
            <p:nvSpPr>
              <p:cNvPr id="1504" name="Google Shape;1504;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505" name="Google Shape;1505;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506" name="Google Shape;1506;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507" name="Google Shape;1507;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08" name="Google Shape;1508;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509" name="Google Shape;1509;p11"/>
              <p:cNvGrpSpPr/>
              <p:nvPr/>
            </p:nvGrpSpPr>
            <p:grpSpPr>
              <a:xfrm>
                <a:off x="3686" y="244"/>
                <a:ext cx="177" cy="66"/>
                <a:chOff x="2848" y="848"/>
                <a:chExt cx="140" cy="98"/>
              </a:xfrm>
            </p:grpSpPr>
            <p:cxnSp>
              <p:nvCxnSpPr>
                <p:cNvPr id="1510" name="Google Shape;1510;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11" name="Google Shape;1511;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12" name="Google Shape;1512;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513" name="Google Shape;1513;p11"/>
              <p:cNvGrpSpPr/>
              <p:nvPr/>
            </p:nvGrpSpPr>
            <p:grpSpPr>
              <a:xfrm flipH="1" rot="10800000">
                <a:off x="3686" y="243"/>
                <a:ext cx="177" cy="66"/>
                <a:chOff x="2848" y="848"/>
                <a:chExt cx="140" cy="98"/>
              </a:xfrm>
            </p:grpSpPr>
            <p:cxnSp>
              <p:nvCxnSpPr>
                <p:cNvPr id="1514" name="Google Shape;1514;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15" name="Google Shape;1515;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16" name="Google Shape;1516;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1517" name="Google Shape;1517;p11"/>
            <p:cNvCxnSpPr/>
            <p:nvPr/>
          </p:nvCxnSpPr>
          <p:spPr>
            <a:xfrm flipH="1">
              <a:off x="3642" y="2931"/>
              <a:ext cx="160" cy="296"/>
            </a:xfrm>
            <a:prstGeom prst="straightConnector1">
              <a:avLst/>
            </a:prstGeom>
            <a:noFill/>
            <a:ln cap="flat" cmpd="sng" w="9525">
              <a:solidFill>
                <a:schemeClr val="dk1"/>
              </a:solidFill>
              <a:prstDash val="solid"/>
              <a:miter lim="800000"/>
              <a:headEnd len="med" w="med" type="none"/>
              <a:tailEnd len="med" w="med" type="none"/>
            </a:ln>
          </p:spPr>
        </p:cxnSp>
        <p:cxnSp>
          <p:nvCxnSpPr>
            <p:cNvPr id="1518" name="Google Shape;1518;p11"/>
            <p:cNvCxnSpPr/>
            <p:nvPr/>
          </p:nvCxnSpPr>
          <p:spPr>
            <a:xfrm>
              <a:off x="3658" y="2963"/>
              <a:ext cx="124" cy="0"/>
            </a:xfrm>
            <a:prstGeom prst="straightConnector1">
              <a:avLst/>
            </a:prstGeom>
            <a:noFill/>
            <a:ln cap="flat" cmpd="sng" w="9525">
              <a:solidFill>
                <a:schemeClr val="dk1"/>
              </a:solidFill>
              <a:prstDash val="solid"/>
              <a:miter lim="800000"/>
              <a:headEnd len="med" w="med" type="none"/>
              <a:tailEnd len="med" w="med" type="none"/>
            </a:ln>
          </p:spPr>
        </p:cxnSp>
        <p:cxnSp>
          <p:nvCxnSpPr>
            <p:cNvPr id="1519" name="Google Shape;1519;p11"/>
            <p:cNvCxnSpPr/>
            <p:nvPr/>
          </p:nvCxnSpPr>
          <p:spPr>
            <a:xfrm>
              <a:off x="3570" y="3175"/>
              <a:ext cx="97" cy="0"/>
            </a:xfrm>
            <a:prstGeom prst="straightConnector1">
              <a:avLst/>
            </a:prstGeom>
            <a:noFill/>
            <a:ln cap="flat" cmpd="sng" w="9525">
              <a:solidFill>
                <a:schemeClr val="dk1"/>
              </a:solidFill>
              <a:prstDash val="solid"/>
              <a:miter lim="800000"/>
              <a:headEnd len="med" w="med" type="none"/>
              <a:tailEnd len="med" w="med" type="none"/>
            </a:ln>
          </p:spPr>
        </p:cxnSp>
        <p:cxnSp>
          <p:nvCxnSpPr>
            <p:cNvPr id="1520" name="Google Shape;1520;p11"/>
            <p:cNvCxnSpPr/>
            <p:nvPr/>
          </p:nvCxnSpPr>
          <p:spPr>
            <a:xfrm>
              <a:off x="3729" y="3225"/>
              <a:ext cx="309" cy="0"/>
            </a:xfrm>
            <a:prstGeom prst="straightConnector1">
              <a:avLst/>
            </a:prstGeom>
            <a:noFill/>
            <a:ln cap="flat" cmpd="sng" w="9525">
              <a:solidFill>
                <a:schemeClr val="dk1"/>
              </a:solidFill>
              <a:prstDash val="solid"/>
              <a:miter lim="800000"/>
              <a:headEnd len="med" w="med" type="none"/>
              <a:tailEnd len="med" w="med" type="none"/>
            </a:ln>
          </p:spPr>
        </p:cxnSp>
        <p:cxnSp>
          <p:nvCxnSpPr>
            <p:cNvPr id="1521" name="Google Shape;1521;p11"/>
            <p:cNvCxnSpPr/>
            <p:nvPr/>
          </p:nvCxnSpPr>
          <p:spPr>
            <a:xfrm flipH="1">
              <a:off x="3880" y="3167"/>
              <a:ext cx="34" cy="54"/>
            </a:xfrm>
            <a:prstGeom prst="straightConnector1">
              <a:avLst/>
            </a:prstGeom>
            <a:noFill/>
            <a:ln cap="flat" cmpd="sng" w="9525">
              <a:solidFill>
                <a:schemeClr val="dk1"/>
              </a:solidFill>
              <a:prstDash val="solid"/>
              <a:miter lim="800000"/>
              <a:headEnd len="med" w="med" type="none"/>
              <a:tailEnd len="med" w="med" type="none"/>
            </a:ln>
          </p:spPr>
        </p:cxnSp>
        <p:cxnSp>
          <p:nvCxnSpPr>
            <p:cNvPr id="1522" name="Google Shape;1522;p11"/>
            <p:cNvCxnSpPr/>
            <p:nvPr/>
          </p:nvCxnSpPr>
          <p:spPr>
            <a:xfrm>
              <a:off x="3762" y="3223"/>
              <a:ext cx="1" cy="52"/>
            </a:xfrm>
            <a:prstGeom prst="straightConnector1">
              <a:avLst/>
            </a:prstGeom>
            <a:noFill/>
            <a:ln cap="flat" cmpd="sng" w="9525">
              <a:solidFill>
                <a:schemeClr val="dk1"/>
              </a:solidFill>
              <a:prstDash val="solid"/>
              <a:miter lim="800000"/>
              <a:headEnd len="med" w="med" type="none"/>
              <a:tailEnd len="med" w="med" type="none"/>
            </a:ln>
          </p:spPr>
        </p:cxnSp>
        <p:cxnSp>
          <p:nvCxnSpPr>
            <p:cNvPr id="1523" name="Google Shape;1523;p11"/>
            <p:cNvCxnSpPr/>
            <p:nvPr/>
          </p:nvCxnSpPr>
          <p:spPr>
            <a:xfrm rot="10800000">
              <a:off x="4012" y="3228"/>
              <a:ext cx="0" cy="48"/>
            </a:xfrm>
            <a:prstGeom prst="straightConnector1">
              <a:avLst/>
            </a:prstGeom>
            <a:noFill/>
            <a:ln cap="flat" cmpd="sng" w="9525">
              <a:solidFill>
                <a:schemeClr val="dk1"/>
              </a:solidFill>
              <a:prstDash val="solid"/>
              <a:miter lim="800000"/>
              <a:headEnd len="med" w="med" type="none"/>
              <a:tailEnd len="med" w="med" type="none"/>
            </a:ln>
          </p:spPr>
        </p:cxnSp>
        <p:grpSp>
          <p:nvGrpSpPr>
            <p:cNvPr id="1524" name="Google Shape;1524;p11"/>
            <p:cNvGrpSpPr/>
            <p:nvPr/>
          </p:nvGrpSpPr>
          <p:grpSpPr>
            <a:xfrm>
              <a:off x="4290" y="3130"/>
              <a:ext cx="183" cy="255"/>
              <a:chOff x="2556" y="2689"/>
              <a:chExt cx="183" cy="255"/>
            </a:xfrm>
          </p:grpSpPr>
          <p:pic>
            <p:nvPicPr>
              <p:cNvPr descr="31u_bnrz[1]" id="1525" name="Google Shape;1525;p11"/>
              <p:cNvPicPr preferRelativeResize="0"/>
              <p:nvPr/>
            </p:nvPicPr>
            <p:blipFill rotWithShape="1">
              <a:blip r:embed="rId36">
                <a:alphaModFix/>
              </a:blip>
              <a:srcRect b="0" l="0" r="0" t="0"/>
              <a:stretch/>
            </p:blipFill>
            <p:spPr>
              <a:xfrm>
                <a:off x="2609" y="2770"/>
                <a:ext cx="121" cy="174"/>
              </a:xfrm>
              <a:prstGeom prst="rect">
                <a:avLst/>
              </a:prstGeom>
              <a:noFill/>
              <a:ln>
                <a:noFill/>
              </a:ln>
            </p:spPr>
          </p:pic>
          <p:sp>
            <p:nvSpPr>
              <p:cNvPr id="1526" name="Google Shape;1526;p11"/>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27" name="Google Shape;1527;p11"/>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28" name="Google Shape;1528;p11"/>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29" name="Google Shape;1529;p11"/>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0" name="Google Shape;1530;p11"/>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1" name="Google Shape;1531;p11"/>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2" name="Google Shape;1532;p11"/>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3" name="Google Shape;1533;p11"/>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4" name="Google Shape;1534;p11"/>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5" name="Google Shape;1535;p11"/>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6" name="Google Shape;1536;p11"/>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7" name="Google Shape;1537;p11"/>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8" name="Google Shape;1538;p11"/>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9" name="Google Shape;1539;p11"/>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40" name="Google Shape;1540;p11"/>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41" name="Google Shape;1541;p11"/>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542" name="Google Shape;1542;p11"/>
            <p:cNvCxnSpPr/>
            <p:nvPr/>
          </p:nvCxnSpPr>
          <p:spPr>
            <a:xfrm>
              <a:off x="4063" y="3139"/>
              <a:ext cx="317" cy="170"/>
            </a:xfrm>
            <a:prstGeom prst="straightConnector1">
              <a:avLst/>
            </a:prstGeom>
            <a:noFill/>
            <a:ln cap="flat" cmpd="sng" w="9525">
              <a:solidFill>
                <a:schemeClr val="dk1"/>
              </a:solidFill>
              <a:prstDash val="solid"/>
              <a:miter lim="800000"/>
              <a:headEnd len="med" w="med" type="none"/>
              <a:tailEnd len="med" w="med" type="none"/>
            </a:ln>
          </p:spPr>
        </p:cxnSp>
        <p:cxnSp>
          <p:nvCxnSpPr>
            <p:cNvPr id="1543" name="Google Shape;1543;p11"/>
            <p:cNvCxnSpPr/>
            <p:nvPr/>
          </p:nvCxnSpPr>
          <p:spPr>
            <a:xfrm>
              <a:off x="3716" y="3098"/>
              <a:ext cx="51" cy="0"/>
            </a:xfrm>
            <a:prstGeom prst="straightConnector1">
              <a:avLst/>
            </a:prstGeom>
            <a:noFill/>
            <a:ln cap="flat" cmpd="sng" w="9525">
              <a:solidFill>
                <a:schemeClr val="dk1"/>
              </a:solidFill>
              <a:prstDash val="solid"/>
              <a:miter lim="800000"/>
              <a:headEnd len="med" w="med" type="none"/>
              <a:tailEnd len="med" w="med" type="none"/>
            </a:ln>
          </p:spPr>
        </p:cxnSp>
        <p:cxnSp>
          <p:nvCxnSpPr>
            <p:cNvPr id="1544" name="Google Shape;1544;p11"/>
            <p:cNvCxnSpPr/>
            <p:nvPr/>
          </p:nvCxnSpPr>
          <p:spPr>
            <a:xfrm flipH="1">
              <a:off x="3772" y="2167"/>
              <a:ext cx="2" cy="91"/>
            </a:xfrm>
            <a:prstGeom prst="straightConnector1">
              <a:avLst/>
            </a:prstGeom>
            <a:noFill/>
            <a:ln cap="flat" cmpd="sng" w="9525">
              <a:solidFill>
                <a:schemeClr val="dk1"/>
              </a:solidFill>
              <a:prstDash val="solid"/>
              <a:miter lim="800000"/>
              <a:headEnd len="med" w="med" type="none"/>
              <a:tailEnd len="med" w="med" type="none"/>
            </a:ln>
          </p:spPr>
        </p:cxnSp>
        <p:cxnSp>
          <p:nvCxnSpPr>
            <p:cNvPr id="1545" name="Google Shape;1545;p11"/>
            <p:cNvCxnSpPr/>
            <p:nvPr/>
          </p:nvCxnSpPr>
          <p:spPr>
            <a:xfrm flipH="1" rot="10800000">
              <a:off x="3526" y="2308"/>
              <a:ext cx="106" cy="2"/>
            </a:xfrm>
            <a:prstGeom prst="straightConnector1">
              <a:avLst/>
            </a:prstGeom>
            <a:noFill/>
            <a:ln cap="flat" cmpd="sng" w="9525">
              <a:solidFill>
                <a:schemeClr val="dk1"/>
              </a:solidFill>
              <a:prstDash val="solid"/>
              <a:miter lim="800000"/>
              <a:headEnd len="med" w="med" type="none"/>
              <a:tailEnd len="med" w="med" type="none"/>
            </a:ln>
          </p:spPr>
        </p:cxnSp>
      </p:grpSp>
      <p:grpSp>
        <p:nvGrpSpPr>
          <p:cNvPr id="1546" name="Google Shape;1546;p11"/>
          <p:cNvGrpSpPr/>
          <p:nvPr/>
        </p:nvGrpSpPr>
        <p:grpSpPr>
          <a:xfrm>
            <a:off x="6443662" y="2190750"/>
            <a:ext cx="1590675" cy="2716212"/>
            <a:chOff x="4059" y="1380"/>
            <a:chExt cx="1002" cy="1711"/>
          </a:xfrm>
        </p:grpSpPr>
        <p:grpSp>
          <p:nvGrpSpPr>
            <p:cNvPr id="1547" name="Google Shape;1547;p11"/>
            <p:cNvGrpSpPr/>
            <p:nvPr/>
          </p:nvGrpSpPr>
          <p:grpSpPr>
            <a:xfrm>
              <a:off x="4304" y="2253"/>
              <a:ext cx="228" cy="108"/>
              <a:chOff x="3600" y="219"/>
              <a:chExt cx="360" cy="175"/>
            </a:xfrm>
          </p:grpSpPr>
          <p:sp>
            <p:nvSpPr>
              <p:cNvPr id="1548" name="Google Shape;1548;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549" name="Google Shape;1549;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550" name="Google Shape;1550;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551" name="Google Shape;1551;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52" name="Google Shape;1552;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553" name="Google Shape;1553;p11"/>
              <p:cNvGrpSpPr/>
              <p:nvPr/>
            </p:nvGrpSpPr>
            <p:grpSpPr>
              <a:xfrm>
                <a:off x="3686" y="244"/>
                <a:ext cx="177" cy="66"/>
                <a:chOff x="2848" y="848"/>
                <a:chExt cx="140" cy="98"/>
              </a:xfrm>
            </p:grpSpPr>
            <p:cxnSp>
              <p:nvCxnSpPr>
                <p:cNvPr id="1554" name="Google Shape;1554;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55" name="Google Shape;1555;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56" name="Google Shape;1556;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557" name="Google Shape;1557;p11"/>
              <p:cNvGrpSpPr/>
              <p:nvPr/>
            </p:nvGrpSpPr>
            <p:grpSpPr>
              <a:xfrm flipH="1" rot="10800000">
                <a:off x="3686" y="243"/>
                <a:ext cx="177" cy="66"/>
                <a:chOff x="2848" y="848"/>
                <a:chExt cx="140" cy="98"/>
              </a:xfrm>
            </p:grpSpPr>
            <p:cxnSp>
              <p:nvCxnSpPr>
                <p:cNvPr id="1558" name="Google Shape;1558;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59" name="Google Shape;1559;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60" name="Google Shape;1560;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561" name="Google Shape;1561;p11"/>
            <p:cNvGrpSpPr/>
            <p:nvPr/>
          </p:nvGrpSpPr>
          <p:grpSpPr>
            <a:xfrm>
              <a:off x="4528" y="2429"/>
              <a:ext cx="228" cy="108"/>
              <a:chOff x="3600" y="219"/>
              <a:chExt cx="360" cy="175"/>
            </a:xfrm>
          </p:grpSpPr>
          <p:sp>
            <p:nvSpPr>
              <p:cNvPr id="1562" name="Google Shape;1562;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563" name="Google Shape;1563;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564" name="Google Shape;1564;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565" name="Google Shape;1565;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66" name="Google Shape;1566;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567" name="Google Shape;1567;p11"/>
              <p:cNvGrpSpPr/>
              <p:nvPr/>
            </p:nvGrpSpPr>
            <p:grpSpPr>
              <a:xfrm>
                <a:off x="3686" y="244"/>
                <a:ext cx="177" cy="66"/>
                <a:chOff x="2848" y="848"/>
                <a:chExt cx="140" cy="98"/>
              </a:xfrm>
            </p:grpSpPr>
            <p:cxnSp>
              <p:nvCxnSpPr>
                <p:cNvPr id="1568" name="Google Shape;1568;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69" name="Google Shape;1569;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70" name="Google Shape;1570;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571" name="Google Shape;1571;p11"/>
              <p:cNvGrpSpPr/>
              <p:nvPr/>
            </p:nvGrpSpPr>
            <p:grpSpPr>
              <a:xfrm flipH="1" rot="10800000">
                <a:off x="3686" y="243"/>
                <a:ext cx="177" cy="66"/>
                <a:chOff x="2848" y="848"/>
                <a:chExt cx="140" cy="98"/>
              </a:xfrm>
            </p:grpSpPr>
            <p:cxnSp>
              <p:nvCxnSpPr>
                <p:cNvPr id="1572" name="Google Shape;1572;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73" name="Google Shape;1573;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74" name="Google Shape;1574;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575" name="Google Shape;1575;p11"/>
            <p:cNvGrpSpPr/>
            <p:nvPr/>
          </p:nvGrpSpPr>
          <p:grpSpPr>
            <a:xfrm>
              <a:off x="4704" y="2261"/>
              <a:ext cx="228" cy="108"/>
              <a:chOff x="3600" y="219"/>
              <a:chExt cx="360" cy="175"/>
            </a:xfrm>
          </p:grpSpPr>
          <p:sp>
            <p:nvSpPr>
              <p:cNvPr id="1576" name="Google Shape;1576;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577" name="Google Shape;1577;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578" name="Google Shape;1578;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579" name="Google Shape;1579;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80" name="Google Shape;1580;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581" name="Google Shape;1581;p11"/>
              <p:cNvGrpSpPr/>
              <p:nvPr/>
            </p:nvGrpSpPr>
            <p:grpSpPr>
              <a:xfrm>
                <a:off x="3686" y="244"/>
                <a:ext cx="177" cy="66"/>
                <a:chOff x="2848" y="848"/>
                <a:chExt cx="140" cy="98"/>
              </a:xfrm>
            </p:grpSpPr>
            <p:cxnSp>
              <p:nvCxnSpPr>
                <p:cNvPr id="1582" name="Google Shape;1582;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83" name="Google Shape;1583;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84" name="Google Shape;1584;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585" name="Google Shape;1585;p11"/>
              <p:cNvGrpSpPr/>
              <p:nvPr/>
            </p:nvGrpSpPr>
            <p:grpSpPr>
              <a:xfrm flipH="1" rot="10800000">
                <a:off x="3686" y="243"/>
                <a:ext cx="177" cy="66"/>
                <a:chOff x="2848" y="848"/>
                <a:chExt cx="140" cy="98"/>
              </a:xfrm>
            </p:grpSpPr>
            <p:cxnSp>
              <p:nvCxnSpPr>
                <p:cNvPr id="1586" name="Google Shape;1586;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87" name="Google Shape;1587;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88" name="Google Shape;1588;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589" name="Google Shape;1589;p11"/>
            <p:cNvGrpSpPr/>
            <p:nvPr/>
          </p:nvGrpSpPr>
          <p:grpSpPr>
            <a:xfrm>
              <a:off x="4367" y="1532"/>
              <a:ext cx="221" cy="101"/>
              <a:chOff x="3600" y="219"/>
              <a:chExt cx="360" cy="175"/>
            </a:xfrm>
          </p:grpSpPr>
          <p:sp>
            <p:nvSpPr>
              <p:cNvPr id="1590" name="Google Shape;1590;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591" name="Google Shape;1591;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592" name="Google Shape;1592;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593" name="Google Shape;1593;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94" name="Google Shape;1594;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595" name="Google Shape;1595;p11"/>
              <p:cNvGrpSpPr/>
              <p:nvPr/>
            </p:nvGrpSpPr>
            <p:grpSpPr>
              <a:xfrm>
                <a:off x="3686" y="244"/>
                <a:ext cx="177" cy="66"/>
                <a:chOff x="2848" y="848"/>
                <a:chExt cx="140" cy="98"/>
              </a:xfrm>
            </p:grpSpPr>
            <p:cxnSp>
              <p:nvCxnSpPr>
                <p:cNvPr id="1596" name="Google Shape;1596;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597" name="Google Shape;1597;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598" name="Google Shape;1598;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599" name="Google Shape;1599;p11"/>
              <p:cNvGrpSpPr/>
              <p:nvPr/>
            </p:nvGrpSpPr>
            <p:grpSpPr>
              <a:xfrm flipH="1" rot="10800000">
                <a:off x="3686" y="243"/>
                <a:ext cx="177" cy="66"/>
                <a:chOff x="2848" y="848"/>
                <a:chExt cx="140" cy="98"/>
              </a:xfrm>
            </p:grpSpPr>
            <p:cxnSp>
              <p:nvCxnSpPr>
                <p:cNvPr id="1600" name="Google Shape;1600;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01" name="Google Shape;1601;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02" name="Google Shape;1602;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603" name="Google Shape;1603;p11"/>
            <p:cNvGrpSpPr/>
            <p:nvPr/>
          </p:nvGrpSpPr>
          <p:grpSpPr>
            <a:xfrm>
              <a:off x="4366" y="1693"/>
              <a:ext cx="228" cy="108"/>
              <a:chOff x="3600" y="219"/>
              <a:chExt cx="360" cy="175"/>
            </a:xfrm>
          </p:grpSpPr>
          <p:sp>
            <p:nvSpPr>
              <p:cNvPr id="1604" name="Google Shape;1604;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605" name="Google Shape;1605;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606" name="Google Shape;1606;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607" name="Google Shape;1607;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08" name="Google Shape;1608;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609" name="Google Shape;1609;p11"/>
              <p:cNvGrpSpPr/>
              <p:nvPr/>
            </p:nvGrpSpPr>
            <p:grpSpPr>
              <a:xfrm>
                <a:off x="3686" y="244"/>
                <a:ext cx="177" cy="66"/>
                <a:chOff x="2848" y="848"/>
                <a:chExt cx="140" cy="98"/>
              </a:xfrm>
            </p:grpSpPr>
            <p:cxnSp>
              <p:nvCxnSpPr>
                <p:cNvPr id="1610" name="Google Shape;1610;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11" name="Google Shape;1611;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12" name="Google Shape;1612;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613" name="Google Shape;1613;p11"/>
              <p:cNvGrpSpPr/>
              <p:nvPr/>
            </p:nvGrpSpPr>
            <p:grpSpPr>
              <a:xfrm flipH="1" rot="10800000">
                <a:off x="3686" y="243"/>
                <a:ext cx="177" cy="66"/>
                <a:chOff x="2848" y="848"/>
                <a:chExt cx="140" cy="98"/>
              </a:xfrm>
            </p:grpSpPr>
            <p:cxnSp>
              <p:nvCxnSpPr>
                <p:cNvPr id="1614" name="Google Shape;1614;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15" name="Google Shape;1615;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16" name="Google Shape;1616;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617" name="Google Shape;1617;p11"/>
            <p:cNvGrpSpPr/>
            <p:nvPr/>
          </p:nvGrpSpPr>
          <p:grpSpPr>
            <a:xfrm>
              <a:off x="4666" y="1472"/>
              <a:ext cx="210" cy="97"/>
              <a:chOff x="3600" y="219"/>
              <a:chExt cx="360" cy="175"/>
            </a:xfrm>
          </p:grpSpPr>
          <p:sp>
            <p:nvSpPr>
              <p:cNvPr id="1618" name="Google Shape;1618;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619" name="Google Shape;1619;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620" name="Google Shape;1620;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621" name="Google Shape;1621;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22" name="Google Shape;1622;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623" name="Google Shape;1623;p11"/>
              <p:cNvGrpSpPr/>
              <p:nvPr/>
            </p:nvGrpSpPr>
            <p:grpSpPr>
              <a:xfrm>
                <a:off x="3686" y="244"/>
                <a:ext cx="177" cy="66"/>
                <a:chOff x="2848" y="848"/>
                <a:chExt cx="140" cy="98"/>
              </a:xfrm>
            </p:grpSpPr>
            <p:cxnSp>
              <p:nvCxnSpPr>
                <p:cNvPr id="1624" name="Google Shape;1624;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25" name="Google Shape;1625;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26" name="Google Shape;1626;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627" name="Google Shape;1627;p11"/>
              <p:cNvGrpSpPr/>
              <p:nvPr/>
            </p:nvGrpSpPr>
            <p:grpSpPr>
              <a:xfrm flipH="1" rot="10800000">
                <a:off x="3686" y="243"/>
                <a:ext cx="177" cy="66"/>
                <a:chOff x="2848" y="848"/>
                <a:chExt cx="140" cy="98"/>
              </a:xfrm>
            </p:grpSpPr>
            <p:cxnSp>
              <p:nvCxnSpPr>
                <p:cNvPr id="1628" name="Google Shape;1628;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29" name="Google Shape;1629;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30" name="Google Shape;1630;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631" name="Google Shape;1631;p11"/>
            <p:cNvGrpSpPr/>
            <p:nvPr/>
          </p:nvGrpSpPr>
          <p:grpSpPr>
            <a:xfrm>
              <a:off x="4720" y="1693"/>
              <a:ext cx="228" cy="108"/>
              <a:chOff x="3600" y="219"/>
              <a:chExt cx="360" cy="175"/>
            </a:xfrm>
          </p:grpSpPr>
          <p:sp>
            <p:nvSpPr>
              <p:cNvPr id="1632" name="Google Shape;1632;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633" name="Google Shape;1633;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634" name="Google Shape;1634;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635" name="Google Shape;1635;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36" name="Google Shape;1636;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637" name="Google Shape;1637;p11"/>
              <p:cNvGrpSpPr/>
              <p:nvPr/>
            </p:nvGrpSpPr>
            <p:grpSpPr>
              <a:xfrm>
                <a:off x="3686" y="244"/>
                <a:ext cx="177" cy="66"/>
                <a:chOff x="2848" y="848"/>
                <a:chExt cx="140" cy="98"/>
              </a:xfrm>
            </p:grpSpPr>
            <p:cxnSp>
              <p:nvCxnSpPr>
                <p:cNvPr id="1638" name="Google Shape;1638;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39" name="Google Shape;1639;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40" name="Google Shape;1640;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641" name="Google Shape;1641;p11"/>
              <p:cNvGrpSpPr/>
              <p:nvPr/>
            </p:nvGrpSpPr>
            <p:grpSpPr>
              <a:xfrm flipH="1" rot="10800000">
                <a:off x="3686" y="243"/>
                <a:ext cx="177" cy="66"/>
                <a:chOff x="2848" y="848"/>
                <a:chExt cx="140" cy="98"/>
              </a:xfrm>
            </p:grpSpPr>
            <p:cxnSp>
              <p:nvCxnSpPr>
                <p:cNvPr id="1642" name="Google Shape;1642;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43" name="Google Shape;1643;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44" name="Google Shape;1644;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1645" name="Google Shape;1645;p11"/>
            <p:cNvCxnSpPr/>
            <p:nvPr/>
          </p:nvCxnSpPr>
          <p:spPr>
            <a:xfrm>
              <a:off x="4474" y="2358"/>
              <a:ext cx="103" cy="76"/>
            </a:xfrm>
            <a:prstGeom prst="straightConnector1">
              <a:avLst/>
            </a:prstGeom>
            <a:noFill/>
            <a:ln cap="flat" cmpd="sng" w="9525">
              <a:solidFill>
                <a:schemeClr val="dk1"/>
              </a:solidFill>
              <a:prstDash val="solid"/>
              <a:miter lim="800000"/>
              <a:headEnd len="med" w="med" type="none"/>
              <a:tailEnd len="med" w="med" type="none"/>
            </a:ln>
          </p:spPr>
        </p:cxnSp>
        <p:cxnSp>
          <p:nvCxnSpPr>
            <p:cNvPr id="1646" name="Google Shape;1646;p11"/>
            <p:cNvCxnSpPr/>
            <p:nvPr/>
          </p:nvCxnSpPr>
          <p:spPr>
            <a:xfrm>
              <a:off x="4535" y="2308"/>
              <a:ext cx="176" cy="0"/>
            </a:xfrm>
            <a:prstGeom prst="straightConnector1">
              <a:avLst/>
            </a:prstGeom>
            <a:noFill/>
            <a:ln cap="flat" cmpd="sng" w="9525">
              <a:solidFill>
                <a:schemeClr val="dk1"/>
              </a:solidFill>
              <a:prstDash val="solid"/>
              <a:miter lim="800000"/>
              <a:headEnd len="med" w="med" type="none"/>
              <a:tailEnd len="med" w="med" type="none"/>
            </a:ln>
          </p:spPr>
        </p:cxnSp>
        <p:cxnSp>
          <p:nvCxnSpPr>
            <p:cNvPr id="1647" name="Google Shape;1647;p11"/>
            <p:cNvCxnSpPr/>
            <p:nvPr/>
          </p:nvCxnSpPr>
          <p:spPr>
            <a:xfrm flipH="1" rot="10800000">
              <a:off x="4684" y="2362"/>
              <a:ext cx="85" cy="66"/>
            </a:xfrm>
            <a:prstGeom prst="straightConnector1">
              <a:avLst/>
            </a:prstGeom>
            <a:noFill/>
            <a:ln cap="flat" cmpd="sng" w="9525">
              <a:solidFill>
                <a:schemeClr val="dk1"/>
              </a:solidFill>
              <a:prstDash val="solid"/>
              <a:miter lim="800000"/>
              <a:headEnd len="med" w="med" type="none"/>
              <a:tailEnd len="med" w="med" type="none"/>
            </a:ln>
          </p:spPr>
        </p:cxnSp>
        <p:grpSp>
          <p:nvGrpSpPr>
            <p:cNvPr id="1648" name="Google Shape;1648;p11"/>
            <p:cNvGrpSpPr/>
            <p:nvPr/>
          </p:nvGrpSpPr>
          <p:grpSpPr>
            <a:xfrm>
              <a:off x="4187" y="2822"/>
              <a:ext cx="316" cy="148"/>
              <a:chOff x="3600" y="219"/>
              <a:chExt cx="360" cy="175"/>
            </a:xfrm>
          </p:grpSpPr>
          <p:sp>
            <p:nvSpPr>
              <p:cNvPr id="1649" name="Google Shape;1649;p1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650" name="Google Shape;1650;p1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651" name="Google Shape;1651;p1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652" name="Google Shape;1652;p1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53" name="Google Shape;1653;p1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654" name="Google Shape;1654;p11"/>
              <p:cNvGrpSpPr/>
              <p:nvPr/>
            </p:nvGrpSpPr>
            <p:grpSpPr>
              <a:xfrm>
                <a:off x="3686" y="244"/>
                <a:ext cx="177" cy="66"/>
                <a:chOff x="2848" y="848"/>
                <a:chExt cx="140" cy="98"/>
              </a:xfrm>
            </p:grpSpPr>
            <p:cxnSp>
              <p:nvCxnSpPr>
                <p:cNvPr id="1655" name="Google Shape;1655;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56" name="Google Shape;1656;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57" name="Google Shape;1657;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658" name="Google Shape;1658;p11"/>
              <p:cNvGrpSpPr/>
              <p:nvPr/>
            </p:nvGrpSpPr>
            <p:grpSpPr>
              <a:xfrm flipH="1" rot="10800000">
                <a:off x="3686" y="243"/>
                <a:ext cx="177" cy="66"/>
                <a:chOff x="2848" y="848"/>
                <a:chExt cx="140" cy="98"/>
              </a:xfrm>
            </p:grpSpPr>
            <p:cxnSp>
              <p:nvCxnSpPr>
                <p:cNvPr id="1659" name="Google Shape;1659;p1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660" name="Google Shape;1660;p1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661" name="Google Shape;1661;p1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1662" name="Google Shape;1662;p11"/>
            <p:cNvCxnSpPr/>
            <p:nvPr/>
          </p:nvCxnSpPr>
          <p:spPr>
            <a:xfrm>
              <a:off x="4470" y="2955"/>
              <a:ext cx="226" cy="76"/>
            </a:xfrm>
            <a:prstGeom prst="straightConnector1">
              <a:avLst/>
            </a:prstGeom>
            <a:noFill/>
            <a:ln cap="flat" cmpd="sng" w="9525">
              <a:solidFill>
                <a:schemeClr val="dk1"/>
              </a:solidFill>
              <a:prstDash val="solid"/>
              <a:miter lim="800000"/>
              <a:headEnd len="med" w="med" type="none"/>
              <a:tailEnd len="med" w="med" type="none"/>
            </a:ln>
          </p:spPr>
        </p:cxnSp>
        <p:cxnSp>
          <p:nvCxnSpPr>
            <p:cNvPr id="1663" name="Google Shape;1663;p11"/>
            <p:cNvCxnSpPr/>
            <p:nvPr/>
          </p:nvCxnSpPr>
          <p:spPr>
            <a:xfrm flipH="1" rot="10800000">
              <a:off x="4059" y="2963"/>
              <a:ext cx="175" cy="69"/>
            </a:xfrm>
            <a:prstGeom prst="straightConnector1">
              <a:avLst/>
            </a:prstGeom>
            <a:noFill/>
            <a:ln cap="flat" cmpd="sng" w="9525">
              <a:solidFill>
                <a:schemeClr val="dk1"/>
              </a:solidFill>
              <a:prstDash val="solid"/>
              <a:miter lim="800000"/>
              <a:headEnd len="med" w="med" type="none"/>
              <a:tailEnd len="med" w="med" type="none"/>
            </a:ln>
          </p:spPr>
        </p:cxnSp>
        <p:cxnSp>
          <p:nvCxnSpPr>
            <p:cNvPr id="1664" name="Google Shape;1664;p11"/>
            <p:cNvCxnSpPr/>
            <p:nvPr/>
          </p:nvCxnSpPr>
          <p:spPr>
            <a:xfrm>
              <a:off x="4086" y="3091"/>
              <a:ext cx="612" cy="0"/>
            </a:xfrm>
            <a:prstGeom prst="straightConnector1">
              <a:avLst/>
            </a:prstGeom>
            <a:noFill/>
            <a:ln cap="flat" cmpd="sng" w="9525">
              <a:solidFill>
                <a:schemeClr val="dk1"/>
              </a:solidFill>
              <a:prstDash val="solid"/>
              <a:miter lim="800000"/>
              <a:headEnd len="med" w="med" type="none"/>
              <a:tailEnd len="med" w="med" type="none"/>
            </a:ln>
          </p:spPr>
        </p:cxnSp>
        <p:cxnSp>
          <p:nvCxnSpPr>
            <p:cNvPr id="1665" name="Google Shape;1665;p11"/>
            <p:cNvCxnSpPr/>
            <p:nvPr/>
          </p:nvCxnSpPr>
          <p:spPr>
            <a:xfrm flipH="1" rot="10800000">
              <a:off x="4589" y="1526"/>
              <a:ext cx="78" cy="55"/>
            </a:xfrm>
            <a:prstGeom prst="straightConnector1">
              <a:avLst/>
            </a:prstGeom>
            <a:noFill/>
            <a:ln cap="flat" cmpd="sng" w="9525">
              <a:solidFill>
                <a:schemeClr val="dk1"/>
              </a:solidFill>
              <a:prstDash val="solid"/>
              <a:miter lim="800000"/>
              <a:headEnd len="med" w="med" type="none"/>
              <a:tailEnd len="med" w="med" type="none"/>
            </a:ln>
          </p:spPr>
        </p:cxnSp>
        <p:cxnSp>
          <p:nvCxnSpPr>
            <p:cNvPr id="1666" name="Google Shape;1666;p11"/>
            <p:cNvCxnSpPr/>
            <p:nvPr/>
          </p:nvCxnSpPr>
          <p:spPr>
            <a:xfrm flipH="1" rot="10800000">
              <a:off x="4596" y="1570"/>
              <a:ext cx="166" cy="182"/>
            </a:xfrm>
            <a:prstGeom prst="straightConnector1">
              <a:avLst/>
            </a:prstGeom>
            <a:noFill/>
            <a:ln cap="flat" cmpd="sng" w="9525">
              <a:solidFill>
                <a:schemeClr val="dk1"/>
              </a:solidFill>
              <a:prstDash val="solid"/>
              <a:miter lim="800000"/>
              <a:headEnd len="med" w="med" type="none"/>
              <a:tailEnd len="med" w="med" type="none"/>
            </a:ln>
          </p:spPr>
        </p:cxnSp>
        <p:cxnSp>
          <p:nvCxnSpPr>
            <p:cNvPr id="1667" name="Google Shape;1667;p11"/>
            <p:cNvCxnSpPr/>
            <p:nvPr/>
          </p:nvCxnSpPr>
          <p:spPr>
            <a:xfrm>
              <a:off x="4818" y="1569"/>
              <a:ext cx="0" cy="124"/>
            </a:xfrm>
            <a:prstGeom prst="straightConnector1">
              <a:avLst/>
            </a:prstGeom>
            <a:noFill/>
            <a:ln cap="flat" cmpd="sng" w="9525">
              <a:solidFill>
                <a:schemeClr val="dk1"/>
              </a:solidFill>
              <a:prstDash val="solid"/>
              <a:miter lim="800000"/>
              <a:headEnd len="med" w="med" type="none"/>
              <a:tailEnd len="med" w="med" type="none"/>
            </a:ln>
          </p:spPr>
        </p:cxnSp>
        <p:cxnSp>
          <p:nvCxnSpPr>
            <p:cNvPr id="1668" name="Google Shape;1668;p11"/>
            <p:cNvCxnSpPr/>
            <p:nvPr/>
          </p:nvCxnSpPr>
          <p:spPr>
            <a:xfrm>
              <a:off x="4600" y="1762"/>
              <a:ext cx="119" cy="0"/>
            </a:xfrm>
            <a:prstGeom prst="straightConnector1">
              <a:avLst/>
            </a:prstGeom>
            <a:noFill/>
            <a:ln cap="flat" cmpd="sng" w="9525">
              <a:solidFill>
                <a:schemeClr val="dk1"/>
              </a:solidFill>
              <a:prstDash val="solid"/>
              <a:miter lim="800000"/>
              <a:headEnd len="med" w="med" type="none"/>
              <a:tailEnd len="med" w="med" type="none"/>
            </a:ln>
          </p:spPr>
        </p:cxnSp>
        <p:cxnSp>
          <p:nvCxnSpPr>
            <p:cNvPr id="1669" name="Google Shape;1669;p11"/>
            <p:cNvCxnSpPr/>
            <p:nvPr/>
          </p:nvCxnSpPr>
          <p:spPr>
            <a:xfrm flipH="1" rot="10800000">
              <a:off x="4861" y="1380"/>
              <a:ext cx="150" cy="106"/>
            </a:xfrm>
            <a:prstGeom prst="straightConnector1">
              <a:avLst/>
            </a:prstGeom>
            <a:noFill/>
            <a:ln cap="flat" cmpd="sng" w="9525">
              <a:solidFill>
                <a:schemeClr val="dk1"/>
              </a:solidFill>
              <a:prstDash val="solid"/>
              <a:miter lim="800000"/>
              <a:headEnd len="med" w="med" type="none"/>
              <a:tailEnd len="med" w="med" type="none"/>
            </a:ln>
          </p:spPr>
        </p:cxnSp>
        <p:cxnSp>
          <p:nvCxnSpPr>
            <p:cNvPr id="1670" name="Google Shape;1670;p11"/>
            <p:cNvCxnSpPr/>
            <p:nvPr/>
          </p:nvCxnSpPr>
          <p:spPr>
            <a:xfrm>
              <a:off x="4949" y="1756"/>
              <a:ext cx="112" cy="0"/>
            </a:xfrm>
            <a:prstGeom prst="straightConnector1">
              <a:avLst/>
            </a:prstGeom>
            <a:noFill/>
            <a:ln cap="flat" cmpd="sng" w="9525">
              <a:solidFill>
                <a:schemeClr val="dk1"/>
              </a:solidFill>
              <a:prstDash val="solid"/>
              <a:miter lim="800000"/>
              <a:headEnd len="med" w="med" type="none"/>
              <a:tailEnd len="med" w="med" type="none"/>
            </a:ln>
          </p:spPr>
        </p:cxnSp>
      </p:grpSp>
      <p:sp>
        <p:nvSpPr>
          <p:cNvPr id="1671" name="Google Shape;1671;p11"/>
          <p:cNvSpPr txBox="1"/>
          <p:nvPr/>
        </p:nvSpPr>
        <p:spPr>
          <a:xfrm>
            <a:off x="431800" y="2660650"/>
            <a:ext cx="3810000" cy="2819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access networks, physical media:</a:t>
            </a:r>
            <a:r>
              <a:rPr b="0" i="0" lang="en-US" sz="2800" u="none">
                <a:solidFill>
                  <a:schemeClr val="dk1"/>
                </a:solidFill>
                <a:latin typeface="Comic Sans MS"/>
                <a:ea typeface="Comic Sans MS"/>
                <a:cs typeface="Comic Sans MS"/>
                <a:sym typeface="Comic Sans MS"/>
              </a:rPr>
              <a:t> wired, wireless communication links</a:t>
            </a:r>
            <a:r>
              <a:rPr b="0" i="0" lang="en-US" sz="2800" u="none">
                <a:solidFill>
                  <a:srgbClr val="FF0000"/>
                </a:solidFill>
                <a:latin typeface="Comic Sans MS"/>
                <a:ea typeface="Comic Sans MS"/>
                <a:cs typeface="Comic Sans MS"/>
                <a:sym typeface="Comic Sans MS"/>
              </a:rPr>
              <a:t> </a:t>
            </a:r>
            <a:endParaRPr/>
          </a:p>
        </p:txBody>
      </p:sp>
      <p:sp>
        <p:nvSpPr>
          <p:cNvPr id="1672" name="Google Shape;1672;p11"/>
          <p:cNvSpPr txBox="1"/>
          <p:nvPr/>
        </p:nvSpPr>
        <p:spPr>
          <a:xfrm>
            <a:off x="473075" y="4475162"/>
            <a:ext cx="3810000" cy="18764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network core:</a:t>
            </a:r>
            <a:r>
              <a:rPr b="0" i="0" lang="en-US" sz="2800" u="none">
                <a:solidFill>
                  <a:schemeClr val="dk1"/>
                </a:solidFill>
                <a:latin typeface="Comic Sans MS"/>
                <a:ea typeface="Comic Sans MS"/>
                <a:cs typeface="Comic Sans MS"/>
                <a:sym typeface="Comic Sans MS"/>
              </a:rPr>
              <a:t> </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interconnected routers</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network of networks</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7" name="Shape 1677"/>
        <p:cNvGrpSpPr/>
        <p:nvPr/>
      </p:nvGrpSpPr>
      <p:grpSpPr>
        <a:xfrm>
          <a:off x="0" y="0"/>
          <a:ext cx="0" cy="0"/>
          <a:chOff x="0" y="0"/>
          <a:chExt cx="0" cy="0"/>
        </a:xfrm>
      </p:grpSpPr>
      <p:sp>
        <p:nvSpPr>
          <p:cNvPr id="1678" name="Google Shape;1678;p1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1679" name="Google Shape;1679;p1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80" name="Google Shape;1680;p1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The network edge:</a:t>
            </a:r>
            <a:endParaRPr/>
          </a:p>
        </p:txBody>
      </p:sp>
      <p:sp>
        <p:nvSpPr>
          <p:cNvPr id="1681" name="Google Shape;1681;p12"/>
          <p:cNvSpPr txBox="1"/>
          <p:nvPr>
            <p:ph idx="1" type="body"/>
          </p:nvPr>
        </p:nvSpPr>
        <p:spPr>
          <a:xfrm>
            <a:off x="304800" y="1371600"/>
            <a:ext cx="465137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end systems (hosts):</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run application programs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e.g. Web, email</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at “edge of network”</a:t>
            </a:r>
            <a:endParaRPr/>
          </a:p>
        </p:txBody>
      </p:sp>
      <p:sp>
        <p:nvSpPr>
          <p:cNvPr id="1682" name="Google Shape;1682;p12"/>
          <p:cNvSpPr/>
          <p:nvPr/>
        </p:nvSpPr>
        <p:spPr>
          <a:xfrm>
            <a:off x="6710362" y="3457575"/>
            <a:ext cx="1314450" cy="674687"/>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83" name="Google Shape;1683;p12"/>
          <p:cNvSpPr/>
          <p:nvPr/>
        </p:nvSpPr>
        <p:spPr>
          <a:xfrm>
            <a:off x="6729412" y="1931987"/>
            <a:ext cx="1730375" cy="1044575"/>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DDDDDD"/>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84" name="Google Shape;1684;p12"/>
          <p:cNvSpPr/>
          <p:nvPr/>
        </p:nvSpPr>
        <p:spPr>
          <a:xfrm>
            <a:off x="4989512" y="1639887"/>
            <a:ext cx="1644650" cy="1071562"/>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685" name="Google Shape;1685;p12"/>
          <p:cNvGrpSpPr/>
          <p:nvPr/>
        </p:nvGrpSpPr>
        <p:grpSpPr>
          <a:xfrm>
            <a:off x="5076825" y="2974975"/>
            <a:ext cx="1458912" cy="933450"/>
            <a:chOff x="2889" y="1631"/>
            <a:chExt cx="980" cy="743"/>
          </a:xfrm>
        </p:grpSpPr>
        <p:sp>
          <p:nvSpPr>
            <p:cNvPr id="1686" name="Google Shape;1686;p12"/>
            <p:cNvSpPr txBox="1"/>
            <p:nvPr/>
          </p:nvSpPr>
          <p:spPr>
            <a:xfrm>
              <a:off x="3046" y="1841"/>
              <a:ext cx="663" cy="53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87" name="Google Shape;1687;p12"/>
            <p:cNvSpPr/>
            <p:nvPr/>
          </p:nvSpPr>
          <p:spPr>
            <a:xfrm>
              <a:off x="2889" y="1631"/>
              <a:ext cx="980" cy="253"/>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688" name="Google Shape;1688;p12"/>
          <p:cNvGrpSpPr/>
          <p:nvPr/>
        </p:nvGrpSpPr>
        <p:grpSpPr>
          <a:xfrm>
            <a:off x="5775696" y="1828283"/>
            <a:ext cx="342157" cy="535504"/>
            <a:chOff x="3789" y="1034"/>
            <a:chExt cx="879" cy="1246"/>
          </a:xfrm>
        </p:grpSpPr>
        <p:cxnSp>
          <p:nvCxnSpPr>
            <p:cNvPr id="1689" name="Google Shape;1689;p12"/>
            <p:cNvCxnSpPr/>
            <p:nvPr/>
          </p:nvCxnSpPr>
          <p:spPr>
            <a:xfrm flipH="1">
              <a:off x="3992" y="1481"/>
              <a:ext cx="235" cy="724"/>
            </a:xfrm>
            <a:prstGeom prst="straightConnector1">
              <a:avLst/>
            </a:prstGeom>
            <a:noFill/>
            <a:ln cap="flat" cmpd="sng" w="9525">
              <a:solidFill>
                <a:schemeClr val="lt2"/>
              </a:solidFill>
              <a:prstDash val="solid"/>
              <a:miter lim="800000"/>
              <a:headEnd len="med" w="med" type="none"/>
              <a:tailEnd len="med" w="med" type="none"/>
            </a:ln>
          </p:spPr>
        </p:cxnSp>
        <p:cxnSp>
          <p:nvCxnSpPr>
            <p:cNvPr id="1690" name="Google Shape;1690;p12"/>
            <p:cNvCxnSpPr/>
            <p:nvPr/>
          </p:nvCxnSpPr>
          <p:spPr>
            <a:xfrm>
              <a:off x="4227" y="1481"/>
              <a:ext cx="236" cy="720"/>
            </a:xfrm>
            <a:prstGeom prst="straightConnector1">
              <a:avLst/>
            </a:prstGeom>
            <a:noFill/>
            <a:ln cap="flat" cmpd="sng" w="9525">
              <a:solidFill>
                <a:schemeClr val="lt2"/>
              </a:solidFill>
              <a:prstDash val="solid"/>
              <a:miter lim="800000"/>
              <a:headEnd len="med" w="med" type="none"/>
              <a:tailEnd len="med" w="med" type="none"/>
            </a:ln>
          </p:spPr>
        </p:cxnSp>
        <p:cxnSp>
          <p:nvCxnSpPr>
            <p:cNvPr id="1691" name="Google Shape;1691;p12"/>
            <p:cNvCxnSpPr/>
            <p:nvPr/>
          </p:nvCxnSpPr>
          <p:spPr>
            <a:xfrm>
              <a:off x="3992" y="2201"/>
              <a:ext cx="235" cy="79"/>
            </a:xfrm>
            <a:prstGeom prst="straightConnector1">
              <a:avLst/>
            </a:prstGeom>
            <a:noFill/>
            <a:ln cap="flat" cmpd="sng" w="9525">
              <a:solidFill>
                <a:schemeClr val="lt2"/>
              </a:solidFill>
              <a:prstDash val="solid"/>
              <a:miter lim="800000"/>
              <a:headEnd len="med" w="med" type="none"/>
              <a:tailEnd len="med" w="med" type="none"/>
            </a:ln>
          </p:spPr>
        </p:cxnSp>
        <p:cxnSp>
          <p:nvCxnSpPr>
            <p:cNvPr id="1692" name="Google Shape;1692;p12"/>
            <p:cNvCxnSpPr/>
            <p:nvPr/>
          </p:nvCxnSpPr>
          <p:spPr>
            <a:xfrm flipH="1">
              <a:off x="4227" y="2201"/>
              <a:ext cx="236" cy="79"/>
            </a:xfrm>
            <a:prstGeom prst="straightConnector1">
              <a:avLst/>
            </a:prstGeom>
            <a:noFill/>
            <a:ln cap="flat" cmpd="sng" w="9525">
              <a:solidFill>
                <a:schemeClr val="lt2"/>
              </a:solidFill>
              <a:prstDash val="solid"/>
              <a:miter lim="800000"/>
              <a:headEnd len="med" w="med" type="none"/>
              <a:tailEnd len="med" w="med" type="none"/>
            </a:ln>
          </p:spPr>
        </p:cxnSp>
        <p:cxnSp>
          <p:nvCxnSpPr>
            <p:cNvPr id="1693" name="Google Shape;1693;p12"/>
            <p:cNvCxnSpPr/>
            <p:nvPr/>
          </p:nvCxnSpPr>
          <p:spPr>
            <a:xfrm>
              <a:off x="4227" y="1497"/>
              <a:ext cx="0" cy="783"/>
            </a:xfrm>
            <a:prstGeom prst="straightConnector1">
              <a:avLst/>
            </a:prstGeom>
            <a:noFill/>
            <a:ln cap="flat" cmpd="sng" w="9525">
              <a:solidFill>
                <a:schemeClr val="lt2"/>
              </a:solidFill>
              <a:prstDash val="solid"/>
              <a:miter lim="800000"/>
              <a:headEnd len="med" w="med" type="none"/>
              <a:tailEnd len="med" w="med" type="none"/>
            </a:ln>
          </p:spPr>
        </p:cxnSp>
        <p:cxnSp>
          <p:nvCxnSpPr>
            <p:cNvPr id="1694" name="Google Shape;1694;p12"/>
            <p:cNvCxnSpPr/>
            <p:nvPr/>
          </p:nvCxnSpPr>
          <p:spPr>
            <a:xfrm flipH="1" rot="10800000">
              <a:off x="3992" y="2127"/>
              <a:ext cx="235" cy="78"/>
            </a:xfrm>
            <a:prstGeom prst="straightConnector1">
              <a:avLst/>
            </a:prstGeom>
            <a:noFill/>
            <a:ln cap="flat" cmpd="sng" w="9525">
              <a:solidFill>
                <a:schemeClr val="lt2"/>
              </a:solidFill>
              <a:prstDash val="solid"/>
              <a:miter lim="800000"/>
              <a:headEnd len="med" w="med" type="none"/>
              <a:tailEnd len="med" w="med" type="none"/>
            </a:ln>
          </p:spPr>
        </p:cxnSp>
        <p:cxnSp>
          <p:nvCxnSpPr>
            <p:cNvPr id="1695" name="Google Shape;1695;p12"/>
            <p:cNvCxnSpPr/>
            <p:nvPr/>
          </p:nvCxnSpPr>
          <p:spPr>
            <a:xfrm rot="10800000">
              <a:off x="4227" y="2127"/>
              <a:ext cx="236" cy="74"/>
            </a:xfrm>
            <a:prstGeom prst="straightConnector1">
              <a:avLst/>
            </a:prstGeom>
            <a:noFill/>
            <a:ln cap="flat" cmpd="sng" w="9525">
              <a:solidFill>
                <a:schemeClr val="lt2"/>
              </a:solidFill>
              <a:prstDash val="solid"/>
              <a:miter lim="800000"/>
              <a:headEnd len="med" w="med" type="none"/>
              <a:tailEnd len="med" w="med" type="none"/>
            </a:ln>
          </p:spPr>
        </p:cxnSp>
        <p:cxnSp>
          <p:nvCxnSpPr>
            <p:cNvPr id="1696" name="Google Shape;1696;p12"/>
            <p:cNvCxnSpPr/>
            <p:nvPr/>
          </p:nvCxnSpPr>
          <p:spPr>
            <a:xfrm>
              <a:off x="4092" y="1890"/>
              <a:ext cx="135" cy="60"/>
            </a:xfrm>
            <a:prstGeom prst="straightConnector1">
              <a:avLst/>
            </a:prstGeom>
            <a:noFill/>
            <a:ln cap="flat" cmpd="sng" w="9525">
              <a:solidFill>
                <a:schemeClr val="lt2"/>
              </a:solidFill>
              <a:prstDash val="solid"/>
              <a:miter lim="800000"/>
              <a:headEnd len="med" w="med" type="none"/>
              <a:tailEnd len="med" w="med" type="none"/>
            </a:ln>
          </p:spPr>
        </p:cxnSp>
        <p:cxnSp>
          <p:nvCxnSpPr>
            <p:cNvPr id="1697" name="Google Shape;1697;p12"/>
            <p:cNvCxnSpPr/>
            <p:nvPr/>
          </p:nvCxnSpPr>
          <p:spPr>
            <a:xfrm flipH="1" rot="10800000">
              <a:off x="4227" y="1890"/>
              <a:ext cx="143" cy="60"/>
            </a:xfrm>
            <a:prstGeom prst="straightConnector1">
              <a:avLst/>
            </a:prstGeom>
            <a:noFill/>
            <a:ln cap="flat" cmpd="sng" w="9525">
              <a:solidFill>
                <a:schemeClr val="lt2"/>
              </a:solidFill>
              <a:prstDash val="solid"/>
              <a:miter lim="800000"/>
              <a:headEnd len="med" w="med" type="none"/>
              <a:tailEnd len="med" w="med" type="none"/>
            </a:ln>
          </p:spPr>
        </p:cxnSp>
        <p:cxnSp>
          <p:nvCxnSpPr>
            <p:cNvPr id="1698" name="Google Shape;1698;p12"/>
            <p:cNvCxnSpPr/>
            <p:nvPr/>
          </p:nvCxnSpPr>
          <p:spPr>
            <a:xfrm>
              <a:off x="4047" y="1996"/>
              <a:ext cx="175" cy="81"/>
            </a:xfrm>
            <a:prstGeom prst="straightConnector1">
              <a:avLst/>
            </a:prstGeom>
            <a:noFill/>
            <a:ln cap="flat" cmpd="sng" w="9525">
              <a:solidFill>
                <a:schemeClr val="lt2"/>
              </a:solidFill>
              <a:prstDash val="solid"/>
              <a:miter lim="800000"/>
              <a:headEnd len="med" w="med" type="none"/>
              <a:tailEnd len="med" w="med" type="none"/>
            </a:ln>
          </p:spPr>
        </p:cxnSp>
        <p:cxnSp>
          <p:nvCxnSpPr>
            <p:cNvPr id="1699" name="Google Shape;1699;p12"/>
            <p:cNvCxnSpPr/>
            <p:nvPr/>
          </p:nvCxnSpPr>
          <p:spPr>
            <a:xfrm flipH="1" rot="10800000">
              <a:off x="4227" y="2012"/>
              <a:ext cx="176" cy="71"/>
            </a:xfrm>
            <a:prstGeom prst="straightConnector1">
              <a:avLst/>
            </a:prstGeom>
            <a:noFill/>
            <a:ln cap="flat" cmpd="sng" w="9525">
              <a:solidFill>
                <a:schemeClr val="lt2"/>
              </a:solidFill>
              <a:prstDash val="solid"/>
              <a:miter lim="800000"/>
              <a:headEnd len="med" w="med" type="none"/>
              <a:tailEnd len="med" w="med" type="none"/>
            </a:ln>
          </p:spPr>
        </p:cxnSp>
        <p:cxnSp>
          <p:nvCxnSpPr>
            <p:cNvPr id="1700" name="Google Shape;1700;p12"/>
            <p:cNvCxnSpPr/>
            <p:nvPr/>
          </p:nvCxnSpPr>
          <p:spPr>
            <a:xfrm flipH="1" rot="10800000">
              <a:off x="4227" y="1782"/>
              <a:ext cx="90" cy="29"/>
            </a:xfrm>
            <a:prstGeom prst="straightConnector1">
              <a:avLst/>
            </a:prstGeom>
            <a:noFill/>
            <a:ln cap="flat" cmpd="sng" w="9525">
              <a:solidFill>
                <a:schemeClr val="lt2"/>
              </a:solidFill>
              <a:prstDash val="solid"/>
              <a:miter lim="800000"/>
              <a:headEnd len="med" w="med" type="none"/>
              <a:tailEnd len="med" w="med" type="none"/>
            </a:ln>
          </p:spPr>
        </p:cxnSp>
        <p:cxnSp>
          <p:nvCxnSpPr>
            <p:cNvPr id="1701" name="Google Shape;1701;p12"/>
            <p:cNvCxnSpPr/>
            <p:nvPr/>
          </p:nvCxnSpPr>
          <p:spPr>
            <a:xfrm flipH="1" rot="10800000">
              <a:off x="4227" y="1632"/>
              <a:ext cx="57" cy="22"/>
            </a:xfrm>
            <a:prstGeom prst="straightConnector1">
              <a:avLst/>
            </a:prstGeom>
            <a:noFill/>
            <a:ln cap="flat" cmpd="sng" w="9525">
              <a:solidFill>
                <a:schemeClr val="lt2"/>
              </a:solidFill>
              <a:prstDash val="solid"/>
              <a:miter lim="800000"/>
              <a:headEnd len="med" w="med" type="none"/>
              <a:tailEnd len="med" w="med" type="none"/>
            </a:ln>
          </p:spPr>
        </p:cxnSp>
        <p:cxnSp>
          <p:nvCxnSpPr>
            <p:cNvPr id="1702" name="Google Shape;1702;p12"/>
            <p:cNvCxnSpPr/>
            <p:nvPr/>
          </p:nvCxnSpPr>
          <p:spPr>
            <a:xfrm>
              <a:off x="4126" y="1772"/>
              <a:ext cx="109" cy="39"/>
            </a:xfrm>
            <a:prstGeom prst="straightConnector1">
              <a:avLst/>
            </a:prstGeom>
            <a:noFill/>
            <a:ln cap="flat" cmpd="sng" w="9525">
              <a:solidFill>
                <a:schemeClr val="lt2"/>
              </a:solidFill>
              <a:prstDash val="solid"/>
              <a:miter lim="800000"/>
              <a:headEnd len="med" w="med" type="none"/>
              <a:tailEnd len="med" w="med" type="none"/>
            </a:ln>
          </p:spPr>
        </p:cxnSp>
        <p:cxnSp>
          <p:nvCxnSpPr>
            <p:cNvPr id="1703" name="Google Shape;1703;p12"/>
            <p:cNvCxnSpPr/>
            <p:nvPr/>
          </p:nvCxnSpPr>
          <p:spPr>
            <a:xfrm>
              <a:off x="4175" y="1625"/>
              <a:ext cx="63" cy="39"/>
            </a:xfrm>
            <a:prstGeom prst="straightConnector1">
              <a:avLst/>
            </a:prstGeom>
            <a:noFill/>
            <a:ln cap="flat" cmpd="sng" w="9525">
              <a:solidFill>
                <a:schemeClr val="lt2"/>
              </a:solidFill>
              <a:prstDash val="solid"/>
              <a:miter lim="800000"/>
              <a:headEnd len="med" w="med" type="none"/>
              <a:tailEnd len="med" w="med" type="none"/>
            </a:ln>
          </p:spPr>
        </p:cxnSp>
        <p:grpSp>
          <p:nvGrpSpPr>
            <p:cNvPr id="1704" name="Google Shape;1704;p12"/>
            <p:cNvGrpSpPr/>
            <p:nvPr/>
          </p:nvGrpSpPr>
          <p:grpSpPr>
            <a:xfrm>
              <a:off x="4269" y="1382"/>
              <a:ext cx="399" cy="203"/>
              <a:chOff x="4227" y="1294"/>
              <a:chExt cx="879" cy="400"/>
            </a:xfrm>
          </p:grpSpPr>
          <p:cxnSp>
            <p:nvCxnSpPr>
              <p:cNvPr id="1705" name="Google Shape;1705;p12"/>
              <p:cNvCxnSpPr/>
              <p:nvPr/>
            </p:nvCxnSpPr>
            <p:spPr>
              <a:xfrm>
                <a:off x="4227" y="1604"/>
                <a:ext cx="0" cy="0"/>
              </a:xfrm>
              <a:prstGeom prst="straightConnector1">
                <a:avLst/>
              </a:prstGeom>
              <a:noFill/>
              <a:ln cap="flat" cmpd="sng" w="9525">
                <a:solidFill>
                  <a:schemeClr val="lt2"/>
                </a:solidFill>
                <a:prstDash val="solid"/>
                <a:miter lim="800000"/>
                <a:headEnd len="med" w="med" type="none"/>
                <a:tailEnd len="med" w="med" type="none"/>
              </a:ln>
            </p:spPr>
          </p:cxnSp>
          <p:cxnSp>
            <p:nvCxnSpPr>
              <p:cNvPr id="1706" name="Google Shape;1706;p12"/>
              <p:cNvCxnSpPr/>
              <p:nvPr/>
            </p:nvCxnSpPr>
            <p:spPr>
              <a:xfrm rot="-4440000">
                <a:off x="4464" y="1204"/>
                <a:ext cx="189" cy="500"/>
              </a:xfrm>
              <a:prstGeom prst="straightConnector1">
                <a:avLst/>
              </a:prstGeom>
              <a:noFill/>
              <a:ln cap="flat" cmpd="sng" w="31750">
                <a:solidFill>
                  <a:schemeClr val="lt2"/>
                </a:solidFill>
                <a:prstDash val="solid"/>
                <a:miter lim="800000"/>
                <a:headEnd len="med" w="med" type="none"/>
                <a:tailEnd len="med" w="med" type="none"/>
              </a:ln>
            </p:spPr>
          </p:cxnSp>
          <p:cxnSp>
            <p:nvCxnSpPr>
              <p:cNvPr id="1707" name="Google Shape;1707;p12"/>
              <p:cNvCxnSpPr/>
              <p:nvPr/>
            </p:nvCxnSpPr>
            <p:spPr>
              <a:xfrm rot="6360000">
                <a:off x="4602" y="1393"/>
                <a:ext cx="189" cy="203"/>
              </a:xfrm>
              <a:prstGeom prst="straightConnector1">
                <a:avLst/>
              </a:prstGeom>
              <a:noFill/>
              <a:ln cap="flat" cmpd="sng" w="31750">
                <a:solidFill>
                  <a:schemeClr val="lt2"/>
                </a:solidFill>
                <a:prstDash val="solid"/>
                <a:miter lim="800000"/>
                <a:headEnd len="med" w="med" type="none"/>
                <a:tailEnd len="med" w="med" type="none"/>
              </a:ln>
            </p:spPr>
          </p:cxnSp>
          <p:cxnSp>
            <p:nvCxnSpPr>
              <p:cNvPr id="1708" name="Google Shape;1708;p12"/>
              <p:cNvCxnSpPr/>
              <p:nvPr/>
            </p:nvCxnSpPr>
            <p:spPr>
              <a:xfrm rot="-4440000">
                <a:off x="4745" y="1285"/>
                <a:ext cx="189" cy="500"/>
              </a:xfrm>
              <a:prstGeom prst="straightConnector1">
                <a:avLst/>
              </a:prstGeom>
              <a:noFill/>
              <a:ln cap="flat" cmpd="sng" w="31750">
                <a:solidFill>
                  <a:schemeClr val="lt2"/>
                </a:solidFill>
                <a:prstDash val="solid"/>
                <a:miter lim="800000"/>
                <a:headEnd len="med" w="med" type="none"/>
                <a:tailEnd len="med" w="med" type="none"/>
              </a:ln>
            </p:spPr>
          </p:cxnSp>
        </p:grpSp>
        <p:grpSp>
          <p:nvGrpSpPr>
            <p:cNvPr id="1709" name="Google Shape;1709;p12"/>
            <p:cNvGrpSpPr/>
            <p:nvPr/>
          </p:nvGrpSpPr>
          <p:grpSpPr>
            <a:xfrm rot="5700000">
              <a:off x="4048" y="1141"/>
              <a:ext cx="399" cy="203"/>
              <a:chOff x="4227" y="1294"/>
              <a:chExt cx="879" cy="400"/>
            </a:xfrm>
          </p:grpSpPr>
          <p:cxnSp>
            <p:nvCxnSpPr>
              <p:cNvPr id="1710" name="Google Shape;1710;p12"/>
              <p:cNvCxnSpPr/>
              <p:nvPr/>
            </p:nvCxnSpPr>
            <p:spPr>
              <a:xfrm>
                <a:off x="4227" y="1604"/>
                <a:ext cx="0" cy="0"/>
              </a:xfrm>
              <a:prstGeom prst="straightConnector1">
                <a:avLst/>
              </a:prstGeom>
              <a:noFill/>
              <a:ln cap="flat" cmpd="sng" w="9525">
                <a:solidFill>
                  <a:schemeClr val="lt2"/>
                </a:solidFill>
                <a:prstDash val="solid"/>
                <a:miter lim="800000"/>
                <a:headEnd len="med" w="med" type="none"/>
                <a:tailEnd len="med" w="med" type="none"/>
              </a:ln>
            </p:spPr>
          </p:cxnSp>
          <p:cxnSp>
            <p:nvCxnSpPr>
              <p:cNvPr id="1711" name="Google Shape;1711;p12"/>
              <p:cNvCxnSpPr/>
              <p:nvPr/>
            </p:nvCxnSpPr>
            <p:spPr>
              <a:xfrm rot="-4440000">
                <a:off x="4464" y="1204"/>
                <a:ext cx="189" cy="500"/>
              </a:xfrm>
              <a:prstGeom prst="straightConnector1">
                <a:avLst/>
              </a:prstGeom>
              <a:noFill/>
              <a:ln cap="flat" cmpd="sng" w="31750">
                <a:solidFill>
                  <a:schemeClr val="lt2"/>
                </a:solidFill>
                <a:prstDash val="solid"/>
                <a:miter lim="800000"/>
                <a:headEnd len="med" w="med" type="none"/>
                <a:tailEnd len="med" w="med" type="none"/>
              </a:ln>
            </p:spPr>
          </p:cxnSp>
          <p:cxnSp>
            <p:nvCxnSpPr>
              <p:cNvPr id="1712" name="Google Shape;1712;p12"/>
              <p:cNvCxnSpPr/>
              <p:nvPr/>
            </p:nvCxnSpPr>
            <p:spPr>
              <a:xfrm rot="6360000">
                <a:off x="4602" y="1393"/>
                <a:ext cx="189" cy="203"/>
              </a:xfrm>
              <a:prstGeom prst="straightConnector1">
                <a:avLst/>
              </a:prstGeom>
              <a:noFill/>
              <a:ln cap="flat" cmpd="sng" w="31750">
                <a:solidFill>
                  <a:schemeClr val="lt2"/>
                </a:solidFill>
                <a:prstDash val="solid"/>
                <a:miter lim="800000"/>
                <a:headEnd len="med" w="med" type="none"/>
                <a:tailEnd len="med" w="med" type="none"/>
              </a:ln>
            </p:spPr>
          </p:cxnSp>
          <p:cxnSp>
            <p:nvCxnSpPr>
              <p:cNvPr id="1713" name="Google Shape;1713;p12"/>
              <p:cNvCxnSpPr/>
              <p:nvPr/>
            </p:nvCxnSpPr>
            <p:spPr>
              <a:xfrm rot="-4440000">
                <a:off x="4745" y="1285"/>
                <a:ext cx="189" cy="500"/>
              </a:xfrm>
              <a:prstGeom prst="straightConnector1">
                <a:avLst/>
              </a:prstGeom>
              <a:noFill/>
              <a:ln cap="flat" cmpd="sng" w="31750">
                <a:solidFill>
                  <a:schemeClr val="lt2"/>
                </a:solidFill>
                <a:prstDash val="solid"/>
                <a:miter lim="800000"/>
                <a:headEnd len="med" w="med" type="none"/>
                <a:tailEnd len="med" w="med" type="none"/>
              </a:ln>
            </p:spPr>
          </p:cxnSp>
        </p:grpSp>
        <p:grpSp>
          <p:nvGrpSpPr>
            <p:cNvPr id="1714" name="Google Shape;1714;p12"/>
            <p:cNvGrpSpPr/>
            <p:nvPr/>
          </p:nvGrpSpPr>
          <p:grpSpPr>
            <a:xfrm rot="10800000">
              <a:off x="3789" y="1369"/>
              <a:ext cx="399" cy="203"/>
              <a:chOff x="4227" y="1294"/>
              <a:chExt cx="879" cy="400"/>
            </a:xfrm>
          </p:grpSpPr>
          <p:cxnSp>
            <p:nvCxnSpPr>
              <p:cNvPr id="1715" name="Google Shape;1715;p12"/>
              <p:cNvCxnSpPr/>
              <p:nvPr/>
            </p:nvCxnSpPr>
            <p:spPr>
              <a:xfrm>
                <a:off x="4227" y="1604"/>
                <a:ext cx="0" cy="0"/>
              </a:xfrm>
              <a:prstGeom prst="straightConnector1">
                <a:avLst/>
              </a:prstGeom>
              <a:noFill/>
              <a:ln cap="flat" cmpd="sng" w="9525">
                <a:solidFill>
                  <a:schemeClr val="lt2"/>
                </a:solidFill>
                <a:prstDash val="solid"/>
                <a:miter lim="800000"/>
                <a:headEnd len="med" w="med" type="none"/>
                <a:tailEnd len="med" w="med" type="none"/>
              </a:ln>
            </p:spPr>
          </p:cxnSp>
          <p:cxnSp>
            <p:nvCxnSpPr>
              <p:cNvPr id="1716" name="Google Shape;1716;p12"/>
              <p:cNvCxnSpPr/>
              <p:nvPr/>
            </p:nvCxnSpPr>
            <p:spPr>
              <a:xfrm rot="-4440000">
                <a:off x="4464" y="1204"/>
                <a:ext cx="189" cy="500"/>
              </a:xfrm>
              <a:prstGeom prst="straightConnector1">
                <a:avLst/>
              </a:prstGeom>
              <a:noFill/>
              <a:ln cap="flat" cmpd="sng" w="31750">
                <a:solidFill>
                  <a:schemeClr val="lt2"/>
                </a:solidFill>
                <a:prstDash val="solid"/>
                <a:miter lim="800000"/>
                <a:headEnd len="med" w="med" type="none"/>
                <a:tailEnd len="med" w="med" type="none"/>
              </a:ln>
            </p:spPr>
          </p:cxnSp>
          <p:cxnSp>
            <p:nvCxnSpPr>
              <p:cNvPr id="1717" name="Google Shape;1717;p12"/>
              <p:cNvCxnSpPr/>
              <p:nvPr/>
            </p:nvCxnSpPr>
            <p:spPr>
              <a:xfrm rot="6360000">
                <a:off x="4602" y="1393"/>
                <a:ext cx="189" cy="203"/>
              </a:xfrm>
              <a:prstGeom prst="straightConnector1">
                <a:avLst/>
              </a:prstGeom>
              <a:noFill/>
              <a:ln cap="flat" cmpd="sng" w="31750">
                <a:solidFill>
                  <a:schemeClr val="lt2"/>
                </a:solidFill>
                <a:prstDash val="solid"/>
                <a:miter lim="800000"/>
                <a:headEnd len="med" w="med" type="none"/>
                <a:tailEnd len="med" w="med" type="none"/>
              </a:ln>
            </p:spPr>
          </p:cxnSp>
          <p:cxnSp>
            <p:nvCxnSpPr>
              <p:cNvPr id="1718" name="Google Shape;1718;p12"/>
              <p:cNvCxnSpPr/>
              <p:nvPr/>
            </p:nvCxnSpPr>
            <p:spPr>
              <a:xfrm rot="-4440000">
                <a:off x="4745" y="1285"/>
                <a:ext cx="189" cy="500"/>
              </a:xfrm>
              <a:prstGeom prst="straightConnector1">
                <a:avLst/>
              </a:prstGeom>
              <a:noFill/>
              <a:ln cap="flat" cmpd="sng" w="31750">
                <a:solidFill>
                  <a:schemeClr val="lt2"/>
                </a:solidFill>
                <a:prstDash val="solid"/>
                <a:miter lim="800000"/>
                <a:headEnd len="med" w="med" type="none"/>
                <a:tailEnd len="med" w="med" type="none"/>
              </a:ln>
            </p:spPr>
          </p:cxnSp>
        </p:grpSp>
      </p:grpSp>
      <p:sp>
        <p:nvSpPr>
          <p:cNvPr id="1719" name="Google Shape;1719;p12"/>
          <p:cNvSpPr/>
          <p:nvPr/>
        </p:nvSpPr>
        <p:spPr>
          <a:xfrm>
            <a:off x="6835775" y="36528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20" name="Google Shape;1720;p12"/>
          <p:cNvCxnSpPr/>
          <p:nvPr/>
        </p:nvCxnSpPr>
        <p:spPr>
          <a:xfrm>
            <a:off x="6835775" y="36449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1721" name="Google Shape;1721;p12"/>
          <p:cNvCxnSpPr/>
          <p:nvPr/>
        </p:nvCxnSpPr>
        <p:spPr>
          <a:xfrm>
            <a:off x="7194550" y="36449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1722" name="Google Shape;1722;p12"/>
          <p:cNvSpPr txBox="1"/>
          <p:nvPr/>
        </p:nvSpPr>
        <p:spPr>
          <a:xfrm>
            <a:off x="6835775" y="36449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23" name="Google Shape;1723;p12"/>
          <p:cNvSpPr/>
          <p:nvPr/>
        </p:nvSpPr>
        <p:spPr>
          <a:xfrm>
            <a:off x="6832600" y="35766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724" name="Google Shape;1724;p12"/>
          <p:cNvGrpSpPr/>
          <p:nvPr/>
        </p:nvGrpSpPr>
        <p:grpSpPr>
          <a:xfrm>
            <a:off x="6918325" y="3600450"/>
            <a:ext cx="179387" cy="65087"/>
            <a:chOff x="2848" y="848"/>
            <a:chExt cx="140" cy="98"/>
          </a:xfrm>
        </p:grpSpPr>
        <p:cxnSp>
          <p:nvCxnSpPr>
            <p:cNvPr id="1725" name="Google Shape;1725;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26" name="Google Shape;1726;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27" name="Google Shape;1727;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728" name="Google Shape;1728;p12"/>
          <p:cNvGrpSpPr/>
          <p:nvPr/>
        </p:nvGrpSpPr>
        <p:grpSpPr>
          <a:xfrm flipH="1" rot="10800000">
            <a:off x="6918325" y="3600450"/>
            <a:ext cx="179387" cy="65087"/>
            <a:chOff x="2848" y="848"/>
            <a:chExt cx="140" cy="98"/>
          </a:xfrm>
        </p:grpSpPr>
        <p:cxnSp>
          <p:nvCxnSpPr>
            <p:cNvPr id="1729" name="Google Shape;1729;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30" name="Google Shape;1730;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31" name="Google Shape;1731;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732" name="Google Shape;1732;p12"/>
          <p:cNvSpPr/>
          <p:nvPr/>
        </p:nvSpPr>
        <p:spPr>
          <a:xfrm>
            <a:off x="7191375" y="39322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33" name="Google Shape;1733;p12"/>
          <p:cNvCxnSpPr/>
          <p:nvPr/>
        </p:nvCxnSpPr>
        <p:spPr>
          <a:xfrm>
            <a:off x="7191375" y="39243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1734" name="Google Shape;1734;p12"/>
          <p:cNvCxnSpPr/>
          <p:nvPr/>
        </p:nvCxnSpPr>
        <p:spPr>
          <a:xfrm>
            <a:off x="7550150" y="39243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1735" name="Google Shape;1735;p12"/>
          <p:cNvSpPr txBox="1"/>
          <p:nvPr/>
        </p:nvSpPr>
        <p:spPr>
          <a:xfrm>
            <a:off x="7191375" y="39243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36" name="Google Shape;1736;p12"/>
          <p:cNvSpPr/>
          <p:nvPr/>
        </p:nvSpPr>
        <p:spPr>
          <a:xfrm>
            <a:off x="7188200" y="38560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737" name="Google Shape;1737;p12"/>
          <p:cNvGrpSpPr/>
          <p:nvPr/>
        </p:nvGrpSpPr>
        <p:grpSpPr>
          <a:xfrm>
            <a:off x="7273925" y="3879850"/>
            <a:ext cx="179387" cy="65087"/>
            <a:chOff x="2848" y="848"/>
            <a:chExt cx="140" cy="98"/>
          </a:xfrm>
        </p:grpSpPr>
        <p:cxnSp>
          <p:nvCxnSpPr>
            <p:cNvPr id="1738" name="Google Shape;1738;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39" name="Google Shape;1739;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40" name="Google Shape;1740;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741" name="Google Shape;1741;p12"/>
          <p:cNvGrpSpPr/>
          <p:nvPr/>
        </p:nvGrpSpPr>
        <p:grpSpPr>
          <a:xfrm flipH="1" rot="10800000">
            <a:off x="7273925" y="3879850"/>
            <a:ext cx="179387" cy="65087"/>
            <a:chOff x="2848" y="848"/>
            <a:chExt cx="140" cy="98"/>
          </a:xfrm>
        </p:grpSpPr>
        <p:cxnSp>
          <p:nvCxnSpPr>
            <p:cNvPr id="1742" name="Google Shape;1742;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43" name="Google Shape;1743;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44" name="Google Shape;1744;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745" name="Google Shape;1745;p12"/>
          <p:cNvSpPr/>
          <p:nvPr/>
        </p:nvSpPr>
        <p:spPr>
          <a:xfrm>
            <a:off x="7470775" y="36655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46" name="Google Shape;1746;p12"/>
          <p:cNvCxnSpPr/>
          <p:nvPr/>
        </p:nvCxnSpPr>
        <p:spPr>
          <a:xfrm>
            <a:off x="7470775" y="36576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1747" name="Google Shape;1747;p12"/>
          <p:cNvCxnSpPr/>
          <p:nvPr/>
        </p:nvCxnSpPr>
        <p:spPr>
          <a:xfrm>
            <a:off x="7829550" y="36576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1748" name="Google Shape;1748;p12"/>
          <p:cNvSpPr txBox="1"/>
          <p:nvPr/>
        </p:nvSpPr>
        <p:spPr>
          <a:xfrm>
            <a:off x="7470775" y="36576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49" name="Google Shape;1749;p12"/>
          <p:cNvSpPr/>
          <p:nvPr/>
        </p:nvSpPr>
        <p:spPr>
          <a:xfrm>
            <a:off x="7467600" y="35893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750" name="Google Shape;1750;p12"/>
          <p:cNvGrpSpPr/>
          <p:nvPr/>
        </p:nvGrpSpPr>
        <p:grpSpPr>
          <a:xfrm>
            <a:off x="7553325" y="3613150"/>
            <a:ext cx="179387" cy="65087"/>
            <a:chOff x="2848" y="848"/>
            <a:chExt cx="140" cy="98"/>
          </a:xfrm>
        </p:grpSpPr>
        <p:cxnSp>
          <p:nvCxnSpPr>
            <p:cNvPr id="1751" name="Google Shape;1751;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52" name="Google Shape;1752;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53" name="Google Shape;1753;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754" name="Google Shape;1754;p12"/>
          <p:cNvGrpSpPr/>
          <p:nvPr/>
        </p:nvGrpSpPr>
        <p:grpSpPr>
          <a:xfrm flipH="1" rot="10800000">
            <a:off x="7553325" y="3613150"/>
            <a:ext cx="179387" cy="65087"/>
            <a:chOff x="2848" y="848"/>
            <a:chExt cx="140" cy="98"/>
          </a:xfrm>
        </p:grpSpPr>
        <p:cxnSp>
          <p:nvCxnSpPr>
            <p:cNvPr id="1755" name="Google Shape;1755;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56" name="Google Shape;1756;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57" name="Google Shape;1757;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758" name="Google Shape;1758;p12"/>
          <p:cNvSpPr/>
          <p:nvPr/>
        </p:nvSpPr>
        <p:spPr>
          <a:xfrm>
            <a:off x="6935787" y="2503487"/>
            <a:ext cx="347662" cy="8890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59" name="Google Shape;1759;p12"/>
          <p:cNvCxnSpPr/>
          <p:nvPr/>
        </p:nvCxnSpPr>
        <p:spPr>
          <a:xfrm>
            <a:off x="6935787" y="2495550"/>
            <a:ext cx="0" cy="55562"/>
          </a:xfrm>
          <a:prstGeom prst="straightConnector1">
            <a:avLst/>
          </a:prstGeom>
          <a:noFill/>
          <a:ln cap="flat" cmpd="sng" w="12700">
            <a:solidFill>
              <a:schemeClr val="folHlink"/>
            </a:solidFill>
            <a:prstDash val="solid"/>
            <a:miter lim="800000"/>
            <a:headEnd len="med" w="med" type="none"/>
            <a:tailEnd len="med" w="med" type="none"/>
          </a:ln>
        </p:spPr>
      </p:cxnSp>
      <p:cxnSp>
        <p:nvCxnSpPr>
          <p:cNvPr id="1760" name="Google Shape;1760;p12"/>
          <p:cNvCxnSpPr/>
          <p:nvPr/>
        </p:nvCxnSpPr>
        <p:spPr>
          <a:xfrm>
            <a:off x="7283450" y="2495550"/>
            <a:ext cx="0" cy="55562"/>
          </a:xfrm>
          <a:prstGeom prst="straightConnector1">
            <a:avLst/>
          </a:prstGeom>
          <a:noFill/>
          <a:ln cap="flat" cmpd="sng" w="12700">
            <a:solidFill>
              <a:schemeClr val="folHlink"/>
            </a:solidFill>
            <a:prstDash val="solid"/>
            <a:miter lim="800000"/>
            <a:headEnd len="med" w="med" type="none"/>
            <a:tailEnd len="med" w="med" type="none"/>
          </a:ln>
        </p:spPr>
      </p:cxnSp>
      <p:sp>
        <p:nvSpPr>
          <p:cNvPr id="1761" name="Google Shape;1761;p12"/>
          <p:cNvSpPr txBox="1"/>
          <p:nvPr/>
        </p:nvSpPr>
        <p:spPr>
          <a:xfrm>
            <a:off x="6935787" y="2495550"/>
            <a:ext cx="344487" cy="5397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62" name="Google Shape;1762;p12"/>
          <p:cNvSpPr/>
          <p:nvPr/>
        </p:nvSpPr>
        <p:spPr>
          <a:xfrm>
            <a:off x="6932612" y="2432050"/>
            <a:ext cx="347662" cy="103187"/>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763" name="Google Shape;1763;p12"/>
          <p:cNvGrpSpPr/>
          <p:nvPr/>
        </p:nvGrpSpPr>
        <p:grpSpPr>
          <a:xfrm>
            <a:off x="7016750" y="2454275"/>
            <a:ext cx="171450" cy="61912"/>
            <a:chOff x="2848" y="848"/>
            <a:chExt cx="140" cy="98"/>
          </a:xfrm>
        </p:grpSpPr>
        <p:cxnSp>
          <p:nvCxnSpPr>
            <p:cNvPr id="1764" name="Google Shape;1764;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65" name="Google Shape;1765;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66" name="Google Shape;1766;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767" name="Google Shape;1767;p12"/>
          <p:cNvGrpSpPr/>
          <p:nvPr/>
        </p:nvGrpSpPr>
        <p:grpSpPr>
          <a:xfrm flipH="1" rot="10800000">
            <a:off x="7016750" y="2454275"/>
            <a:ext cx="171450" cy="60325"/>
            <a:chOff x="2848" y="848"/>
            <a:chExt cx="140" cy="98"/>
          </a:xfrm>
        </p:grpSpPr>
        <p:cxnSp>
          <p:nvCxnSpPr>
            <p:cNvPr id="1768" name="Google Shape;1768;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69" name="Google Shape;1769;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70" name="Google Shape;1770;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771" name="Google Shape;1771;p12"/>
          <p:cNvSpPr/>
          <p:nvPr/>
        </p:nvSpPr>
        <p:spPr>
          <a:xfrm>
            <a:off x="6934200" y="27638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72" name="Google Shape;1772;p12"/>
          <p:cNvCxnSpPr/>
          <p:nvPr/>
        </p:nvCxnSpPr>
        <p:spPr>
          <a:xfrm>
            <a:off x="6934200" y="27559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1773" name="Google Shape;1773;p12"/>
          <p:cNvCxnSpPr/>
          <p:nvPr/>
        </p:nvCxnSpPr>
        <p:spPr>
          <a:xfrm>
            <a:off x="7292975" y="27559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1774" name="Google Shape;1774;p12"/>
          <p:cNvSpPr txBox="1"/>
          <p:nvPr/>
        </p:nvSpPr>
        <p:spPr>
          <a:xfrm>
            <a:off x="6934200" y="27559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75" name="Google Shape;1775;p12"/>
          <p:cNvSpPr/>
          <p:nvPr/>
        </p:nvSpPr>
        <p:spPr>
          <a:xfrm>
            <a:off x="6931025" y="26876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776" name="Google Shape;1776;p12"/>
          <p:cNvGrpSpPr/>
          <p:nvPr/>
        </p:nvGrpSpPr>
        <p:grpSpPr>
          <a:xfrm>
            <a:off x="7016750" y="2711450"/>
            <a:ext cx="179387" cy="65087"/>
            <a:chOff x="2848" y="848"/>
            <a:chExt cx="140" cy="98"/>
          </a:xfrm>
        </p:grpSpPr>
        <p:cxnSp>
          <p:nvCxnSpPr>
            <p:cNvPr id="1777" name="Google Shape;1777;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78" name="Google Shape;1778;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79" name="Google Shape;1779;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780" name="Google Shape;1780;p12"/>
          <p:cNvGrpSpPr/>
          <p:nvPr/>
        </p:nvGrpSpPr>
        <p:grpSpPr>
          <a:xfrm flipH="1" rot="10800000">
            <a:off x="7016750" y="2711450"/>
            <a:ext cx="179387" cy="65087"/>
            <a:chOff x="2848" y="848"/>
            <a:chExt cx="140" cy="98"/>
          </a:xfrm>
        </p:grpSpPr>
        <p:cxnSp>
          <p:nvCxnSpPr>
            <p:cNvPr id="1781" name="Google Shape;1781;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82" name="Google Shape;1782;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83" name="Google Shape;1783;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784" name="Google Shape;1784;p12"/>
          <p:cNvSpPr/>
          <p:nvPr/>
        </p:nvSpPr>
        <p:spPr>
          <a:xfrm>
            <a:off x="7410450" y="2405062"/>
            <a:ext cx="330200" cy="857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85" name="Google Shape;1785;p12"/>
          <p:cNvCxnSpPr/>
          <p:nvPr/>
        </p:nvCxnSpPr>
        <p:spPr>
          <a:xfrm>
            <a:off x="7410450" y="2398712"/>
            <a:ext cx="0" cy="52387"/>
          </a:xfrm>
          <a:prstGeom prst="straightConnector1">
            <a:avLst/>
          </a:prstGeom>
          <a:noFill/>
          <a:ln cap="flat" cmpd="sng" w="12700">
            <a:solidFill>
              <a:schemeClr val="folHlink"/>
            </a:solidFill>
            <a:prstDash val="solid"/>
            <a:miter lim="800000"/>
            <a:headEnd len="med" w="med" type="none"/>
            <a:tailEnd len="med" w="med" type="none"/>
          </a:ln>
        </p:spPr>
      </p:cxnSp>
      <p:cxnSp>
        <p:nvCxnSpPr>
          <p:cNvPr id="1786" name="Google Shape;1786;p12"/>
          <p:cNvCxnSpPr/>
          <p:nvPr/>
        </p:nvCxnSpPr>
        <p:spPr>
          <a:xfrm>
            <a:off x="7740650" y="2398712"/>
            <a:ext cx="0" cy="52387"/>
          </a:xfrm>
          <a:prstGeom prst="straightConnector1">
            <a:avLst/>
          </a:prstGeom>
          <a:noFill/>
          <a:ln cap="flat" cmpd="sng" w="12700">
            <a:solidFill>
              <a:schemeClr val="folHlink"/>
            </a:solidFill>
            <a:prstDash val="solid"/>
            <a:miter lim="800000"/>
            <a:headEnd len="med" w="med" type="none"/>
            <a:tailEnd len="med" w="med" type="none"/>
          </a:ln>
        </p:spPr>
      </p:cxnSp>
      <p:sp>
        <p:nvSpPr>
          <p:cNvPr id="1787" name="Google Shape;1787;p12"/>
          <p:cNvSpPr txBox="1"/>
          <p:nvPr/>
        </p:nvSpPr>
        <p:spPr>
          <a:xfrm>
            <a:off x="7410450" y="2398712"/>
            <a:ext cx="327025" cy="5238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88" name="Google Shape;1788;p12"/>
          <p:cNvSpPr/>
          <p:nvPr/>
        </p:nvSpPr>
        <p:spPr>
          <a:xfrm>
            <a:off x="7407275" y="2336800"/>
            <a:ext cx="330200" cy="10001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789" name="Google Shape;1789;p12"/>
          <p:cNvGrpSpPr/>
          <p:nvPr/>
        </p:nvGrpSpPr>
        <p:grpSpPr>
          <a:xfrm>
            <a:off x="7486650" y="2359025"/>
            <a:ext cx="163512" cy="57150"/>
            <a:chOff x="2848" y="848"/>
            <a:chExt cx="140" cy="98"/>
          </a:xfrm>
        </p:grpSpPr>
        <p:cxnSp>
          <p:nvCxnSpPr>
            <p:cNvPr id="1790" name="Google Shape;1790;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91" name="Google Shape;1791;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92" name="Google Shape;1792;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793" name="Google Shape;1793;p12"/>
          <p:cNvGrpSpPr/>
          <p:nvPr/>
        </p:nvGrpSpPr>
        <p:grpSpPr>
          <a:xfrm flipH="1" rot="10800000">
            <a:off x="7486650" y="2357437"/>
            <a:ext cx="163512" cy="58737"/>
            <a:chOff x="2848" y="848"/>
            <a:chExt cx="140" cy="98"/>
          </a:xfrm>
        </p:grpSpPr>
        <p:cxnSp>
          <p:nvCxnSpPr>
            <p:cNvPr id="1794" name="Google Shape;1794;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795" name="Google Shape;1795;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796" name="Google Shape;1796;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797" name="Google Shape;1797;p12"/>
          <p:cNvSpPr/>
          <p:nvPr/>
        </p:nvSpPr>
        <p:spPr>
          <a:xfrm>
            <a:off x="7496175" y="27638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798" name="Google Shape;1798;p12"/>
          <p:cNvCxnSpPr/>
          <p:nvPr/>
        </p:nvCxnSpPr>
        <p:spPr>
          <a:xfrm>
            <a:off x="7496175" y="27559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1799" name="Google Shape;1799;p12"/>
          <p:cNvCxnSpPr/>
          <p:nvPr/>
        </p:nvCxnSpPr>
        <p:spPr>
          <a:xfrm>
            <a:off x="7854950" y="27559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1800" name="Google Shape;1800;p12"/>
          <p:cNvSpPr txBox="1"/>
          <p:nvPr/>
        </p:nvSpPr>
        <p:spPr>
          <a:xfrm>
            <a:off x="7496175" y="27559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01" name="Google Shape;1801;p12"/>
          <p:cNvSpPr/>
          <p:nvPr/>
        </p:nvSpPr>
        <p:spPr>
          <a:xfrm>
            <a:off x="7493000" y="26876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802" name="Google Shape;1802;p12"/>
          <p:cNvGrpSpPr/>
          <p:nvPr/>
        </p:nvGrpSpPr>
        <p:grpSpPr>
          <a:xfrm>
            <a:off x="7578725" y="2711450"/>
            <a:ext cx="179387" cy="65087"/>
            <a:chOff x="2848" y="848"/>
            <a:chExt cx="140" cy="98"/>
          </a:xfrm>
        </p:grpSpPr>
        <p:cxnSp>
          <p:nvCxnSpPr>
            <p:cNvPr id="1803" name="Google Shape;1803;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04" name="Google Shape;1804;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05" name="Google Shape;1805;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806" name="Google Shape;1806;p12"/>
          <p:cNvGrpSpPr/>
          <p:nvPr/>
        </p:nvGrpSpPr>
        <p:grpSpPr>
          <a:xfrm flipH="1" rot="10800000">
            <a:off x="7578725" y="2711450"/>
            <a:ext cx="179387" cy="65087"/>
            <a:chOff x="2848" y="848"/>
            <a:chExt cx="140" cy="98"/>
          </a:xfrm>
        </p:grpSpPr>
        <p:cxnSp>
          <p:nvCxnSpPr>
            <p:cNvPr id="1807" name="Google Shape;1807;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08" name="Google Shape;1808;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09" name="Google Shape;1809;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810" name="Google Shape;1810;p12"/>
          <p:cNvSpPr/>
          <p:nvPr/>
        </p:nvSpPr>
        <p:spPr>
          <a:xfrm>
            <a:off x="6086475" y="2498725"/>
            <a:ext cx="346075" cy="8731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811" name="Google Shape;1811;p12"/>
          <p:cNvCxnSpPr/>
          <p:nvPr/>
        </p:nvCxnSpPr>
        <p:spPr>
          <a:xfrm>
            <a:off x="6086475" y="2490787"/>
            <a:ext cx="0" cy="53975"/>
          </a:xfrm>
          <a:prstGeom prst="straightConnector1">
            <a:avLst/>
          </a:prstGeom>
          <a:noFill/>
          <a:ln cap="flat" cmpd="sng" w="12700">
            <a:solidFill>
              <a:schemeClr val="folHlink"/>
            </a:solidFill>
            <a:prstDash val="solid"/>
            <a:miter lim="800000"/>
            <a:headEnd len="med" w="med" type="none"/>
            <a:tailEnd len="med" w="med" type="none"/>
          </a:ln>
        </p:spPr>
      </p:cxnSp>
      <p:cxnSp>
        <p:nvCxnSpPr>
          <p:cNvPr id="1812" name="Google Shape;1812;p12"/>
          <p:cNvCxnSpPr/>
          <p:nvPr/>
        </p:nvCxnSpPr>
        <p:spPr>
          <a:xfrm>
            <a:off x="6432550" y="2490787"/>
            <a:ext cx="0" cy="53975"/>
          </a:xfrm>
          <a:prstGeom prst="straightConnector1">
            <a:avLst/>
          </a:prstGeom>
          <a:noFill/>
          <a:ln cap="flat" cmpd="sng" w="12700">
            <a:solidFill>
              <a:schemeClr val="folHlink"/>
            </a:solidFill>
            <a:prstDash val="solid"/>
            <a:miter lim="800000"/>
            <a:headEnd len="med" w="med" type="none"/>
            <a:tailEnd len="med" w="med" type="none"/>
          </a:ln>
        </p:spPr>
      </p:cxnSp>
      <p:sp>
        <p:nvSpPr>
          <p:cNvPr id="1813" name="Google Shape;1813;p12"/>
          <p:cNvSpPr txBox="1"/>
          <p:nvPr/>
        </p:nvSpPr>
        <p:spPr>
          <a:xfrm>
            <a:off x="6086475" y="2490787"/>
            <a:ext cx="342900" cy="5397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14" name="Google Shape;1814;p12"/>
          <p:cNvSpPr/>
          <p:nvPr/>
        </p:nvSpPr>
        <p:spPr>
          <a:xfrm>
            <a:off x="6083300" y="2427287"/>
            <a:ext cx="346075" cy="103187"/>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815" name="Google Shape;1815;p12"/>
          <p:cNvGrpSpPr/>
          <p:nvPr/>
        </p:nvGrpSpPr>
        <p:grpSpPr>
          <a:xfrm>
            <a:off x="6167437" y="2449512"/>
            <a:ext cx="171450" cy="60325"/>
            <a:chOff x="2848" y="848"/>
            <a:chExt cx="140" cy="98"/>
          </a:xfrm>
        </p:grpSpPr>
        <p:cxnSp>
          <p:nvCxnSpPr>
            <p:cNvPr id="1816" name="Google Shape;1816;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17" name="Google Shape;1817;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18" name="Google Shape;1818;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819" name="Google Shape;1819;p12"/>
          <p:cNvGrpSpPr/>
          <p:nvPr/>
        </p:nvGrpSpPr>
        <p:grpSpPr>
          <a:xfrm flipH="1" rot="10800000">
            <a:off x="6167437" y="2449512"/>
            <a:ext cx="171450" cy="58737"/>
            <a:chOff x="2848" y="848"/>
            <a:chExt cx="140" cy="98"/>
          </a:xfrm>
        </p:grpSpPr>
        <p:cxnSp>
          <p:nvCxnSpPr>
            <p:cNvPr id="1820" name="Google Shape;1820;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21" name="Google Shape;1821;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22" name="Google Shape;1822;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1823" name="Google Shape;1823;p12"/>
          <p:cNvSpPr/>
          <p:nvPr/>
        </p:nvSpPr>
        <p:spPr>
          <a:xfrm>
            <a:off x="5780087" y="3648075"/>
            <a:ext cx="346075" cy="8731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824" name="Google Shape;1824;p12"/>
          <p:cNvCxnSpPr/>
          <p:nvPr/>
        </p:nvCxnSpPr>
        <p:spPr>
          <a:xfrm>
            <a:off x="5780087" y="3640137"/>
            <a:ext cx="0" cy="53975"/>
          </a:xfrm>
          <a:prstGeom prst="straightConnector1">
            <a:avLst/>
          </a:prstGeom>
          <a:noFill/>
          <a:ln cap="flat" cmpd="sng" w="12700">
            <a:solidFill>
              <a:schemeClr val="folHlink"/>
            </a:solidFill>
            <a:prstDash val="solid"/>
            <a:miter lim="800000"/>
            <a:headEnd len="med" w="med" type="none"/>
            <a:tailEnd len="med" w="med" type="none"/>
          </a:ln>
        </p:spPr>
      </p:cxnSp>
      <p:cxnSp>
        <p:nvCxnSpPr>
          <p:cNvPr id="1825" name="Google Shape;1825;p12"/>
          <p:cNvCxnSpPr/>
          <p:nvPr/>
        </p:nvCxnSpPr>
        <p:spPr>
          <a:xfrm>
            <a:off x="6126162" y="3640137"/>
            <a:ext cx="0" cy="53975"/>
          </a:xfrm>
          <a:prstGeom prst="straightConnector1">
            <a:avLst/>
          </a:prstGeom>
          <a:noFill/>
          <a:ln cap="flat" cmpd="sng" w="12700">
            <a:solidFill>
              <a:schemeClr val="folHlink"/>
            </a:solidFill>
            <a:prstDash val="solid"/>
            <a:miter lim="800000"/>
            <a:headEnd len="med" w="med" type="none"/>
            <a:tailEnd len="med" w="med" type="none"/>
          </a:ln>
        </p:spPr>
      </p:cxnSp>
      <p:sp>
        <p:nvSpPr>
          <p:cNvPr id="1826" name="Google Shape;1826;p12"/>
          <p:cNvSpPr txBox="1"/>
          <p:nvPr/>
        </p:nvSpPr>
        <p:spPr>
          <a:xfrm>
            <a:off x="5780087" y="3640137"/>
            <a:ext cx="342900" cy="5397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27" name="Google Shape;1827;p12"/>
          <p:cNvSpPr/>
          <p:nvPr/>
        </p:nvSpPr>
        <p:spPr>
          <a:xfrm>
            <a:off x="5776912" y="3576637"/>
            <a:ext cx="346075" cy="103187"/>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828" name="Google Shape;1828;p12"/>
          <p:cNvGrpSpPr/>
          <p:nvPr/>
        </p:nvGrpSpPr>
        <p:grpSpPr>
          <a:xfrm>
            <a:off x="5861050" y="3598862"/>
            <a:ext cx="171450" cy="60325"/>
            <a:chOff x="2848" y="848"/>
            <a:chExt cx="140" cy="98"/>
          </a:xfrm>
        </p:grpSpPr>
        <p:cxnSp>
          <p:nvCxnSpPr>
            <p:cNvPr id="1829" name="Google Shape;1829;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30" name="Google Shape;1830;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31" name="Google Shape;1831;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832" name="Google Shape;1832;p12"/>
          <p:cNvGrpSpPr/>
          <p:nvPr/>
        </p:nvGrpSpPr>
        <p:grpSpPr>
          <a:xfrm flipH="1" rot="10800000">
            <a:off x="5861050" y="3598862"/>
            <a:ext cx="171450" cy="58737"/>
            <a:chOff x="2848" y="848"/>
            <a:chExt cx="140" cy="98"/>
          </a:xfrm>
        </p:grpSpPr>
        <p:cxnSp>
          <p:nvCxnSpPr>
            <p:cNvPr id="1833" name="Google Shape;1833;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34" name="Google Shape;1834;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35" name="Google Shape;1835;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cxnSp>
        <p:nvCxnSpPr>
          <p:cNvPr id="1836" name="Google Shape;1836;p12"/>
          <p:cNvCxnSpPr/>
          <p:nvPr/>
        </p:nvCxnSpPr>
        <p:spPr>
          <a:xfrm flipH="1" rot="10800000">
            <a:off x="6978650" y="4005262"/>
            <a:ext cx="227012" cy="436562"/>
          </a:xfrm>
          <a:prstGeom prst="straightConnector1">
            <a:avLst/>
          </a:prstGeom>
          <a:noFill/>
          <a:ln cap="flat" cmpd="sng" w="9525">
            <a:solidFill>
              <a:schemeClr val="lt2"/>
            </a:solidFill>
            <a:prstDash val="solid"/>
            <a:miter lim="800000"/>
            <a:headEnd len="med" w="med" type="none"/>
            <a:tailEnd len="med" w="med" type="none"/>
          </a:ln>
        </p:spPr>
      </p:cxnSp>
      <p:cxnSp>
        <p:nvCxnSpPr>
          <p:cNvPr id="1837" name="Google Shape;1837;p12"/>
          <p:cNvCxnSpPr/>
          <p:nvPr/>
        </p:nvCxnSpPr>
        <p:spPr>
          <a:xfrm>
            <a:off x="7102475" y="3743325"/>
            <a:ext cx="163512" cy="120650"/>
          </a:xfrm>
          <a:prstGeom prst="straightConnector1">
            <a:avLst/>
          </a:prstGeom>
          <a:noFill/>
          <a:ln cap="flat" cmpd="sng" w="9525">
            <a:solidFill>
              <a:schemeClr val="lt2"/>
            </a:solidFill>
            <a:prstDash val="solid"/>
            <a:miter lim="800000"/>
            <a:headEnd len="med" w="med" type="none"/>
            <a:tailEnd len="med" w="med" type="none"/>
          </a:ln>
        </p:spPr>
      </p:cxnSp>
      <p:cxnSp>
        <p:nvCxnSpPr>
          <p:cNvPr id="1838" name="Google Shape;1838;p12"/>
          <p:cNvCxnSpPr/>
          <p:nvPr/>
        </p:nvCxnSpPr>
        <p:spPr>
          <a:xfrm>
            <a:off x="7199312" y="3663950"/>
            <a:ext cx="279400" cy="0"/>
          </a:xfrm>
          <a:prstGeom prst="straightConnector1">
            <a:avLst/>
          </a:prstGeom>
          <a:noFill/>
          <a:ln cap="flat" cmpd="sng" w="9525">
            <a:solidFill>
              <a:schemeClr val="lt2"/>
            </a:solidFill>
            <a:prstDash val="solid"/>
            <a:miter lim="800000"/>
            <a:headEnd len="med" w="med" type="none"/>
            <a:tailEnd len="med" w="med" type="none"/>
          </a:ln>
        </p:spPr>
      </p:cxnSp>
      <p:cxnSp>
        <p:nvCxnSpPr>
          <p:cNvPr id="1839" name="Google Shape;1839;p12"/>
          <p:cNvCxnSpPr/>
          <p:nvPr/>
        </p:nvCxnSpPr>
        <p:spPr>
          <a:xfrm flipH="1" rot="10800000">
            <a:off x="7435850" y="3749675"/>
            <a:ext cx="134937" cy="104775"/>
          </a:xfrm>
          <a:prstGeom prst="straightConnector1">
            <a:avLst/>
          </a:prstGeom>
          <a:noFill/>
          <a:ln cap="flat" cmpd="sng" w="9525">
            <a:solidFill>
              <a:schemeClr val="lt2"/>
            </a:solidFill>
            <a:prstDash val="solid"/>
            <a:miter lim="800000"/>
            <a:headEnd len="med" w="med" type="none"/>
            <a:tailEnd len="med" w="med" type="none"/>
          </a:ln>
        </p:spPr>
      </p:cxnSp>
      <p:cxnSp>
        <p:nvCxnSpPr>
          <p:cNvPr id="1840" name="Google Shape;1840;p12"/>
          <p:cNvCxnSpPr/>
          <p:nvPr/>
        </p:nvCxnSpPr>
        <p:spPr>
          <a:xfrm>
            <a:off x="6134100" y="3670300"/>
            <a:ext cx="679450" cy="0"/>
          </a:xfrm>
          <a:prstGeom prst="straightConnector1">
            <a:avLst/>
          </a:prstGeom>
          <a:noFill/>
          <a:ln cap="flat" cmpd="sng" w="9525">
            <a:solidFill>
              <a:schemeClr val="lt2"/>
            </a:solidFill>
            <a:prstDash val="solid"/>
            <a:miter lim="800000"/>
            <a:headEnd len="med" w="med" type="none"/>
            <a:tailEnd len="med" w="med" type="none"/>
          </a:ln>
        </p:spPr>
      </p:cxnSp>
      <p:cxnSp>
        <p:nvCxnSpPr>
          <p:cNvPr id="1841" name="Google Shape;1841;p12"/>
          <p:cNvCxnSpPr/>
          <p:nvPr/>
        </p:nvCxnSpPr>
        <p:spPr>
          <a:xfrm>
            <a:off x="6429375" y="2517775"/>
            <a:ext cx="509587" cy="3175"/>
          </a:xfrm>
          <a:prstGeom prst="straightConnector1">
            <a:avLst/>
          </a:prstGeom>
          <a:noFill/>
          <a:ln cap="flat" cmpd="sng" w="9525">
            <a:solidFill>
              <a:schemeClr val="lt2"/>
            </a:solidFill>
            <a:prstDash val="solid"/>
            <a:miter lim="800000"/>
            <a:headEnd len="med" w="med" type="none"/>
            <a:tailEnd len="med" w="med" type="none"/>
          </a:ln>
        </p:spPr>
      </p:cxnSp>
      <p:cxnSp>
        <p:nvCxnSpPr>
          <p:cNvPr id="1842" name="Google Shape;1842;p12"/>
          <p:cNvCxnSpPr/>
          <p:nvPr/>
        </p:nvCxnSpPr>
        <p:spPr>
          <a:xfrm>
            <a:off x="5995987" y="2346325"/>
            <a:ext cx="152400" cy="82550"/>
          </a:xfrm>
          <a:prstGeom prst="straightConnector1">
            <a:avLst/>
          </a:prstGeom>
          <a:noFill/>
          <a:ln cap="flat" cmpd="sng" w="9525">
            <a:solidFill>
              <a:schemeClr val="lt2"/>
            </a:solidFill>
            <a:prstDash val="solid"/>
            <a:miter lim="800000"/>
            <a:headEnd len="med" w="med" type="none"/>
            <a:tailEnd len="med" w="med" type="none"/>
          </a:ln>
        </p:spPr>
      </p:cxnSp>
      <p:sp>
        <p:nvSpPr>
          <p:cNvPr id="1843" name="Google Shape;1843;p12"/>
          <p:cNvSpPr/>
          <p:nvPr/>
        </p:nvSpPr>
        <p:spPr>
          <a:xfrm>
            <a:off x="5316537" y="4352925"/>
            <a:ext cx="2979737" cy="145573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844" name="Google Shape;1844;p12"/>
          <p:cNvCxnSpPr/>
          <p:nvPr/>
        </p:nvCxnSpPr>
        <p:spPr>
          <a:xfrm rot="-5400000">
            <a:off x="7551737" y="5089525"/>
            <a:ext cx="523875" cy="139700"/>
          </a:xfrm>
          <a:prstGeom prst="straightConnector1">
            <a:avLst/>
          </a:prstGeom>
          <a:noFill/>
          <a:ln cap="flat" cmpd="sng" w="12700">
            <a:solidFill>
              <a:schemeClr val="lt2"/>
            </a:solidFill>
            <a:prstDash val="solid"/>
            <a:miter lim="800000"/>
            <a:headEnd len="med" w="med" type="none"/>
            <a:tailEnd len="med" w="med" type="none"/>
          </a:ln>
        </p:spPr>
      </p:cxnSp>
      <p:cxnSp>
        <p:nvCxnSpPr>
          <p:cNvPr id="1845" name="Google Shape;1845;p12"/>
          <p:cNvCxnSpPr/>
          <p:nvPr/>
        </p:nvCxnSpPr>
        <p:spPr>
          <a:xfrm flipH="1" rot="-5400000">
            <a:off x="7697787" y="5370512"/>
            <a:ext cx="3175" cy="85725"/>
          </a:xfrm>
          <a:prstGeom prst="straightConnector1">
            <a:avLst/>
          </a:prstGeom>
          <a:noFill/>
          <a:ln cap="flat" cmpd="sng" w="12700">
            <a:solidFill>
              <a:schemeClr val="lt2"/>
            </a:solidFill>
            <a:prstDash val="solid"/>
            <a:miter lim="800000"/>
            <a:headEnd len="med" w="med" type="none"/>
            <a:tailEnd len="med" w="med" type="none"/>
          </a:ln>
        </p:spPr>
      </p:cxnSp>
      <p:cxnSp>
        <p:nvCxnSpPr>
          <p:cNvPr id="1846" name="Google Shape;1846;p12"/>
          <p:cNvCxnSpPr/>
          <p:nvPr/>
        </p:nvCxnSpPr>
        <p:spPr>
          <a:xfrm rot="10800000">
            <a:off x="7883525" y="5046662"/>
            <a:ext cx="0" cy="114300"/>
          </a:xfrm>
          <a:prstGeom prst="straightConnector1">
            <a:avLst/>
          </a:prstGeom>
          <a:noFill/>
          <a:ln cap="flat" cmpd="sng" w="12700">
            <a:solidFill>
              <a:schemeClr val="lt2"/>
            </a:solidFill>
            <a:prstDash val="solid"/>
            <a:miter lim="800000"/>
            <a:headEnd len="med" w="med" type="none"/>
            <a:tailEnd len="med" w="med" type="none"/>
          </a:ln>
        </p:spPr>
      </p:cxnSp>
      <p:grpSp>
        <p:nvGrpSpPr>
          <p:cNvPr id="1847" name="Google Shape;1847;p12"/>
          <p:cNvGrpSpPr/>
          <p:nvPr/>
        </p:nvGrpSpPr>
        <p:grpSpPr>
          <a:xfrm>
            <a:off x="7462837" y="4756150"/>
            <a:ext cx="501650" cy="234950"/>
            <a:chOff x="4701" y="2996"/>
            <a:chExt cx="316" cy="148"/>
          </a:xfrm>
        </p:grpSpPr>
        <p:sp>
          <p:nvSpPr>
            <p:cNvPr id="1848" name="Google Shape;1848;p12"/>
            <p:cNvSpPr/>
            <p:nvPr/>
          </p:nvSpPr>
          <p:spPr>
            <a:xfrm>
              <a:off x="4704" y="3062"/>
              <a:ext cx="313" cy="8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849" name="Google Shape;1849;p12"/>
            <p:cNvCxnSpPr/>
            <p:nvPr/>
          </p:nvCxnSpPr>
          <p:spPr>
            <a:xfrm>
              <a:off x="4704" y="3055"/>
              <a:ext cx="0" cy="51"/>
            </a:xfrm>
            <a:prstGeom prst="straightConnector1">
              <a:avLst/>
            </a:prstGeom>
            <a:noFill/>
            <a:ln cap="flat" cmpd="sng" w="12700">
              <a:solidFill>
                <a:schemeClr val="folHlink"/>
              </a:solidFill>
              <a:prstDash val="solid"/>
              <a:miter lim="800000"/>
              <a:headEnd len="med" w="med" type="none"/>
              <a:tailEnd len="med" w="med" type="none"/>
            </a:ln>
          </p:spPr>
        </p:cxnSp>
        <p:cxnSp>
          <p:nvCxnSpPr>
            <p:cNvPr id="1850" name="Google Shape;1850;p12"/>
            <p:cNvCxnSpPr/>
            <p:nvPr/>
          </p:nvCxnSpPr>
          <p:spPr>
            <a:xfrm>
              <a:off x="5017" y="3055"/>
              <a:ext cx="0" cy="51"/>
            </a:xfrm>
            <a:prstGeom prst="straightConnector1">
              <a:avLst/>
            </a:prstGeom>
            <a:noFill/>
            <a:ln cap="flat" cmpd="sng" w="12700">
              <a:solidFill>
                <a:schemeClr val="folHlink"/>
              </a:solidFill>
              <a:prstDash val="solid"/>
              <a:miter lim="800000"/>
              <a:headEnd len="med" w="med" type="none"/>
              <a:tailEnd len="med" w="med" type="none"/>
            </a:ln>
          </p:spPr>
        </p:cxnSp>
        <p:sp>
          <p:nvSpPr>
            <p:cNvPr id="1851" name="Google Shape;1851;p12"/>
            <p:cNvSpPr txBox="1"/>
            <p:nvPr/>
          </p:nvSpPr>
          <p:spPr>
            <a:xfrm>
              <a:off x="4704" y="3055"/>
              <a:ext cx="310" cy="5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52" name="Google Shape;1852;p12"/>
            <p:cNvSpPr/>
            <p:nvPr/>
          </p:nvSpPr>
          <p:spPr>
            <a:xfrm>
              <a:off x="4701" y="2996"/>
              <a:ext cx="313" cy="96"/>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853" name="Google Shape;1853;p12"/>
            <p:cNvGrpSpPr/>
            <p:nvPr/>
          </p:nvGrpSpPr>
          <p:grpSpPr>
            <a:xfrm>
              <a:off x="4776" y="3017"/>
              <a:ext cx="156" cy="56"/>
              <a:chOff x="2848" y="848"/>
              <a:chExt cx="140" cy="98"/>
            </a:xfrm>
          </p:grpSpPr>
          <p:cxnSp>
            <p:nvCxnSpPr>
              <p:cNvPr id="1854" name="Google Shape;1854;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55" name="Google Shape;1855;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56" name="Google Shape;1856;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857" name="Google Shape;1857;p12"/>
            <p:cNvGrpSpPr/>
            <p:nvPr/>
          </p:nvGrpSpPr>
          <p:grpSpPr>
            <a:xfrm flipH="1" rot="10800000">
              <a:off x="4776" y="3016"/>
              <a:ext cx="156" cy="56"/>
              <a:chOff x="2848" y="848"/>
              <a:chExt cx="140" cy="98"/>
            </a:xfrm>
          </p:grpSpPr>
          <p:cxnSp>
            <p:nvCxnSpPr>
              <p:cNvPr id="1858" name="Google Shape;1858;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859" name="Google Shape;1859;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860" name="Google Shape;1860;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grpSp>
        <p:nvGrpSpPr>
          <p:cNvPr id="1861" name="Google Shape;1861;p12"/>
          <p:cNvGrpSpPr/>
          <p:nvPr/>
        </p:nvGrpSpPr>
        <p:grpSpPr>
          <a:xfrm>
            <a:off x="6646862" y="4479925"/>
            <a:ext cx="501650" cy="234950"/>
            <a:chOff x="3600" y="219"/>
            <a:chExt cx="360" cy="175"/>
          </a:xfrm>
        </p:grpSpPr>
        <p:sp>
          <p:nvSpPr>
            <p:cNvPr id="1862" name="Google Shape;1862;p12"/>
            <p:cNvSpPr/>
            <p:nvPr/>
          </p:nvSpPr>
          <p:spPr>
            <a:xfrm>
              <a:off x="3603" y="297"/>
              <a:ext cx="357" cy="97"/>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863" name="Google Shape;1863;p12"/>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864" name="Google Shape;1864;p12"/>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865" name="Google Shape;1865;p12"/>
            <p:cNvSpPr txBox="1"/>
            <p:nvPr/>
          </p:nvSpPr>
          <p:spPr>
            <a:xfrm>
              <a:off x="3603" y="289"/>
              <a:ext cx="354" cy="59"/>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66" name="Google Shape;1866;p12"/>
            <p:cNvSpPr/>
            <p:nvPr/>
          </p:nvSpPr>
          <p:spPr>
            <a:xfrm>
              <a:off x="3600" y="219"/>
              <a:ext cx="357" cy="113"/>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867" name="Google Shape;1867;p12"/>
            <p:cNvGrpSpPr/>
            <p:nvPr/>
          </p:nvGrpSpPr>
          <p:grpSpPr>
            <a:xfrm>
              <a:off x="3686" y="244"/>
              <a:ext cx="177" cy="66"/>
              <a:chOff x="2848" y="848"/>
              <a:chExt cx="140" cy="98"/>
            </a:xfrm>
          </p:grpSpPr>
          <p:cxnSp>
            <p:nvCxnSpPr>
              <p:cNvPr id="1868" name="Google Shape;1868;p1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869" name="Google Shape;1869;p1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870" name="Google Shape;1870;p1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871" name="Google Shape;1871;p12"/>
            <p:cNvGrpSpPr/>
            <p:nvPr/>
          </p:nvGrpSpPr>
          <p:grpSpPr>
            <a:xfrm flipH="1" rot="10800000">
              <a:off x="3686" y="243"/>
              <a:ext cx="177" cy="66"/>
              <a:chOff x="2848" y="848"/>
              <a:chExt cx="140" cy="98"/>
            </a:xfrm>
          </p:grpSpPr>
          <p:cxnSp>
            <p:nvCxnSpPr>
              <p:cNvPr id="1872" name="Google Shape;1872;p1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873" name="Google Shape;1873;p1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874" name="Google Shape;1874;p1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1875" name="Google Shape;1875;p12"/>
          <p:cNvGrpSpPr/>
          <p:nvPr/>
        </p:nvGrpSpPr>
        <p:grpSpPr>
          <a:xfrm>
            <a:off x="5981700" y="4784725"/>
            <a:ext cx="501650" cy="234950"/>
            <a:chOff x="3600" y="219"/>
            <a:chExt cx="360" cy="175"/>
          </a:xfrm>
        </p:grpSpPr>
        <p:sp>
          <p:nvSpPr>
            <p:cNvPr id="1876" name="Google Shape;1876;p12"/>
            <p:cNvSpPr/>
            <p:nvPr/>
          </p:nvSpPr>
          <p:spPr>
            <a:xfrm>
              <a:off x="3603" y="297"/>
              <a:ext cx="357" cy="97"/>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877" name="Google Shape;1877;p12"/>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1878" name="Google Shape;1878;p12"/>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1879" name="Google Shape;1879;p12"/>
            <p:cNvSpPr txBox="1"/>
            <p:nvPr/>
          </p:nvSpPr>
          <p:spPr>
            <a:xfrm>
              <a:off x="3603" y="289"/>
              <a:ext cx="354" cy="59"/>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80" name="Google Shape;1880;p12"/>
            <p:cNvSpPr/>
            <p:nvPr/>
          </p:nvSpPr>
          <p:spPr>
            <a:xfrm>
              <a:off x="3600" y="219"/>
              <a:ext cx="357" cy="113"/>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881" name="Google Shape;1881;p12"/>
            <p:cNvGrpSpPr/>
            <p:nvPr/>
          </p:nvGrpSpPr>
          <p:grpSpPr>
            <a:xfrm>
              <a:off x="3686" y="244"/>
              <a:ext cx="177" cy="66"/>
              <a:chOff x="2848" y="848"/>
              <a:chExt cx="140" cy="98"/>
            </a:xfrm>
          </p:grpSpPr>
          <p:cxnSp>
            <p:nvCxnSpPr>
              <p:cNvPr id="1882" name="Google Shape;1882;p1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883" name="Google Shape;1883;p1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884" name="Google Shape;1884;p1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1885" name="Google Shape;1885;p12"/>
            <p:cNvGrpSpPr/>
            <p:nvPr/>
          </p:nvGrpSpPr>
          <p:grpSpPr>
            <a:xfrm flipH="1" rot="10800000">
              <a:off x="3686" y="243"/>
              <a:ext cx="177" cy="66"/>
              <a:chOff x="2848" y="848"/>
              <a:chExt cx="140" cy="98"/>
            </a:xfrm>
          </p:grpSpPr>
          <p:cxnSp>
            <p:nvCxnSpPr>
              <p:cNvPr id="1886" name="Google Shape;1886;p1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1887" name="Google Shape;1887;p1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1888" name="Google Shape;1888;p1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1889" name="Google Shape;1889;p12"/>
          <p:cNvCxnSpPr/>
          <p:nvPr/>
        </p:nvCxnSpPr>
        <p:spPr>
          <a:xfrm>
            <a:off x="7096125" y="4691062"/>
            <a:ext cx="358775" cy="120650"/>
          </a:xfrm>
          <a:prstGeom prst="straightConnector1">
            <a:avLst/>
          </a:prstGeom>
          <a:noFill/>
          <a:ln cap="flat" cmpd="sng" w="9525">
            <a:solidFill>
              <a:schemeClr val="lt2"/>
            </a:solidFill>
            <a:prstDash val="solid"/>
            <a:miter lim="800000"/>
            <a:headEnd len="med" w="med" type="none"/>
            <a:tailEnd len="med" w="med" type="none"/>
          </a:ln>
        </p:spPr>
      </p:cxnSp>
      <p:cxnSp>
        <p:nvCxnSpPr>
          <p:cNvPr id="1890" name="Google Shape;1890;p12"/>
          <p:cNvCxnSpPr/>
          <p:nvPr/>
        </p:nvCxnSpPr>
        <p:spPr>
          <a:xfrm flipH="1" rot="10800000">
            <a:off x="6443662" y="4703762"/>
            <a:ext cx="277812" cy="109537"/>
          </a:xfrm>
          <a:prstGeom prst="straightConnector1">
            <a:avLst/>
          </a:prstGeom>
          <a:noFill/>
          <a:ln cap="flat" cmpd="sng" w="9525">
            <a:solidFill>
              <a:schemeClr val="lt2"/>
            </a:solidFill>
            <a:prstDash val="solid"/>
            <a:miter lim="800000"/>
            <a:headEnd len="med" w="med" type="none"/>
            <a:tailEnd len="med" w="med" type="none"/>
          </a:ln>
        </p:spPr>
      </p:cxnSp>
      <p:cxnSp>
        <p:nvCxnSpPr>
          <p:cNvPr id="1891" name="Google Shape;1891;p12"/>
          <p:cNvCxnSpPr/>
          <p:nvPr/>
        </p:nvCxnSpPr>
        <p:spPr>
          <a:xfrm>
            <a:off x="6486525" y="4906962"/>
            <a:ext cx="971550" cy="0"/>
          </a:xfrm>
          <a:prstGeom prst="straightConnector1">
            <a:avLst/>
          </a:prstGeom>
          <a:noFill/>
          <a:ln cap="flat" cmpd="sng" w="9525">
            <a:solidFill>
              <a:schemeClr val="lt2"/>
            </a:solidFill>
            <a:prstDash val="solid"/>
            <a:miter lim="800000"/>
            <a:headEnd len="med" w="med" type="none"/>
            <a:tailEnd len="med" w="med" type="none"/>
          </a:ln>
        </p:spPr>
      </p:cxnSp>
      <p:cxnSp>
        <p:nvCxnSpPr>
          <p:cNvPr id="1892" name="Google Shape;1892;p12"/>
          <p:cNvCxnSpPr/>
          <p:nvPr/>
        </p:nvCxnSpPr>
        <p:spPr>
          <a:xfrm flipH="1">
            <a:off x="5781675" y="4652962"/>
            <a:ext cx="254000" cy="469900"/>
          </a:xfrm>
          <a:prstGeom prst="straightConnector1">
            <a:avLst/>
          </a:prstGeom>
          <a:noFill/>
          <a:ln cap="flat" cmpd="sng" w="9525">
            <a:solidFill>
              <a:schemeClr val="lt2"/>
            </a:solidFill>
            <a:prstDash val="solid"/>
            <a:miter lim="800000"/>
            <a:headEnd len="med" w="med" type="none"/>
            <a:tailEnd len="med" w="med" type="none"/>
          </a:ln>
        </p:spPr>
      </p:cxnSp>
      <p:cxnSp>
        <p:nvCxnSpPr>
          <p:cNvPr id="1893" name="Google Shape;1893;p12"/>
          <p:cNvCxnSpPr/>
          <p:nvPr/>
        </p:nvCxnSpPr>
        <p:spPr>
          <a:xfrm>
            <a:off x="5807075" y="4703762"/>
            <a:ext cx="196850" cy="0"/>
          </a:xfrm>
          <a:prstGeom prst="straightConnector1">
            <a:avLst/>
          </a:prstGeom>
          <a:noFill/>
          <a:ln cap="flat" cmpd="sng" w="9525">
            <a:solidFill>
              <a:schemeClr val="lt2"/>
            </a:solidFill>
            <a:prstDash val="solid"/>
            <a:miter lim="800000"/>
            <a:headEnd len="med" w="med" type="none"/>
            <a:tailEnd len="med" w="med" type="none"/>
          </a:ln>
        </p:spPr>
      </p:cxnSp>
      <p:cxnSp>
        <p:nvCxnSpPr>
          <p:cNvPr id="1894" name="Google Shape;1894;p12"/>
          <p:cNvCxnSpPr/>
          <p:nvPr/>
        </p:nvCxnSpPr>
        <p:spPr>
          <a:xfrm>
            <a:off x="5667375" y="5040312"/>
            <a:ext cx="153987" cy="0"/>
          </a:xfrm>
          <a:prstGeom prst="straightConnector1">
            <a:avLst/>
          </a:prstGeom>
          <a:noFill/>
          <a:ln cap="flat" cmpd="sng" w="9525">
            <a:solidFill>
              <a:schemeClr val="lt2"/>
            </a:solidFill>
            <a:prstDash val="solid"/>
            <a:miter lim="800000"/>
            <a:headEnd len="med" w="med" type="none"/>
            <a:tailEnd len="med" w="med" type="none"/>
          </a:ln>
        </p:spPr>
      </p:cxnSp>
      <p:cxnSp>
        <p:nvCxnSpPr>
          <p:cNvPr id="1895" name="Google Shape;1895;p12"/>
          <p:cNvCxnSpPr/>
          <p:nvPr/>
        </p:nvCxnSpPr>
        <p:spPr>
          <a:xfrm>
            <a:off x="5919787" y="5119687"/>
            <a:ext cx="490537" cy="0"/>
          </a:xfrm>
          <a:prstGeom prst="straightConnector1">
            <a:avLst/>
          </a:prstGeom>
          <a:noFill/>
          <a:ln cap="flat" cmpd="sng" w="9525">
            <a:solidFill>
              <a:schemeClr val="lt2"/>
            </a:solidFill>
            <a:prstDash val="solid"/>
            <a:miter lim="800000"/>
            <a:headEnd len="med" w="med" type="none"/>
            <a:tailEnd len="med" w="med" type="none"/>
          </a:ln>
        </p:spPr>
      </p:cxnSp>
      <p:cxnSp>
        <p:nvCxnSpPr>
          <p:cNvPr id="1896" name="Google Shape;1896;p12"/>
          <p:cNvCxnSpPr/>
          <p:nvPr/>
        </p:nvCxnSpPr>
        <p:spPr>
          <a:xfrm flipH="1">
            <a:off x="6159500" y="5027612"/>
            <a:ext cx="53975" cy="85725"/>
          </a:xfrm>
          <a:prstGeom prst="straightConnector1">
            <a:avLst/>
          </a:prstGeom>
          <a:noFill/>
          <a:ln cap="flat" cmpd="sng" w="9525">
            <a:solidFill>
              <a:schemeClr val="lt2"/>
            </a:solidFill>
            <a:prstDash val="solid"/>
            <a:miter lim="800000"/>
            <a:headEnd len="med" w="med" type="none"/>
            <a:tailEnd len="med" w="med" type="none"/>
          </a:ln>
        </p:spPr>
      </p:cxnSp>
      <p:cxnSp>
        <p:nvCxnSpPr>
          <p:cNvPr id="1897" name="Google Shape;1897;p12"/>
          <p:cNvCxnSpPr/>
          <p:nvPr/>
        </p:nvCxnSpPr>
        <p:spPr>
          <a:xfrm>
            <a:off x="5972175" y="5116512"/>
            <a:ext cx="1587" cy="82550"/>
          </a:xfrm>
          <a:prstGeom prst="straightConnector1">
            <a:avLst/>
          </a:prstGeom>
          <a:noFill/>
          <a:ln cap="flat" cmpd="sng" w="9525">
            <a:solidFill>
              <a:schemeClr val="lt2"/>
            </a:solidFill>
            <a:prstDash val="solid"/>
            <a:miter lim="800000"/>
            <a:headEnd len="med" w="med" type="none"/>
            <a:tailEnd len="med" w="med" type="none"/>
          </a:ln>
        </p:spPr>
      </p:cxnSp>
      <p:cxnSp>
        <p:nvCxnSpPr>
          <p:cNvPr id="1898" name="Google Shape;1898;p12"/>
          <p:cNvCxnSpPr/>
          <p:nvPr/>
        </p:nvCxnSpPr>
        <p:spPr>
          <a:xfrm rot="10800000">
            <a:off x="6369050" y="5124450"/>
            <a:ext cx="0" cy="76200"/>
          </a:xfrm>
          <a:prstGeom prst="straightConnector1">
            <a:avLst/>
          </a:prstGeom>
          <a:noFill/>
          <a:ln cap="flat" cmpd="sng" w="9525">
            <a:solidFill>
              <a:schemeClr val="lt2"/>
            </a:solidFill>
            <a:prstDash val="solid"/>
            <a:miter lim="800000"/>
            <a:headEnd len="med" w="med" type="none"/>
            <a:tailEnd len="med" w="med" type="none"/>
          </a:ln>
        </p:spPr>
      </p:cxnSp>
      <p:cxnSp>
        <p:nvCxnSpPr>
          <p:cNvPr id="1899" name="Google Shape;1899;p12"/>
          <p:cNvCxnSpPr/>
          <p:nvPr/>
        </p:nvCxnSpPr>
        <p:spPr>
          <a:xfrm>
            <a:off x="6450012" y="4983162"/>
            <a:ext cx="503237" cy="269875"/>
          </a:xfrm>
          <a:prstGeom prst="straightConnector1">
            <a:avLst/>
          </a:prstGeom>
          <a:noFill/>
          <a:ln cap="flat" cmpd="sng" w="9525">
            <a:solidFill>
              <a:schemeClr val="lt2"/>
            </a:solidFill>
            <a:prstDash val="solid"/>
            <a:miter lim="800000"/>
            <a:headEnd len="med" w="med" type="none"/>
            <a:tailEnd len="med" w="med" type="none"/>
          </a:ln>
        </p:spPr>
      </p:cxnSp>
      <p:cxnSp>
        <p:nvCxnSpPr>
          <p:cNvPr id="1900" name="Google Shape;1900;p12"/>
          <p:cNvCxnSpPr/>
          <p:nvPr/>
        </p:nvCxnSpPr>
        <p:spPr>
          <a:xfrm>
            <a:off x="5899150" y="4918075"/>
            <a:ext cx="80962" cy="0"/>
          </a:xfrm>
          <a:prstGeom prst="straightConnector1">
            <a:avLst/>
          </a:prstGeom>
          <a:noFill/>
          <a:ln cap="flat" cmpd="sng" w="9525">
            <a:solidFill>
              <a:schemeClr val="lt2"/>
            </a:solidFill>
            <a:prstDash val="solid"/>
            <a:miter lim="800000"/>
            <a:headEnd len="med" w="med" type="none"/>
            <a:tailEnd len="med" w="med" type="none"/>
          </a:ln>
        </p:spPr>
      </p:cxnSp>
      <p:grpSp>
        <p:nvGrpSpPr>
          <p:cNvPr id="1901" name="Google Shape;1901;p12"/>
          <p:cNvGrpSpPr/>
          <p:nvPr/>
        </p:nvGrpSpPr>
        <p:grpSpPr>
          <a:xfrm>
            <a:off x="5084762" y="1677987"/>
            <a:ext cx="3021012" cy="3981450"/>
            <a:chOff x="-1203" y="1352"/>
            <a:chExt cx="1903" cy="2508"/>
          </a:xfrm>
        </p:grpSpPr>
        <p:grpSp>
          <p:nvGrpSpPr>
            <p:cNvPr id="1902" name="Google Shape;1902;p12"/>
            <p:cNvGrpSpPr/>
            <p:nvPr/>
          </p:nvGrpSpPr>
          <p:grpSpPr>
            <a:xfrm>
              <a:off x="-1203" y="1647"/>
              <a:ext cx="436" cy="114"/>
              <a:chOff x="3072" y="739"/>
              <a:chExt cx="652" cy="146"/>
            </a:xfrm>
          </p:grpSpPr>
          <p:pic>
            <p:nvPicPr>
              <p:cNvPr descr="lgv_fqmg[1]" id="1903" name="Google Shape;1903;p12"/>
              <p:cNvPicPr preferRelativeResize="0"/>
              <p:nvPr/>
            </p:nvPicPr>
            <p:blipFill rotWithShape="1">
              <a:blip r:embed="rId4">
                <a:alphaModFix/>
              </a:blip>
              <a:srcRect b="0" l="0" r="0" t="0"/>
              <a:stretch/>
            </p:blipFill>
            <p:spPr>
              <a:xfrm flipH="1">
                <a:off x="3237" y="739"/>
                <a:ext cx="487" cy="146"/>
              </a:xfrm>
              <a:prstGeom prst="rect">
                <a:avLst/>
              </a:prstGeom>
              <a:noFill/>
              <a:ln>
                <a:noFill/>
              </a:ln>
            </p:spPr>
          </p:pic>
          <p:cxnSp>
            <p:nvCxnSpPr>
              <p:cNvPr id="1904" name="Google Shape;1904;p12"/>
              <p:cNvCxnSpPr/>
              <p:nvPr/>
            </p:nvCxnSpPr>
            <p:spPr>
              <a:xfrm rot="10800000">
                <a:off x="3104" y="784"/>
                <a:ext cx="88" cy="0"/>
              </a:xfrm>
              <a:prstGeom prst="straightConnector1">
                <a:avLst/>
              </a:prstGeom>
              <a:noFill/>
              <a:ln cap="flat" cmpd="sng" w="9525">
                <a:solidFill>
                  <a:schemeClr val="dk1"/>
                </a:solidFill>
                <a:prstDash val="solid"/>
                <a:miter lim="800000"/>
                <a:headEnd len="med" w="med" type="none"/>
                <a:tailEnd len="med" w="med" type="none"/>
              </a:ln>
            </p:spPr>
          </p:cxnSp>
          <p:cxnSp>
            <p:nvCxnSpPr>
              <p:cNvPr id="1905" name="Google Shape;1905;p12"/>
              <p:cNvCxnSpPr/>
              <p:nvPr/>
            </p:nvCxnSpPr>
            <p:spPr>
              <a:xfrm rot="10800000">
                <a:off x="3072" y="760"/>
                <a:ext cx="144" cy="0"/>
              </a:xfrm>
              <a:prstGeom prst="straightConnector1">
                <a:avLst/>
              </a:prstGeom>
              <a:noFill/>
              <a:ln cap="flat" cmpd="sng" w="9525">
                <a:solidFill>
                  <a:schemeClr val="dk1"/>
                </a:solidFill>
                <a:prstDash val="solid"/>
                <a:miter lim="800000"/>
                <a:headEnd len="med" w="med" type="none"/>
                <a:tailEnd len="med" w="med" type="none"/>
              </a:ln>
            </p:spPr>
          </p:cxnSp>
        </p:grpSp>
        <p:pic>
          <p:nvPicPr>
            <p:cNvPr descr="imgyjavg[1]" id="1906" name="Google Shape;1906;p12"/>
            <p:cNvPicPr preferRelativeResize="0"/>
            <p:nvPr/>
          </p:nvPicPr>
          <p:blipFill rotWithShape="1">
            <a:blip r:embed="rId5">
              <a:alphaModFix/>
            </a:blip>
            <a:srcRect b="0" l="0" r="0" t="0"/>
            <a:stretch/>
          </p:blipFill>
          <p:spPr>
            <a:xfrm>
              <a:off x="-1027" y="1466"/>
              <a:ext cx="232" cy="168"/>
            </a:xfrm>
            <a:prstGeom prst="rect">
              <a:avLst/>
            </a:prstGeom>
            <a:noFill/>
            <a:ln>
              <a:noFill/>
            </a:ln>
          </p:spPr>
        </p:pic>
        <p:grpSp>
          <p:nvGrpSpPr>
            <p:cNvPr id="1907" name="Google Shape;1907;p12"/>
            <p:cNvGrpSpPr/>
            <p:nvPr/>
          </p:nvGrpSpPr>
          <p:grpSpPr>
            <a:xfrm>
              <a:off x="-546" y="1352"/>
              <a:ext cx="256" cy="269"/>
              <a:chOff x="2870" y="1518"/>
              <a:chExt cx="292" cy="320"/>
            </a:xfrm>
          </p:grpSpPr>
          <p:graphicFrame>
            <p:nvGraphicFramePr>
              <p:cNvPr id="1908" name="Google Shape;1908;p12"/>
              <p:cNvGraphicFramePr/>
              <p:nvPr/>
            </p:nvGraphicFramePr>
            <p:xfrm>
              <a:off x="2870" y="1518"/>
              <a:ext cx="272" cy="282"/>
            </p:xfrm>
            <a:graphic>
              <a:graphicData uri="http://schemas.openxmlformats.org/presentationml/2006/ole">
                <mc:AlternateContent>
                  <mc:Choice Requires="v">
                    <p:oleObj r:id="rId6" imgH="282" imgW="272" progId="MS_ClipArt_Gallery.2" spid="_x0000_s1">
                      <p:embed/>
                    </p:oleObj>
                  </mc:Choice>
                  <mc:Fallback>
                    <p:oleObj r:id="rId7" imgH="282" imgW="272" progId="MS_ClipArt_Gallery.2">
                      <p:embed/>
                      <p:pic>
                        <p:nvPicPr>
                          <p:cNvPr id="1908" name="Google Shape;1908;p12"/>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909" name="Google Shape;1909;p12"/>
              <p:cNvGraphicFramePr/>
              <p:nvPr/>
            </p:nvGraphicFramePr>
            <p:xfrm>
              <a:off x="2913" y="1602"/>
              <a:ext cx="249" cy="236"/>
            </p:xfrm>
            <a:graphic>
              <a:graphicData uri="http://schemas.openxmlformats.org/presentationml/2006/ole">
                <mc:AlternateContent>
                  <mc:Choice Requires="v">
                    <p:oleObj r:id="rId9" imgH="236" imgW="249" progId="MS_ClipArt_Gallery.2" spid="_x0000_s2">
                      <p:embed/>
                    </p:oleObj>
                  </mc:Choice>
                  <mc:Fallback>
                    <p:oleObj r:id="rId10" imgH="236" imgW="249" progId="MS_ClipArt_Gallery.2">
                      <p:embed/>
                      <p:pic>
                        <p:nvPicPr>
                          <p:cNvPr id="1909" name="Google Shape;1909;p12"/>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910" name="Google Shape;1910;p12"/>
            <p:cNvGrpSpPr/>
            <p:nvPr/>
          </p:nvGrpSpPr>
          <p:grpSpPr>
            <a:xfrm>
              <a:off x="-1002" y="2262"/>
              <a:ext cx="209" cy="224"/>
              <a:chOff x="2870" y="1518"/>
              <a:chExt cx="292" cy="320"/>
            </a:xfrm>
          </p:grpSpPr>
          <p:graphicFrame>
            <p:nvGraphicFramePr>
              <p:cNvPr id="1911" name="Google Shape;1911;p12"/>
              <p:cNvGraphicFramePr/>
              <p:nvPr/>
            </p:nvGraphicFramePr>
            <p:xfrm>
              <a:off x="2870" y="1518"/>
              <a:ext cx="272" cy="282"/>
            </p:xfrm>
            <a:graphic>
              <a:graphicData uri="http://schemas.openxmlformats.org/presentationml/2006/ole">
                <mc:AlternateContent>
                  <mc:Choice Requires="v">
                    <p:oleObj r:id="rId12" imgH="282" imgW="272" progId="MS_ClipArt_Gallery.2" spid="_x0000_s3">
                      <p:embed/>
                    </p:oleObj>
                  </mc:Choice>
                  <mc:Fallback>
                    <p:oleObj r:id="rId13" imgH="282" imgW="272" progId="MS_ClipArt_Gallery.2">
                      <p:embed/>
                      <p:pic>
                        <p:nvPicPr>
                          <p:cNvPr id="1911" name="Google Shape;1911;p12"/>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912" name="Google Shape;1912;p12"/>
              <p:cNvGraphicFramePr/>
              <p:nvPr/>
            </p:nvGraphicFramePr>
            <p:xfrm>
              <a:off x="2913" y="1602"/>
              <a:ext cx="249" cy="236"/>
            </p:xfrm>
            <a:graphic>
              <a:graphicData uri="http://schemas.openxmlformats.org/presentationml/2006/ole">
                <mc:AlternateContent>
                  <mc:Choice Requires="v">
                    <p:oleObj r:id="rId14" imgH="236" imgW="249" progId="MS_ClipArt_Gallery.2" spid="_x0000_s4">
                      <p:embed/>
                    </p:oleObj>
                  </mc:Choice>
                  <mc:Fallback>
                    <p:oleObj r:id="rId15" imgH="236" imgW="249" progId="MS_ClipArt_Gallery.2">
                      <p:embed/>
                      <p:pic>
                        <p:nvPicPr>
                          <p:cNvPr id="1912" name="Google Shape;1912;p12"/>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aphicFrame>
          <p:nvGraphicFramePr>
            <p:cNvPr id="1913" name="Google Shape;1913;p12"/>
            <p:cNvGraphicFramePr/>
            <p:nvPr/>
          </p:nvGraphicFramePr>
          <p:xfrm>
            <a:off x="-732" y="2289"/>
            <a:ext cx="207" cy="173"/>
          </p:xfrm>
          <a:graphic>
            <a:graphicData uri="http://schemas.openxmlformats.org/presentationml/2006/ole">
              <mc:AlternateContent>
                <mc:Choice Requires="v">
                  <p:oleObj r:id="rId16" imgH="173" imgW="207" progId="MS_ClipArt_Gallery.2" spid="_x0000_s5">
                    <p:embed/>
                  </p:oleObj>
                </mc:Choice>
                <mc:Fallback>
                  <p:oleObj r:id="rId17" imgH="173" imgW="207" progId="MS_ClipArt_Gallery.2">
                    <p:embed/>
                    <p:pic>
                      <p:nvPicPr>
                        <p:cNvPr id="1913" name="Google Shape;1913;p12"/>
                        <p:cNvPicPr preferRelativeResize="0"/>
                        <p:nvPr/>
                      </p:nvPicPr>
                      <p:blipFill rotWithShape="1">
                        <a:blip r:embed="rId18">
                          <a:alphaModFix/>
                        </a:blip>
                        <a:srcRect b="0" l="0" r="0" t="0"/>
                        <a:stretch/>
                      </p:blipFill>
                      <p:spPr>
                        <a:xfrm>
                          <a:off x="-732" y="2289"/>
                          <a:ext cx="207" cy="173"/>
                        </a:xfrm>
                        <a:prstGeom prst="rect">
                          <a:avLst/>
                        </a:prstGeom>
                        <a:noFill/>
                        <a:ln>
                          <a:noFill/>
                        </a:ln>
                      </p:spPr>
                    </p:pic>
                  </p:oleObj>
                </mc:Fallback>
              </mc:AlternateContent>
            </a:graphicData>
          </a:graphic>
        </p:graphicFrame>
        <p:grpSp>
          <p:nvGrpSpPr>
            <p:cNvPr id="1914" name="Google Shape;1914;p12"/>
            <p:cNvGrpSpPr/>
            <p:nvPr/>
          </p:nvGrpSpPr>
          <p:grpSpPr>
            <a:xfrm>
              <a:off x="310" y="3575"/>
              <a:ext cx="125" cy="230"/>
              <a:chOff x="4180" y="783"/>
              <a:chExt cx="150" cy="307"/>
            </a:xfrm>
          </p:grpSpPr>
          <p:sp>
            <p:nvSpPr>
              <p:cNvPr id="1915" name="Google Shape;1915;p12"/>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16" name="Google Shape;1916;p12"/>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17" name="Google Shape;1917;p12"/>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18" name="Google Shape;1918;p12"/>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919" name="Google Shape;1919;p12"/>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920" name="Google Shape;1920;p12"/>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921" name="Google Shape;1921;p12"/>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22" name="Google Shape;1922;p12"/>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1923" name="Google Shape;1923;p12"/>
            <p:cNvGraphicFramePr/>
            <p:nvPr/>
          </p:nvGraphicFramePr>
          <p:xfrm>
            <a:off x="-975" y="3384"/>
            <a:ext cx="216" cy="180"/>
          </p:xfrm>
          <a:graphic>
            <a:graphicData uri="http://schemas.openxmlformats.org/presentationml/2006/ole">
              <mc:AlternateContent>
                <mc:Choice Requires="v">
                  <p:oleObj r:id="rId19" imgH="180" imgW="216" progId="MS_ClipArt_Gallery.2" spid="_x0000_s6">
                    <p:embed/>
                  </p:oleObj>
                </mc:Choice>
                <mc:Fallback>
                  <p:oleObj r:id="rId20" imgH="180" imgW="216" progId="MS_ClipArt_Gallery.2">
                    <p:embed/>
                    <p:pic>
                      <p:nvPicPr>
                        <p:cNvPr id="1923" name="Google Shape;1923;p12"/>
                        <p:cNvPicPr preferRelativeResize="0"/>
                        <p:nvPr/>
                      </p:nvPicPr>
                      <p:blipFill rotWithShape="1">
                        <a:blip r:embed="rId21">
                          <a:alphaModFix/>
                        </a:blip>
                        <a:srcRect b="0" l="0" r="0" t="0"/>
                        <a:stretch/>
                      </p:blipFill>
                      <p:spPr>
                        <a:xfrm>
                          <a:off x="-975" y="3384"/>
                          <a:ext cx="216" cy="180"/>
                        </a:xfrm>
                        <a:prstGeom prst="rect">
                          <a:avLst/>
                        </a:prstGeom>
                        <a:noFill/>
                        <a:ln>
                          <a:noFill/>
                        </a:ln>
                      </p:spPr>
                    </p:pic>
                  </p:oleObj>
                </mc:Fallback>
              </mc:AlternateContent>
            </a:graphicData>
          </a:graphic>
        </p:graphicFrame>
        <p:graphicFrame>
          <p:nvGraphicFramePr>
            <p:cNvPr id="1924" name="Google Shape;1924;p12"/>
            <p:cNvGraphicFramePr/>
            <p:nvPr/>
          </p:nvGraphicFramePr>
          <p:xfrm>
            <a:off x="-871" y="3184"/>
            <a:ext cx="216" cy="180"/>
          </p:xfrm>
          <a:graphic>
            <a:graphicData uri="http://schemas.openxmlformats.org/presentationml/2006/ole">
              <mc:AlternateContent>
                <mc:Choice Requires="v">
                  <p:oleObj r:id="rId22" imgH="180" imgW="216" progId="MS_ClipArt_Gallery.2" spid="_x0000_s7">
                    <p:embed/>
                  </p:oleObj>
                </mc:Choice>
                <mc:Fallback>
                  <p:oleObj r:id="rId23" imgH="180" imgW="216" progId="MS_ClipArt_Gallery.2">
                    <p:embed/>
                    <p:pic>
                      <p:nvPicPr>
                        <p:cNvPr id="1924" name="Google Shape;1924;p12"/>
                        <p:cNvPicPr preferRelativeResize="0"/>
                        <p:nvPr/>
                      </p:nvPicPr>
                      <p:blipFill rotWithShape="1">
                        <a:blip r:embed="rId21">
                          <a:alphaModFix/>
                        </a:blip>
                        <a:srcRect b="0" l="0" r="0" t="0"/>
                        <a:stretch/>
                      </p:blipFill>
                      <p:spPr>
                        <a:xfrm>
                          <a:off x="-871" y="3184"/>
                          <a:ext cx="216" cy="180"/>
                        </a:xfrm>
                        <a:prstGeom prst="rect">
                          <a:avLst/>
                        </a:prstGeom>
                        <a:noFill/>
                        <a:ln>
                          <a:noFill/>
                        </a:ln>
                      </p:spPr>
                    </p:pic>
                  </p:oleObj>
                </mc:Fallback>
              </mc:AlternateContent>
            </a:graphicData>
          </a:graphic>
        </p:graphicFrame>
        <p:graphicFrame>
          <p:nvGraphicFramePr>
            <p:cNvPr id="1925" name="Google Shape;1925;p12"/>
            <p:cNvGraphicFramePr/>
            <p:nvPr/>
          </p:nvGraphicFramePr>
          <p:xfrm>
            <a:off x="-703" y="3544"/>
            <a:ext cx="216" cy="180"/>
          </p:xfrm>
          <a:graphic>
            <a:graphicData uri="http://schemas.openxmlformats.org/presentationml/2006/ole">
              <mc:AlternateContent>
                <mc:Choice Requires="v">
                  <p:oleObj r:id="rId24" imgH="180" imgW="216" progId="MS_ClipArt_Gallery.2" spid="_x0000_s8">
                    <p:embed/>
                  </p:oleObj>
                </mc:Choice>
                <mc:Fallback>
                  <p:oleObj r:id="rId25" imgH="180" imgW="216" progId="MS_ClipArt_Gallery.2">
                    <p:embed/>
                    <p:pic>
                      <p:nvPicPr>
                        <p:cNvPr id="1925" name="Google Shape;1925;p12"/>
                        <p:cNvPicPr preferRelativeResize="0"/>
                        <p:nvPr/>
                      </p:nvPicPr>
                      <p:blipFill rotWithShape="1">
                        <a:blip r:embed="rId21">
                          <a:alphaModFix/>
                        </a:blip>
                        <a:srcRect b="0" l="0" r="0" t="0"/>
                        <a:stretch/>
                      </p:blipFill>
                      <p:spPr>
                        <a:xfrm>
                          <a:off x="-703" y="3544"/>
                          <a:ext cx="216" cy="180"/>
                        </a:xfrm>
                        <a:prstGeom prst="rect">
                          <a:avLst/>
                        </a:prstGeom>
                        <a:noFill/>
                        <a:ln>
                          <a:noFill/>
                        </a:ln>
                      </p:spPr>
                    </p:pic>
                  </p:oleObj>
                </mc:Fallback>
              </mc:AlternateContent>
            </a:graphicData>
          </a:graphic>
        </p:graphicFrame>
        <p:graphicFrame>
          <p:nvGraphicFramePr>
            <p:cNvPr id="1926" name="Google Shape;1926;p12"/>
            <p:cNvGraphicFramePr/>
            <p:nvPr/>
          </p:nvGraphicFramePr>
          <p:xfrm>
            <a:off x="-489" y="3546"/>
            <a:ext cx="216" cy="180"/>
          </p:xfrm>
          <a:graphic>
            <a:graphicData uri="http://schemas.openxmlformats.org/presentationml/2006/ole">
              <mc:AlternateContent>
                <mc:Choice Requires="v">
                  <p:oleObj r:id="rId26" imgH="180" imgW="216" progId="MS_ClipArt_Gallery.2" spid="_x0000_s9">
                    <p:embed/>
                  </p:oleObj>
                </mc:Choice>
                <mc:Fallback>
                  <p:oleObj r:id="rId27" imgH="180" imgW="216" progId="MS_ClipArt_Gallery.2">
                    <p:embed/>
                    <p:pic>
                      <p:nvPicPr>
                        <p:cNvPr id="1926" name="Google Shape;1926;p12"/>
                        <p:cNvPicPr preferRelativeResize="0"/>
                        <p:nvPr/>
                      </p:nvPicPr>
                      <p:blipFill rotWithShape="1">
                        <a:blip r:embed="rId21">
                          <a:alphaModFix/>
                        </a:blip>
                        <a:srcRect b="0" l="0" r="0" t="0"/>
                        <a:stretch/>
                      </p:blipFill>
                      <p:spPr>
                        <a:xfrm>
                          <a:off x="-489" y="3546"/>
                          <a:ext cx="216" cy="180"/>
                        </a:xfrm>
                        <a:prstGeom prst="rect">
                          <a:avLst/>
                        </a:prstGeom>
                        <a:noFill/>
                        <a:ln>
                          <a:noFill/>
                        </a:ln>
                      </p:spPr>
                    </p:pic>
                  </p:oleObj>
                </mc:Fallback>
              </mc:AlternateContent>
            </a:graphicData>
          </a:graphic>
        </p:graphicFrame>
        <p:grpSp>
          <p:nvGrpSpPr>
            <p:cNvPr id="1927" name="Google Shape;1927;p12"/>
            <p:cNvGrpSpPr/>
            <p:nvPr/>
          </p:nvGrpSpPr>
          <p:grpSpPr>
            <a:xfrm>
              <a:off x="83" y="3625"/>
              <a:ext cx="172" cy="215"/>
              <a:chOff x="2870" y="1518"/>
              <a:chExt cx="292" cy="320"/>
            </a:xfrm>
          </p:grpSpPr>
          <p:graphicFrame>
            <p:nvGraphicFramePr>
              <p:cNvPr id="1928" name="Google Shape;1928;p12"/>
              <p:cNvGraphicFramePr/>
              <p:nvPr/>
            </p:nvGraphicFramePr>
            <p:xfrm>
              <a:off x="2870" y="1518"/>
              <a:ext cx="272" cy="282"/>
            </p:xfrm>
            <a:graphic>
              <a:graphicData uri="http://schemas.openxmlformats.org/presentationml/2006/ole">
                <mc:AlternateContent>
                  <mc:Choice Requires="v">
                    <p:oleObj r:id="rId28" imgH="282" imgW="272" progId="MS_ClipArt_Gallery.2" spid="_x0000_s10">
                      <p:embed/>
                    </p:oleObj>
                  </mc:Choice>
                  <mc:Fallback>
                    <p:oleObj r:id="rId29" imgH="282" imgW="272" progId="MS_ClipArt_Gallery.2">
                      <p:embed/>
                      <p:pic>
                        <p:nvPicPr>
                          <p:cNvPr id="1928" name="Google Shape;1928;p12"/>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929" name="Google Shape;1929;p12"/>
              <p:cNvGraphicFramePr/>
              <p:nvPr/>
            </p:nvGraphicFramePr>
            <p:xfrm>
              <a:off x="2913" y="1602"/>
              <a:ext cx="249" cy="236"/>
            </p:xfrm>
            <a:graphic>
              <a:graphicData uri="http://schemas.openxmlformats.org/presentationml/2006/ole">
                <mc:AlternateContent>
                  <mc:Choice Requires="v">
                    <p:oleObj r:id="rId30" imgH="236" imgW="249" progId="MS_ClipArt_Gallery.2" spid="_x0000_s11">
                      <p:embed/>
                    </p:oleObj>
                  </mc:Choice>
                  <mc:Fallback>
                    <p:oleObj r:id="rId31" imgH="236" imgW="249" progId="MS_ClipArt_Gallery.2">
                      <p:embed/>
                      <p:pic>
                        <p:nvPicPr>
                          <p:cNvPr id="1929" name="Google Shape;1929;p12"/>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930" name="Google Shape;1930;p12"/>
            <p:cNvGrpSpPr/>
            <p:nvPr/>
          </p:nvGrpSpPr>
          <p:grpSpPr>
            <a:xfrm>
              <a:off x="-201" y="3657"/>
              <a:ext cx="220" cy="203"/>
              <a:chOff x="2870" y="1518"/>
              <a:chExt cx="292" cy="320"/>
            </a:xfrm>
          </p:grpSpPr>
          <p:graphicFrame>
            <p:nvGraphicFramePr>
              <p:cNvPr id="1931" name="Google Shape;1931;p12"/>
              <p:cNvGraphicFramePr/>
              <p:nvPr/>
            </p:nvGraphicFramePr>
            <p:xfrm>
              <a:off x="2870" y="1518"/>
              <a:ext cx="272" cy="282"/>
            </p:xfrm>
            <a:graphic>
              <a:graphicData uri="http://schemas.openxmlformats.org/presentationml/2006/ole">
                <mc:AlternateContent>
                  <mc:Choice Requires="v">
                    <p:oleObj r:id="rId32" imgH="282" imgW="272" progId="MS_ClipArt_Gallery.2" spid="_x0000_s12">
                      <p:embed/>
                    </p:oleObj>
                  </mc:Choice>
                  <mc:Fallback>
                    <p:oleObj r:id="rId33" imgH="282" imgW="272" progId="MS_ClipArt_Gallery.2">
                      <p:embed/>
                      <p:pic>
                        <p:nvPicPr>
                          <p:cNvPr id="1931" name="Google Shape;1931;p12"/>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1932" name="Google Shape;1932;p12"/>
              <p:cNvGraphicFramePr/>
              <p:nvPr/>
            </p:nvGraphicFramePr>
            <p:xfrm>
              <a:off x="2913" y="1602"/>
              <a:ext cx="249" cy="236"/>
            </p:xfrm>
            <a:graphic>
              <a:graphicData uri="http://schemas.openxmlformats.org/presentationml/2006/ole">
                <mc:AlternateContent>
                  <mc:Choice Requires="v">
                    <p:oleObj r:id="rId34" imgH="236" imgW="249" progId="MS_ClipArt_Gallery.2" spid="_x0000_s13">
                      <p:embed/>
                    </p:oleObj>
                  </mc:Choice>
                  <mc:Fallback>
                    <p:oleObj r:id="rId35" imgH="236" imgW="249" progId="MS_ClipArt_Gallery.2">
                      <p:embed/>
                      <p:pic>
                        <p:nvPicPr>
                          <p:cNvPr id="1932" name="Google Shape;1932;p12"/>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1933" name="Google Shape;1933;p12"/>
            <p:cNvGrpSpPr/>
            <p:nvPr/>
          </p:nvGrpSpPr>
          <p:grpSpPr>
            <a:xfrm>
              <a:off x="569" y="3419"/>
              <a:ext cx="131" cy="258"/>
              <a:chOff x="4180" y="783"/>
              <a:chExt cx="150" cy="307"/>
            </a:xfrm>
          </p:grpSpPr>
          <p:sp>
            <p:nvSpPr>
              <p:cNvPr id="1934" name="Google Shape;1934;p12"/>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5" name="Google Shape;1935;p12"/>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6" name="Google Shape;1936;p12"/>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7" name="Google Shape;1937;p12"/>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938" name="Google Shape;1938;p12"/>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1939" name="Google Shape;1939;p12"/>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1940" name="Google Shape;1940;p12"/>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41" name="Google Shape;1941;p12"/>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cxnSp>
        <p:nvCxnSpPr>
          <p:cNvPr id="1942" name="Google Shape;1942;p12"/>
          <p:cNvCxnSpPr/>
          <p:nvPr/>
        </p:nvCxnSpPr>
        <p:spPr>
          <a:xfrm flipH="1">
            <a:off x="5988050" y="3440112"/>
            <a:ext cx="3175" cy="144462"/>
          </a:xfrm>
          <a:prstGeom prst="straightConnector1">
            <a:avLst/>
          </a:prstGeom>
          <a:noFill/>
          <a:ln cap="flat" cmpd="sng" w="9525">
            <a:solidFill>
              <a:schemeClr val="lt2"/>
            </a:solidFill>
            <a:prstDash val="solid"/>
            <a:miter lim="800000"/>
            <a:headEnd len="med" w="med" type="none"/>
            <a:tailEnd len="med" w="med" type="none"/>
          </a:ln>
        </p:spPr>
      </p:cxnSp>
      <p:cxnSp>
        <p:nvCxnSpPr>
          <p:cNvPr id="1943" name="Google Shape;1943;p12"/>
          <p:cNvCxnSpPr/>
          <p:nvPr/>
        </p:nvCxnSpPr>
        <p:spPr>
          <a:xfrm flipH="1" rot="10800000">
            <a:off x="7285037" y="2422525"/>
            <a:ext cx="123825" cy="87312"/>
          </a:xfrm>
          <a:prstGeom prst="straightConnector1">
            <a:avLst/>
          </a:prstGeom>
          <a:noFill/>
          <a:ln cap="flat" cmpd="sng" w="9525">
            <a:solidFill>
              <a:schemeClr val="lt2"/>
            </a:solidFill>
            <a:prstDash val="solid"/>
            <a:miter lim="800000"/>
            <a:headEnd len="med" w="med" type="none"/>
            <a:tailEnd len="med" w="med" type="none"/>
          </a:ln>
        </p:spPr>
      </p:cxnSp>
      <p:cxnSp>
        <p:nvCxnSpPr>
          <p:cNvPr id="1944" name="Google Shape;1944;p12"/>
          <p:cNvCxnSpPr/>
          <p:nvPr/>
        </p:nvCxnSpPr>
        <p:spPr>
          <a:xfrm>
            <a:off x="7112000" y="2595562"/>
            <a:ext cx="0" cy="82550"/>
          </a:xfrm>
          <a:prstGeom prst="straightConnector1">
            <a:avLst/>
          </a:prstGeom>
          <a:noFill/>
          <a:ln cap="flat" cmpd="sng" w="9525">
            <a:solidFill>
              <a:schemeClr val="lt2"/>
            </a:solidFill>
            <a:prstDash val="solid"/>
            <a:miter lim="800000"/>
            <a:headEnd len="med" w="med" type="none"/>
            <a:tailEnd len="med" w="med" type="none"/>
          </a:ln>
        </p:spPr>
      </p:cxnSp>
      <p:cxnSp>
        <p:nvCxnSpPr>
          <p:cNvPr id="1945" name="Google Shape;1945;p12"/>
          <p:cNvCxnSpPr/>
          <p:nvPr/>
        </p:nvCxnSpPr>
        <p:spPr>
          <a:xfrm flipH="1" rot="10800000">
            <a:off x="7296150" y="2492375"/>
            <a:ext cx="263525" cy="288925"/>
          </a:xfrm>
          <a:prstGeom prst="straightConnector1">
            <a:avLst/>
          </a:prstGeom>
          <a:noFill/>
          <a:ln cap="flat" cmpd="sng" w="9525">
            <a:solidFill>
              <a:schemeClr val="lt2"/>
            </a:solidFill>
            <a:prstDash val="solid"/>
            <a:miter lim="800000"/>
            <a:headEnd len="med" w="med" type="none"/>
            <a:tailEnd len="med" w="med" type="none"/>
          </a:ln>
        </p:spPr>
      </p:cxnSp>
      <p:cxnSp>
        <p:nvCxnSpPr>
          <p:cNvPr id="1946" name="Google Shape;1946;p12"/>
          <p:cNvCxnSpPr/>
          <p:nvPr/>
        </p:nvCxnSpPr>
        <p:spPr>
          <a:xfrm>
            <a:off x="7648575" y="2490787"/>
            <a:ext cx="0" cy="196850"/>
          </a:xfrm>
          <a:prstGeom prst="straightConnector1">
            <a:avLst/>
          </a:prstGeom>
          <a:noFill/>
          <a:ln cap="flat" cmpd="sng" w="9525">
            <a:solidFill>
              <a:schemeClr val="lt2"/>
            </a:solidFill>
            <a:prstDash val="solid"/>
            <a:miter lim="800000"/>
            <a:headEnd len="med" w="med" type="none"/>
            <a:tailEnd len="med" w="med" type="none"/>
          </a:ln>
        </p:spPr>
      </p:cxnSp>
      <p:cxnSp>
        <p:nvCxnSpPr>
          <p:cNvPr id="1947" name="Google Shape;1947;p12"/>
          <p:cNvCxnSpPr/>
          <p:nvPr/>
        </p:nvCxnSpPr>
        <p:spPr>
          <a:xfrm>
            <a:off x="7302500" y="2797175"/>
            <a:ext cx="188912" cy="0"/>
          </a:xfrm>
          <a:prstGeom prst="straightConnector1">
            <a:avLst/>
          </a:prstGeom>
          <a:noFill/>
          <a:ln cap="flat" cmpd="sng" w="9525">
            <a:solidFill>
              <a:schemeClr val="lt2"/>
            </a:solidFill>
            <a:prstDash val="solid"/>
            <a:miter lim="800000"/>
            <a:headEnd len="med" w="med" type="none"/>
            <a:tailEnd len="med" w="med" type="none"/>
          </a:ln>
        </p:spPr>
      </p:cxnSp>
      <p:cxnSp>
        <p:nvCxnSpPr>
          <p:cNvPr id="1948" name="Google Shape;1948;p12"/>
          <p:cNvCxnSpPr/>
          <p:nvPr/>
        </p:nvCxnSpPr>
        <p:spPr>
          <a:xfrm flipH="1" rot="10800000">
            <a:off x="5597525" y="3663950"/>
            <a:ext cx="168275" cy="3175"/>
          </a:xfrm>
          <a:prstGeom prst="straightConnector1">
            <a:avLst/>
          </a:prstGeom>
          <a:noFill/>
          <a:ln cap="flat" cmpd="sng" w="9525">
            <a:solidFill>
              <a:schemeClr val="lt2"/>
            </a:solidFill>
            <a:prstDash val="solid"/>
            <a:miter lim="800000"/>
            <a:headEnd len="med" w="med" type="none"/>
            <a:tailEnd len="med" w="med" type="none"/>
          </a:ln>
        </p:spPr>
      </p:cxnSp>
      <p:cxnSp>
        <p:nvCxnSpPr>
          <p:cNvPr id="1949" name="Google Shape;1949;p12"/>
          <p:cNvCxnSpPr/>
          <p:nvPr/>
        </p:nvCxnSpPr>
        <p:spPr>
          <a:xfrm flipH="1" rot="10800000">
            <a:off x="7716837" y="2190750"/>
            <a:ext cx="238125" cy="168275"/>
          </a:xfrm>
          <a:prstGeom prst="straightConnector1">
            <a:avLst/>
          </a:prstGeom>
          <a:noFill/>
          <a:ln cap="flat" cmpd="sng" w="9525">
            <a:solidFill>
              <a:schemeClr val="lt2"/>
            </a:solidFill>
            <a:prstDash val="solid"/>
            <a:miter lim="800000"/>
            <a:headEnd len="med" w="med" type="none"/>
            <a:tailEnd len="med" w="med" type="none"/>
          </a:ln>
        </p:spPr>
      </p:cxnSp>
      <p:cxnSp>
        <p:nvCxnSpPr>
          <p:cNvPr id="1950" name="Google Shape;1950;p12"/>
          <p:cNvCxnSpPr/>
          <p:nvPr/>
        </p:nvCxnSpPr>
        <p:spPr>
          <a:xfrm>
            <a:off x="7856537" y="2787650"/>
            <a:ext cx="177800" cy="0"/>
          </a:xfrm>
          <a:prstGeom prst="straightConnector1">
            <a:avLst/>
          </a:prstGeom>
          <a:noFill/>
          <a:ln cap="flat" cmpd="sng" w="9525">
            <a:solidFill>
              <a:schemeClr val="lt2"/>
            </a:solidFill>
            <a:prstDash val="solid"/>
            <a:miter lim="800000"/>
            <a:headEnd len="med" w="med" type="none"/>
            <a:tailEnd len="med" w="med" type="none"/>
          </a:ln>
        </p:spPr>
      </p:cxnSp>
      <p:cxnSp>
        <p:nvCxnSpPr>
          <p:cNvPr id="1951" name="Google Shape;1951;p12"/>
          <p:cNvCxnSpPr/>
          <p:nvPr/>
        </p:nvCxnSpPr>
        <p:spPr>
          <a:xfrm flipH="1">
            <a:off x="7002462" y="2863850"/>
            <a:ext cx="98425" cy="704850"/>
          </a:xfrm>
          <a:prstGeom prst="straightConnector1">
            <a:avLst/>
          </a:prstGeom>
          <a:noFill/>
          <a:ln cap="flat" cmpd="sng" w="9525">
            <a:solidFill>
              <a:schemeClr val="lt2"/>
            </a:solidFill>
            <a:prstDash val="solid"/>
            <a:miter lim="800000"/>
            <a:headEnd len="med" w="med" type="none"/>
            <a:tailEnd len="med" w="med" type="none"/>
          </a:ln>
        </p:spPr>
      </p:cxnSp>
      <p:cxnSp>
        <p:nvCxnSpPr>
          <p:cNvPr id="1952" name="Google Shape;1952;p12"/>
          <p:cNvCxnSpPr/>
          <p:nvPr/>
        </p:nvCxnSpPr>
        <p:spPr>
          <a:xfrm flipH="1">
            <a:off x="7593012" y="2863850"/>
            <a:ext cx="111125" cy="727075"/>
          </a:xfrm>
          <a:prstGeom prst="straightConnector1">
            <a:avLst/>
          </a:prstGeom>
          <a:noFill/>
          <a:ln cap="flat" cmpd="sng" w="9525">
            <a:solidFill>
              <a:schemeClr val="lt2"/>
            </a:solidFill>
            <a:prstDash val="solid"/>
            <a:miter lim="800000"/>
            <a:headEnd len="med" w="med" type="none"/>
            <a:tailEnd len="med" w="med" type="none"/>
          </a:ln>
        </p:spPr>
      </p:cxnSp>
      <p:grpSp>
        <p:nvGrpSpPr>
          <p:cNvPr id="1953" name="Google Shape;1953;p12"/>
          <p:cNvGrpSpPr/>
          <p:nvPr/>
        </p:nvGrpSpPr>
        <p:grpSpPr>
          <a:xfrm>
            <a:off x="6645275" y="4481512"/>
            <a:ext cx="501650" cy="234950"/>
            <a:chOff x="4701" y="2996"/>
            <a:chExt cx="316" cy="148"/>
          </a:xfrm>
        </p:grpSpPr>
        <p:sp>
          <p:nvSpPr>
            <p:cNvPr id="1954" name="Google Shape;1954;p12"/>
            <p:cNvSpPr/>
            <p:nvPr/>
          </p:nvSpPr>
          <p:spPr>
            <a:xfrm>
              <a:off x="4704" y="3062"/>
              <a:ext cx="313" cy="8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955" name="Google Shape;1955;p12"/>
            <p:cNvCxnSpPr/>
            <p:nvPr/>
          </p:nvCxnSpPr>
          <p:spPr>
            <a:xfrm>
              <a:off x="4704" y="3055"/>
              <a:ext cx="0" cy="51"/>
            </a:xfrm>
            <a:prstGeom prst="straightConnector1">
              <a:avLst/>
            </a:prstGeom>
            <a:noFill/>
            <a:ln cap="flat" cmpd="sng" w="12700">
              <a:solidFill>
                <a:schemeClr val="folHlink"/>
              </a:solidFill>
              <a:prstDash val="solid"/>
              <a:miter lim="800000"/>
              <a:headEnd len="med" w="med" type="none"/>
              <a:tailEnd len="med" w="med" type="none"/>
            </a:ln>
          </p:spPr>
        </p:cxnSp>
        <p:cxnSp>
          <p:nvCxnSpPr>
            <p:cNvPr id="1956" name="Google Shape;1956;p12"/>
            <p:cNvCxnSpPr/>
            <p:nvPr/>
          </p:nvCxnSpPr>
          <p:spPr>
            <a:xfrm>
              <a:off x="5017" y="3055"/>
              <a:ext cx="0" cy="51"/>
            </a:xfrm>
            <a:prstGeom prst="straightConnector1">
              <a:avLst/>
            </a:prstGeom>
            <a:noFill/>
            <a:ln cap="flat" cmpd="sng" w="12700">
              <a:solidFill>
                <a:schemeClr val="folHlink"/>
              </a:solidFill>
              <a:prstDash val="solid"/>
              <a:miter lim="800000"/>
              <a:headEnd len="med" w="med" type="none"/>
              <a:tailEnd len="med" w="med" type="none"/>
            </a:ln>
          </p:spPr>
        </p:cxnSp>
        <p:sp>
          <p:nvSpPr>
            <p:cNvPr id="1957" name="Google Shape;1957;p12"/>
            <p:cNvSpPr txBox="1"/>
            <p:nvPr/>
          </p:nvSpPr>
          <p:spPr>
            <a:xfrm>
              <a:off x="4704" y="3055"/>
              <a:ext cx="310" cy="5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58" name="Google Shape;1958;p12"/>
            <p:cNvSpPr/>
            <p:nvPr/>
          </p:nvSpPr>
          <p:spPr>
            <a:xfrm>
              <a:off x="4701" y="2996"/>
              <a:ext cx="313" cy="96"/>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959" name="Google Shape;1959;p12"/>
            <p:cNvGrpSpPr/>
            <p:nvPr/>
          </p:nvGrpSpPr>
          <p:grpSpPr>
            <a:xfrm>
              <a:off x="4776" y="3017"/>
              <a:ext cx="156" cy="56"/>
              <a:chOff x="2848" y="848"/>
              <a:chExt cx="140" cy="98"/>
            </a:xfrm>
          </p:grpSpPr>
          <p:cxnSp>
            <p:nvCxnSpPr>
              <p:cNvPr id="1960" name="Google Shape;1960;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961" name="Google Shape;1961;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962" name="Google Shape;1962;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963" name="Google Shape;1963;p12"/>
            <p:cNvGrpSpPr/>
            <p:nvPr/>
          </p:nvGrpSpPr>
          <p:grpSpPr>
            <a:xfrm flipH="1" rot="10800000">
              <a:off x="4776" y="3016"/>
              <a:ext cx="156" cy="56"/>
              <a:chOff x="2848" y="848"/>
              <a:chExt cx="140" cy="98"/>
            </a:xfrm>
          </p:grpSpPr>
          <p:cxnSp>
            <p:nvCxnSpPr>
              <p:cNvPr id="1964" name="Google Shape;1964;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965" name="Google Shape;1965;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966" name="Google Shape;1966;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grpSp>
        <p:nvGrpSpPr>
          <p:cNvPr id="1967" name="Google Shape;1967;p12"/>
          <p:cNvGrpSpPr/>
          <p:nvPr/>
        </p:nvGrpSpPr>
        <p:grpSpPr>
          <a:xfrm>
            <a:off x="5980112" y="4783137"/>
            <a:ext cx="501650" cy="234950"/>
            <a:chOff x="4701" y="2996"/>
            <a:chExt cx="316" cy="148"/>
          </a:xfrm>
        </p:grpSpPr>
        <p:sp>
          <p:nvSpPr>
            <p:cNvPr id="1968" name="Google Shape;1968;p12"/>
            <p:cNvSpPr/>
            <p:nvPr/>
          </p:nvSpPr>
          <p:spPr>
            <a:xfrm>
              <a:off x="4704" y="3062"/>
              <a:ext cx="313" cy="8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969" name="Google Shape;1969;p12"/>
            <p:cNvCxnSpPr/>
            <p:nvPr/>
          </p:nvCxnSpPr>
          <p:spPr>
            <a:xfrm>
              <a:off x="4704" y="3055"/>
              <a:ext cx="0" cy="51"/>
            </a:xfrm>
            <a:prstGeom prst="straightConnector1">
              <a:avLst/>
            </a:prstGeom>
            <a:noFill/>
            <a:ln cap="flat" cmpd="sng" w="12700">
              <a:solidFill>
                <a:schemeClr val="folHlink"/>
              </a:solidFill>
              <a:prstDash val="solid"/>
              <a:miter lim="800000"/>
              <a:headEnd len="med" w="med" type="none"/>
              <a:tailEnd len="med" w="med" type="none"/>
            </a:ln>
          </p:spPr>
        </p:cxnSp>
        <p:cxnSp>
          <p:nvCxnSpPr>
            <p:cNvPr id="1970" name="Google Shape;1970;p12"/>
            <p:cNvCxnSpPr/>
            <p:nvPr/>
          </p:nvCxnSpPr>
          <p:spPr>
            <a:xfrm>
              <a:off x="5017" y="3055"/>
              <a:ext cx="0" cy="51"/>
            </a:xfrm>
            <a:prstGeom prst="straightConnector1">
              <a:avLst/>
            </a:prstGeom>
            <a:noFill/>
            <a:ln cap="flat" cmpd="sng" w="12700">
              <a:solidFill>
                <a:schemeClr val="folHlink"/>
              </a:solidFill>
              <a:prstDash val="solid"/>
              <a:miter lim="800000"/>
              <a:headEnd len="med" w="med" type="none"/>
              <a:tailEnd len="med" w="med" type="none"/>
            </a:ln>
          </p:spPr>
        </p:cxnSp>
        <p:sp>
          <p:nvSpPr>
            <p:cNvPr id="1971" name="Google Shape;1971;p12"/>
            <p:cNvSpPr txBox="1"/>
            <p:nvPr/>
          </p:nvSpPr>
          <p:spPr>
            <a:xfrm>
              <a:off x="4704" y="3055"/>
              <a:ext cx="310" cy="5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72" name="Google Shape;1972;p12"/>
            <p:cNvSpPr/>
            <p:nvPr/>
          </p:nvSpPr>
          <p:spPr>
            <a:xfrm>
              <a:off x="4701" y="2996"/>
              <a:ext cx="313" cy="96"/>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973" name="Google Shape;1973;p12"/>
            <p:cNvGrpSpPr/>
            <p:nvPr/>
          </p:nvGrpSpPr>
          <p:grpSpPr>
            <a:xfrm>
              <a:off x="4776" y="3017"/>
              <a:ext cx="156" cy="56"/>
              <a:chOff x="2848" y="848"/>
              <a:chExt cx="140" cy="98"/>
            </a:xfrm>
          </p:grpSpPr>
          <p:cxnSp>
            <p:nvCxnSpPr>
              <p:cNvPr id="1974" name="Google Shape;1974;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975" name="Google Shape;1975;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976" name="Google Shape;1976;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1977" name="Google Shape;1977;p12"/>
            <p:cNvGrpSpPr/>
            <p:nvPr/>
          </p:nvGrpSpPr>
          <p:grpSpPr>
            <a:xfrm flipH="1" rot="10800000">
              <a:off x="4776" y="3016"/>
              <a:ext cx="156" cy="56"/>
              <a:chOff x="2848" y="848"/>
              <a:chExt cx="140" cy="98"/>
            </a:xfrm>
          </p:grpSpPr>
          <p:cxnSp>
            <p:nvCxnSpPr>
              <p:cNvPr id="1978" name="Google Shape;1978;p12"/>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1979" name="Google Shape;1979;p12"/>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1980" name="Google Shape;1980;p12"/>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grpSp>
        <p:nvGrpSpPr>
          <p:cNvPr id="1981" name="Google Shape;1981;p12"/>
          <p:cNvGrpSpPr/>
          <p:nvPr/>
        </p:nvGrpSpPr>
        <p:grpSpPr>
          <a:xfrm>
            <a:off x="6810375" y="4968875"/>
            <a:ext cx="290512" cy="404812"/>
            <a:chOff x="4290" y="3130"/>
            <a:chExt cx="183" cy="255"/>
          </a:xfrm>
        </p:grpSpPr>
        <p:pic>
          <p:nvPicPr>
            <p:cNvPr descr="31u_bnrz[1]" id="1982" name="Google Shape;1982;p12"/>
            <p:cNvPicPr preferRelativeResize="0"/>
            <p:nvPr/>
          </p:nvPicPr>
          <p:blipFill rotWithShape="1">
            <a:blip r:embed="rId36">
              <a:alphaModFix/>
            </a:blip>
            <a:srcRect b="0" l="0" r="0" t="0"/>
            <a:stretch/>
          </p:blipFill>
          <p:spPr>
            <a:xfrm>
              <a:off x="4343" y="3211"/>
              <a:ext cx="121" cy="174"/>
            </a:xfrm>
            <a:prstGeom prst="rect">
              <a:avLst/>
            </a:prstGeom>
            <a:noFill/>
            <a:ln>
              <a:noFill/>
            </a:ln>
          </p:spPr>
        </p:pic>
        <p:sp>
          <p:nvSpPr>
            <p:cNvPr id="1983" name="Google Shape;1983;p12"/>
            <p:cNvSpPr/>
            <p:nvPr/>
          </p:nvSpPr>
          <p:spPr>
            <a:xfrm>
              <a:off x="4339" y="3143"/>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4" name="Google Shape;1984;p12"/>
            <p:cNvSpPr/>
            <p:nvPr/>
          </p:nvSpPr>
          <p:spPr>
            <a:xfrm>
              <a:off x="4395" y="3142"/>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5" name="Google Shape;1985;p12"/>
            <p:cNvSpPr/>
            <p:nvPr/>
          </p:nvSpPr>
          <p:spPr>
            <a:xfrm>
              <a:off x="4318" y="3135"/>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6" name="Google Shape;1986;p12"/>
            <p:cNvSpPr/>
            <p:nvPr/>
          </p:nvSpPr>
          <p:spPr>
            <a:xfrm>
              <a:off x="4394" y="3133"/>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7" name="Google Shape;1987;p12"/>
            <p:cNvSpPr/>
            <p:nvPr/>
          </p:nvSpPr>
          <p:spPr>
            <a:xfrm>
              <a:off x="4298" y="3153"/>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8" name="Google Shape;1988;p12"/>
            <p:cNvSpPr/>
            <p:nvPr/>
          </p:nvSpPr>
          <p:spPr>
            <a:xfrm>
              <a:off x="4432" y="3130"/>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9" name="Google Shape;1989;p12"/>
            <p:cNvSpPr/>
            <p:nvPr/>
          </p:nvSpPr>
          <p:spPr>
            <a:xfrm>
              <a:off x="4387" y="3191"/>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0" name="Google Shape;1990;p12"/>
            <p:cNvSpPr/>
            <p:nvPr/>
          </p:nvSpPr>
          <p:spPr>
            <a:xfrm>
              <a:off x="4381" y="3174"/>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1" name="Google Shape;1991;p12"/>
            <p:cNvSpPr/>
            <p:nvPr/>
          </p:nvSpPr>
          <p:spPr>
            <a:xfrm>
              <a:off x="4375" y="3163"/>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2" name="Google Shape;1992;p12"/>
            <p:cNvSpPr/>
            <p:nvPr/>
          </p:nvSpPr>
          <p:spPr>
            <a:xfrm>
              <a:off x="4370" y="3155"/>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3" name="Google Shape;1993;p12"/>
            <p:cNvSpPr/>
            <p:nvPr/>
          </p:nvSpPr>
          <p:spPr>
            <a:xfrm>
              <a:off x="4330" y="3145"/>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4" name="Google Shape;1994;p12"/>
            <p:cNvSpPr/>
            <p:nvPr/>
          </p:nvSpPr>
          <p:spPr>
            <a:xfrm>
              <a:off x="4386" y="3145"/>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5" name="Google Shape;1995;p12"/>
            <p:cNvSpPr/>
            <p:nvPr/>
          </p:nvSpPr>
          <p:spPr>
            <a:xfrm>
              <a:off x="4309" y="3138"/>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6" name="Google Shape;1996;p12"/>
            <p:cNvSpPr/>
            <p:nvPr/>
          </p:nvSpPr>
          <p:spPr>
            <a:xfrm>
              <a:off x="4384" y="3136"/>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7" name="Google Shape;1997;p12"/>
            <p:cNvSpPr/>
            <p:nvPr/>
          </p:nvSpPr>
          <p:spPr>
            <a:xfrm>
              <a:off x="4290" y="3159"/>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8" name="Google Shape;1998;p12"/>
            <p:cNvSpPr/>
            <p:nvPr/>
          </p:nvSpPr>
          <p:spPr>
            <a:xfrm>
              <a:off x="4423" y="3133"/>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9" name="Google Shape;1999;p12"/>
            <p:cNvSpPr/>
            <p:nvPr/>
          </p:nvSpPr>
          <p:spPr>
            <a:xfrm>
              <a:off x="4338" y="3209"/>
              <a:ext cx="125" cy="175"/>
            </a:xfrm>
            <a:custGeom>
              <a:rect b="b" l="l" r="r" t="t"/>
              <a:pathLst>
                <a:path extrusionOk="0" h="175" w="12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000" name="Google Shape;2000;p12"/>
          <p:cNvGrpSpPr/>
          <p:nvPr/>
        </p:nvGrpSpPr>
        <p:grpSpPr>
          <a:xfrm>
            <a:off x="5367337" y="3430587"/>
            <a:ext cx="290512" cy="404812"/>
            <a:chOff x="4290" y="3130"/>
            <a:chExt cx="183" cy="255"/>
          </a:xfrm>
        </p:grpSpPr>
        <p:pic>
          <p:nvPicPr>
            <p:cNvPr descr="31u_bnrz[1]" id="2001" name="Google Shape;2001;p12"/>
            <p:cNvPicPr preferRelativeResize="0"/>
            <p:nvPr/>
          </p:nvPicPr>
          <p:blipFill rotWithShape="1">
            <a:blip r:embed="rId36">
              <a:alphaModFix/>
            </a:blip>
            <a:srcRect b="0" l="0" r="0" t="0"/>
            <a:stretch/>
          </p:blipFill>
          <p:spPr>
            <a:xfrm>
              <a:off x="4343" y="3211"/>
              <a:ext cx="121" cy="174"/>
            </a:xfrm>
            <a:prstGeom prst="rect">
              <a:avLst/>
            </a:prstGeom>
            <a:noFill/>
            <a:ln>
              <a:noFill/>
            </a:ln>
          </p:spPr>
        </p:pic>
        <p:sp>
          <p:nvSpPr>
            <p:cNvPr id="2002" name="Google Shape;2002;p12"/>
            <p:cNvSpPr/>
            <p:nvPr/>
          </p:nvSpPr>
          <p:spPr>
            <a:xfrm>
              <a:off x="4339" y="3143"/>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3" name="Google Shape;2003;p12"/>
            <p:cNvSpPr/>
            <p:nvPr/>
          </p:nvSpPr>
          <p:spPr>
            <a:xfrm>
              <a:off x="4395" y="3142"/>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4" name="Google Shape;2004;p12"/>
            <p:cNvSpPr/>
            <p:nvPr/>
          </p:nvSpPr>
          <p:spPr>
            <a:xfrm>
              <a:off x="4318" y="3135"/>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5" name="Google Shape;2005;p12"/>
            <p:cNvSpPr/>
            <p:nvPr/>
          </p:nvSpPr>
          <p:spPr>
            <a:xfrm>
              <a:off x="4394" y="3133"/>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6" name="Google Shape;2006;p12"/>
            <p:cNvSpPr/>
            <p:nvPr/>
          </p:nvSpPr>
          <p:spPr>
            <a:xfrm>
              <a:off x="4298" y="3153"/>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7" name="Google Shape;2007;p12"/>
            <p:cNvSpPr/>
            <p:nvPr/>
          </p:nvSpPr>
          <p:spPr>
            <a:xfrm>
              <a:off x="4432" y="3130"/>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8" name="Google Shape;2008;p12"/>
            <p:cNvSpPr/>
            <p:nvPr/>
          </p:nvSpPr>
          <p:spPr>
            <a:xfrm>
              <a:off x="4387" y="3191"/>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9" name="Google Shape;2009;p12"/>
            <p:cNvSpPr/>
            <p:nvPr/>
          </p:nvSpPr>
          <p:spPr>
            <a:xfrm>
              <a:off x="4381" y="3174"/>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0" name="Google Shape;2010;p12"/>
            <p:cNvSpPr/>
            <p:nvPr/>
          </p:nvSpPr>
          <p:spPr>
            <a:xfrm>
              <a:off x="4375" y="3163"/>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1" name="Google Shape;2011;p12"/>
            <p:cNvSpPr/>
            <p:nvPr/>
          </p:nvSpPr>
          <p:spPr>
            <a:xfrm>
              <a:off x="4370" y="3155"/>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2" name="Google Shape;2012;p12"/>
            <p:cNvSpPr/>
            <p:nvPr/>
          </p:nvSpPr>
          <p:spPr>
            <a:xfrm>
              <a:off x="4330" y="3145"/>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3" name="Google Shape;2013;p12"/>
            <p:cNvSpPr/>
            <p:nvPr/>
          </p:nvSpPr>
          <p:spPr>
            <a:xfrm>
              <a:off x="4386" y="3145"/>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4" name="Google Shape;2014;p12"/>
            <p:cNvSpPr/>
            <p:nvPr/>
          </p:nvSpPr>
          <p:spPr>
            <a:xfrm>
              <a:off x="4309" y="3138"/>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5" name="Google Shape;2015;p12"/>
            <p:cNvSpPr/>
            <p:nvPr/>
          </p:nvSpPr>
          <p:spPr>
            <a:xfrm>
              <a:off x="4384" y="3136"/>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6" name="Google Shape;2016;p12"/>
            <p:cNvSpPr/>
            <p:nvPr/>
          </p:nvSpPr>
          <p:spPr>
            <a:xfrm>
              <a:off x="4290" y="3159"/>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7" name="Google Shape;2017;p12"/>
            <p:cNvSpPr/>
            <p:nvPr/>
          </p:nvSpPr>
          <p:spPr>
            <a:xfrm>
              <a:off x="4423" y="3133"/>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8" name="Google Shape;2018;p12"/>
            <p:cNvSpPr/>
            <p:nvPr/>
          </p:nvSpPr>
          <p:spPr>
            <a:xfrm>
              <a:off x="4338" y="3209"/>
              <a:ext cx="125" cy="175"/>
            </a:xfrm>
            <a:custGeom>
              <a:rect b="b" l="l" r="r" t="t"/>
              <a:pathLst>
                <a:path extrusionOk="0" h="175" w="12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019" name="Google Shape;2019;p12"/>
          <p:cNvGrpSpPr/>
          <p:nvPr/>
        </p:nvGrpSpPr>
        <p:grpSpPr>
          <a:xfrm>
            <a:off x="4548187" y="2074862"/>
            <a:ext cx="3340100" cy="3265487"/>
            <a:chOff x="2865" y="1307"/>
            <a:chExt cx="2104" cy="2057"/>
          </a:xfrm>
        </p:grpSpPr>
        <p:cxnSp>
          <p:nvCxnSpPr>
            <p:cNvPr id="2020" name="Google Shape;2020;p12"/>
            <p:cNvCxnSpPr/>
            <p:nvPr/>
          </p:nvCxnSpPr>
          <p:spPr>
            <a:xfrm>
              <a:off x="4092" y="1307"/>
              <a:ext cx="877" cy="1762"/>
            </a:xfrm>
            <a:prstGeom prst="straightConnector1">
              <a:avLst/>
            </a:prstGeom>
            <a:noFill/>
            <a:ln cap="flat" cmpd="sng" w="76200">
              <a:solidFill>
                <a:srgbClr val="FF3300"/>
              </a:solidFill>
              <a:prstDash val="solid"/>
              <a:miter lim="800000"/>
              <a:headEnd len="med" w="med" type="triangle"/>
              <a:tailEnd len="med" w="med" type="triangle"/>
            </a:ln>
          </p:spPr>
        </p:cxnSp>
        <p:cxnSp>
          <p:nvCxnSpPr>
            <p:cNvPr id="2021" name="Google Shape;2021;p12"/>
            <p:cNvCxnSpPr/>
            <p:nvPr/>
          </p:nvCxnSpPr>
          <p:spPr>
            <a:xfrm>
              <a:off x="3466" y="2211"/>
              <a:ext cx="1487" cy="1014"/>
            </a:xfrm>
            <a:prstGeom prst="straightConnector1">
              <a:avLst/>
            </a:prstGeom>
            <a:noFill/>
            <a:ln cap="flat" cmpd="sng" w="76200">
              <a:solidFill>
                <a:srgbClr val="FF3300"/>
              </a:solidFill>
              <a:prstDash val="solid"/>
              <a:miter lim="800000"/>
              <a:headEnd len="med" w="med" type="triangle"/>
              <a:tailEnd len="med" w="med" type="triangle"/>
            </a:ln>
          </p:spPr>
        </p:cxnSp>
        <p:cxnSp>
          <p:nvCxnSpPr>
            <p:cNvPr id="2022" name="Google Shape;2022;p12"/>
            <p:cNvCxnSpPr/>
            <p:nvPr/>
          </p:nvCxnSpPr>
          <p:spPr>
            <a:xfrm>
              <a:off x="3657" y="3158"/>
              <a:ext cx="1014" cy="206"/>
            </a:xfrm>
            <a:prstGeom prst="straightConnector1">
              <a:avLst/>
            </a:prstGeom>
            <a:noFill/>
            <a:ln cap="flat" cmpd="sng" w="76200">
              <a:solidFill>
                <a:srgbClr val="FF3300"/>
              </a:solidFill>
              <a:prstDash val="solid"/>
              <a:miter lim="800000"/>
              <a:headEnd len="med" w="med" type="triangle"/>
              <a:tailEnd len="med" w="med" type="triangle"/>
            </a:ln>
          </p:spPr>
        </p:cxnSp>
        <p:sp>
          <p:nvSpPr>
            <p:cNvPr id="2023" name="Google Shape;2023;p12"/>
            <p:cNvSpPr txBox="1"/>
            <p:nvPr/>
          </p:nvSpPr>
          <p:spPr>
            <a:xfrm>
              <a:off x="2865" y="2510"/>
              <a:ext cx="11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000"/>
                <a:buFont typeface="Comic Sans MS"/>
                <a:buNone/>
              </a:pPr>
              <a:r>
                <a:rPr b="0" i="0" lang="en-US" sz="2000" u="none">
                  <a:solidFill>
                    <a:srgbClr val="FF3300"/>
                  </a:solidFill>
                  <a:latin typeface="Comic Sans MS"/>
                  <a:ea typeface="Comic Sans MS"/>
                  <a:cs typeface="Comic Sans MS"/>
                  <a:sym typeface="Comic Sans MS"/>
                </a:rPr>
                <a:t>client/server</a:t>
              </a:r>
              <a:endParaRPr/>
            </a:p>
          </p:txBody>
        </p:sp>
      </p:grpSp>
      <p:grpSp>
        <p:nvGrpSpPr>
          <p:cNvPr id="2024" name="Google Shape;2024;p12"/>
          <p:cNvGrpSpPr/>
          <p:nvPr/>
        </p:nvGrpSpPr>
        <p:grpSpPr>
          <a:xfrm>
            <a:off x="4206875" y="2076450"/>
            <a:ext cx="3013075" cy="3355975"/>
            <a:chOff x="2650" y="1308"/>
            <a:chExt cx="1898" cy="2114"/>
          </a:xfrm>
        </p:grpSpPr>
        <p:cxnSp>
          <p:nvCxnSpPr>
            <p:cNvPr id="2025" name="Google Shape;2025;p12"/>
            <p:cNvCxnSpPr/>
            <p:nvPr/>
          </p:nvCxnSpPr>
          <p:spPr>
            <a:xfrm flipH="1">
              <a:off x="3800" y="1315"/>
              <a:ext cx="188" cy="671"/>
            </a:xfrm>
            <a:prstGeom prst="straightConnector1">
              <a:avLst/>
            </a:prstGeom>
            <a:noFill/>
            <a:ln cap="flat" cmpd="sng" w="76200">
              <a:solidFill>
                <a:srgbClr val="FF3300"/>
              </a:solidFill>
              <a:prstDash val="solid"/>
              <a:miter lim="800000"/>
              <a:headEnd len="med" w="med" type="triangle"/>
              <a:tailEnd len="med" w="med" type="triangle"/>
            </a:ln>
          </p:spPr>
        </p:cxnSp>
        <p:cxnSp>
          <p:nvCxnSpPr>
            <p:cNvPr id="2026" name="Google Shape;2026;p12"/>
            <p:cNvCxnSpPr/>
            <p:nvPr/>
          </p:nvCxnSpPr>
          <p:spPr>
            <a:xfrm flipH="1">
              <a:off x="3501" y="1308"/>
              <a:ext cx="15" cy="1831"/>
            </a:xfrm>
            <a:prstGeom prst="straightConnector1">
              <a:avLst/>
            </a:prstGeom>
            <a:noFill/>
            <a:ln cap="flat" cmpd="sng" w="76200">
              <a:solidFill>
                <a:srgbClr val="FF3300"/>
              </a:solidFill>
              <a:prstDash val="solid"/>
              <a:miter lim="800000"/>
              <a:headEnd len="med" w="med" type="triangle"/>
              <a:tailEnd len="med" w="med" type="triangle"/>
            </a:ln>
          </p:spPr>
        </p:cxnSp>
        <p:cxnSp>
          <p:nvCxnSpPr>
            <p:cNvPr id="2027" name="Google Shape;2027;p12"/>
            <p:cNvCxnSpPr/>
            <p:nvPr/>
          </p:nvCxnSpPr>
          <p:spPr>
            <a:xfrm>
              <a:off x="3740" y="2940"/>
              <a:ext cx="808" cy="482"/>
            </a:xfrm>
            <a:prstGeom prst="straightConnector1">
              <a:avLst/>
            </a:prstGeom>
            <a:noFill/>
            <a:ln cap="flat" cmpd="sng" w="76200">
              <a:solidFill>
                <a:srgbClr val="FF3300"/>
              </a:solidFill>
              <a:prstDash val="solid"/>
              <a:miter lim="800000"/>
              <a:headEnd len="med" w="med" type="triangle"/>
              <a:tailEnd len="med" w="med" type="triangle"/>
            </a:ln>
          </p:spPr>
        </p:cxnSp>
        <p:sp>
          <p:nvSpPr>
            <p:cNvPr id="2028" name="Google Shape;2028;p12"/>
            <p:cNvSpPr txBox="1"/>
            <p:nvPr/>
          </p:nvSpPr>
          <p:spPr>
            <a:xfrm>
              <a:off x="2650" y="1581"/>
              <a:ext cx="861"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000"/>
                <a:buFont typeface="Comic Sans MS"/>
                <a:buNone/>
              </a:pPr>
              <a:r>
                <a:rPr b="0" i="0" lang="en-US" sz="2000" u="none">
                  <a:solidFill>
                    <a:srgbClr val="FF3300"/>
                  </a:solidFill>
                  <a:latin typeface="Comic Sans MS"/>
                  <a:ea typeface="Comic Sans MS"/>
                  <a:cs typeface="Comic Sans MS"/>
                  <a:sym typeface="Comic Sans MS"/>
                </a:rPr>
                <a:t>peer-peer</a:t>
              </a:r>
              <a:endParaRPr/>
            </a:p>
          </p:txBody>
        </p:sp>
      </p:grpSp>
      <p:sp>
        <p:nvSpPr>
          <p:cNvPr id="2029" name="Google Shape;2029;p12"/>
          <p:cNvSpPr txBox="1"/>
          <p:nvPr/>
        </p:nvSpPr>
        <p:spPr>
          <a:xfrm>
            <a:off x="333375" y="2954337"/>
            <a:ext cx="4651375" cy="2065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client/server model</a:t>
            </a:r>
            <a:endParaRPr b="0" i="0" sz="2400" u="none">
              <a:solidFill>
                <a:schemeClr val="dk1"/>
              </a:solidFill>
              <a:latin typeface="Comic Sans MS"/>
              <a:ea typeface="Comic Sans MS"/>
              <a:cs typeface="Comic Sans MS"/>
              <a:sym typeface="Comic Sans MS"/>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client host requests, receives service from always-on server</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e.g. Web browser/server; email client/server</a:t>
            </a:r>
            <a:endParaRPr/>
          </a:p>
        </p:txBody>
      </p:sp>
      <p:sp>
        <p:nvSpPr>
          <p:cNvPr id="2030" name="Google Shape;2030;p12"/>
          <p:cNvSpPr txBox="1"/>
          <p:nvPr/>
        </p:nvSpPr>
        <p:spPr>
          <a:xfrm>
            <a:off x="355600" y="4660900"/>
            <a:ext cx="4651375" cy="181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peer-peer model:</a:t>
            </a:r>
            <a:endParaRPr b="0" i="0" sz="2400" u="none">
              <a:solidFill>
                <a:schemeClr val="dk1"/>
              </a:solidFill>
              <a:latin typeface="Comic Sans MS"/>
              <a:ea typeface="Comic Sans MS"/>
              <a:cs typeface="Comic Sans MS"/>
              <a:sym typeface="Comic Sans MS"/>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 minimal (or no) use of dedicated servers</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e.g. Skype,  BitTorrent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5" name="Shape 2035"/>
        <p:cNvGrpSpPr/>
        <p:nvPr/>
      </p:nvGrpSpPr>
      <p:grpSpPr>
        <a:xfrm>
          <a:off x="0" y="0"/>
          <a:ext cx="0" cy="0"/>
          <a:chOff x="0" y="0"/>
          <a:chExt cx="0" cy="0"/>
        </a:xfrm>
      </p:grpSpPr>
      <p:sp>
        <p:nvSpPr>
          <p:cNvPr id="2036" name="Google Shape;2036;p1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037" name="Google Shape;2037;p1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038" name="Google Shape;2038;p13"/>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Access networks and physical media</a:t>
            </a:r>
            <a:endParaRPr/>
          </a:p>
        </p:txBody>
      </p:sp>
      <p:sp>
        <p:nvSpPr>
          <p:cNvPr id="2039" name="Google Shape;2039;p13"/>
          <p:cNvSpPr txBox="1"/>
          <p:nvPr>
            <p:ph idx="1" type="body"/>
          </p:nvPr>
        </p:nvSpPr>
        <p:spPr>
          <a:xfrm>
            <a:off x="533400" y="1371600"/>
            <a:ext cx="4010025" cy="50101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1" lang="en-US" sz="2400" u="none">
                <a:solidFill>
                  <a:srgbClr val="FF0000"/>
                </a:solidFill>
                <a:latin typeface="Comic Sans MS"/>
                <a:ea typeface="Comic Sans MS"/>
                <a:cs typeface="Comic Sans MS"/>
                <a:sym typeface="Comic Sans MS"/>
              </a:rPr>
              <a:t>Q: How to connect end systems to edge router?</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residential access nets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institutional access networks (school, company)</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mobile access networks</a:t>
            </a:r>
            <a:endParaRPr b="0" i="0" sz="2400" u="none">
              <a:solidFill>
                <a:srgbClr val="FF0000"/>
              </a:solidFill>
              <a:latin typeface="Comic Sans MS"/>
              <a:ea typeface="Comic Sans MS"/>
              <a:cs typeface="Comic Sans MS"/>
              <a:sym typeface="Comic Sans MS"/>
            </a:endParaRPr>
          </a:p>
          <a:p>
            <a:pPr indent="-342900" lvl="0" marL="342900" rtl="0" algn="l">
              <a:lnSpc>
                <a:spcPct val="100000"/>
              </a:lnSpc>
              <a:spcBef>
                <a:spcPts val="1200"/>
              </a:spcBef>
              <a:spcAft>
                <a:spcPts val="0"/>
              </a:spcAft>
              <a:buSzPts val="2040"/>
              <a:buNone/>
            </a:pPr>
            <a:r>
              <a:rPr b="0" i="1" lang="en-US" sz="2400" u="none">
                <a:solidFill>
                  <a:srgbClr val="FF0000"/>
                </a:solidFill>
                <a:latin typeface="Comic Sans MS"/>
                <a:ea typeface="Comic Sans MS"/>
                <a:cs typeface="Comic Sans MS"/>
                <a:sym typeface="Comic Sans MS"/>
              </a:rPr>
              <a:t>Keep in mind: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bandwidth (bits per second) of access network?</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shared or dedicated?</a:t>
            </a:r>
            <a:endParaRPr/>
          </a:p>
        </p:txBody>
      </p:sp>
      <p:sp>
        <p:nvSpPr>
          <p:cNvPr id="2040" name="Google Shape;2040;p13"/>
          <p:cNvSpPr/>
          <p:nvPr/>
        </p:nvSpPr>
        <p:spPr>
          <a:xfrm>
            <a:off x="6710362" y="3457575"/>
            <a:ext cx="1314450" cy="674687"/>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41" name="Google Shape;2041;p13"/>
          <p:cNvSpPr/>
          <p:nvPr/>
        </p:nvSpPr>
        <p:spPr>
          <a:xfrm>
            <a:off x="6729412" y="1931987"/>
            <a:ext cx="1730375" cy="1044575"/>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DDDDDD"/>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42" name="Google Shape;2042;p13"/>
          <p:cNvSpPr/>
          <p:nvPr/>
        </p:nvSpPr>
        <p:spPr>
          <a:xfrm>
            <a:off x="4989512" y="1639887"/>
            <a:ext cx="1644650" cy="1071562"/>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043" name="Google Shape;2043;p13"/>
          <p:cNvGrpSpPr/>
          <p:nvPr/>
        </p:nvGrpSpPr>
        <p:grpSpPr>
          <a:xfrm>
            <a:off x="5076825" y="2974975"/>
            <a:ext cx="1458912" cy="933450"/>
            <a:chOff x="2889" y="1631"/>
            <a:chExt cx="980" cy="743"/>
          </a:xfrm>
        </p:grpSpPr>
        <p:sp>
          <p:nvSpPr>
            <p:cNvPr id="2044" name="Google Shape;2044;p13"/>
            <p:cNvSpPr txBox="1"/>
            <p:nvPr/>
          </p:nvSpPr>
          <p:spPr>
            <a:xfrm>
              <a:off x="3046" y="1841"/>
              <a:ext cx="663" cy="53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45" name="Google Shape;2045;p13"/>
            <p:cNvSpPr/>
            <p:nvPr/>
          </p:nvSpPr>
          <p:spPr>
            <a:xfrm>
              <a:off x="2889" y="1631"/>
              <a:ext cx="980" cy="253"/>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2046" name="Google Shape;2046;p13"/>
          <p:cNvCxnSpPr/>
          <p:nvPr/>
        </p:nvCxnSpPr>
        <p:spPr>
          <a:xfrm flipH="1">
            <a:off x="5854700" y="2020887"/>
            <a:ext cx="92075" cy="311150"/>
          </a:xfrm>
          <a:prstGeom prst="straightConnector1">
            <a:avLst/>
          </a:prstGeom>
          <a:noFill/>
          <a:ln cap="flat" cmpd="sng" w="9525">
            <a:solidFill>
              <a:srgbClr val="FF3300"/>
            </a:solidFill>
            <a:prstDash val="solid"/>
            <a:miter lim="800000"/>
            <a:headEnd len="med" w="med" type="none"/>
            <a:tailEnd len="med" w="med" type="none"/>
          </a:ln>
        </p:spPr>
      </p:cxnSp>
      <p:cxnSp>
        <p:nvCxnSpPr>
          <p:cNvPr id="2047" name="Google Shape;2047;p13"/>
          <p:cNvCxnSpPr/>
          <p:nvPr/>
        </p:nvCxnSpPr>
        <p:spPr>
          <a:xfrm>
            <a:off x="5946775" y="2020887"/>
            <a:ext cx="90487" cy="309562"/>
          </a:xfrm>
          <a:prstGeom prst="straightConnector1">
            <a:avLst/>
          </a:prstGeom>
          <a:noFill/>
          <a:ln cap="flat" cmpd="sng" w="9525">
            <a:solidFill>
              <a:srgbClr val="FF3300"/>
            </a:solidFill>
            <a:prstDash val="solid"/>
            <a:miter lim="800000"/>
            <a:headEnd len="med" w="med" type="none"/>
            <a:tailEnd len="med" w="med" type="none"/>
          </a:ln>
        </p:spPr>
      </p:cxnSp>
      <p:cxnSp>
        <p:nvCxnSpPr>
          <p:cNvPr id="2048" name="Google Shape;2048;p13"/>
          <p:cNvCxnSpPr/>
          <p:nvPr/>
        </p:nvCxnSpPr>
        <p:spPr>
          <a:xfrm>
            <a:off x="5854700" y="2330450"/>
            <a:ext cx="92075" cy="33337"/>
          </a:xfrm>
          <a:prstGeom prst="straightConnector1">
            <a:avLst/>
          </a:prstGeom>
          <a:noFill/>
          <a:ln cap="flat" cmpd="sng" w="9525">
            <a:solidFill>
              <a:srgbClr val="FF3300"/>
            </a:solidFill>
            <a:prstDash val="solid"/>
            <a:miter lim="800000"/>
            <a:headEnd len="med" w="med" type="none"/>
            <a:tailEnd len="med" w="med" type="none"/>
          </a:ln>
        </p:spPr>
      </p:cxnSp>
      <p:cxnSp>
        <p:nvCxnSpPr>
          <p:cNvPr id="2049" name="Google Shape;2049;p13"/>
          <p:cNvCxnSpPr/>
          <p:nvPr/>
        </p:nvCxnSpPr>
        <p:spPr>
          <a:xfrm flipH="1">
            <a:off x="5946775" y="2330450"/>
            <a:ext cx="90487" cy="33337"/>
          </a:xfrm>
          <a:prstGeom prst="straightConnector1">
            <a:avLst/>
          </a:prstGeom>
          <a:noFill/>
          <a:ln cap="flat" cmpd="sng" w="9525">
            <a:solidFill>
              <a:srgbClr val="FF3300"/>
            </a:solidFill>
            <a:prstDash val="solid"/>
            <a:miter lim="800000"/>
            <a:headEnd len="med" w="med" type="none"/>
            <a:tailEnd len="med" w="med" type="none"/>
          </a:ln>
        </p:spPr>
      </p:cxnSp>
      <p:cxnSp>
        <p:nvCxnSpPr>
          <p:cNvPr id="2050" name="Google Shape;2050;p13"/>
          <p:cNvCxnSpPr/>
          <p:nvPr/>
        </p:nvCxnSpPr>
        <p:spPr>
          <a:xfrm>
            <a:off x="5946775" y="2027237"/>
            <a:ext cx="0" cy="336550"/>
          </a:xfrm>
          <a:prstGeom prst="straightConnector1">
            <a:avLst/>
          </a:prstGeom>
          <a:noFill/>
          <a:ln cap="flat" cmpd="sng" w="9525">
            <a:solidFill>
              <a:srgbClr val="FF3300"/>
            </a:solidFill>
            <a:prstDash val="solid"/>
            <a:miter lim="800000"/>
            <a:headEnd len="med" w="med" type="none"/>
            <a:tailEnd len="med" w="med" type="none"/>
          </a:ln>
        </p:spPr>
      </p:cxnSp>
      <p:cxnSp>
        <p:nvCxnSpPr>
          <p:cNvPr id="2051" name="Google Shape;2051;p13"/>
          <p:cNvCxnSpPr/>
          <p:nvPr/>
        </p:nvCxnSpPr>
        <p:spPr>
          <a:xfrm flipH="1" rot="10800000">
            <a:off x="5854700" y="2298700"/>
            <a:ext cx="92075" cy="33337"/>
          </a:xfrm>
          <a:prstGeom prst="straightConnector1">
            <a:avLst/>
          </a:prstGeom>
          <a:noFill/>
          <a:ln cap="flat" cmpd="sng" w="9525">
            <a:solidFill>
              <a:srgbClr val="FF3300"/>
            </a:solidFill>
            <a:prstDash val="solid"/>
            <a:miter lim="800000"/>
            <a:headEnd len="med" w="med" type="none"/>
            <a:tailEnd len="med" w="med" type="none"/>
          </a:ln>
        </p:spPr>
      </p:cxnSp>
      <p:cxnSp>
        <p:nvCxnSpPr>
          <p:cNvPr id="2052" name="Google Shape;2052;p13"/>
          <p:cNvCxnSpPr/>
          <p:nvPr/>
        </p:nvCxnSpPr>
        <p:spPr>
          <a:xfrm rot="10800000">
            <a:off x="5946775" y="2298700"/>
            <a:ext cx="90487" cy="31750"/>
          </a:xfrm>
          <a:prstGeom prst="straightConnector1">
            <a:avLst/>
          </a:prstGeom>
          <a:noFill/>
          <a:ln cap="flat" cmpd="sng" w="9525">
            <a:solidFill>
              <a:srgbClr val="FF3300"/>
            </a:solidFill>
            <a:prstDash val="solid"/>
            <a:miter lim="800000"/>
            <a:headEnd len="med" w="med" type="none"/>
            <a:tailEnd len="med" w="med" type="none"/>
          </a:ln>
        </p:spPr>
      </p:cxnSp>
      <p:cxnSp>
        <p:nvCxnSpPr>
          <p:cNvPr id="2053" name="Google Shape;2053;p13"/>
          <p:cNvCxnSpPr/>
          <p:nvPr/>
        </p:nvCxnSpPr>
        <p:spPr>
          <a:xfrm>
            <a:off x="5894387" y="2195512"/>
            <a:ext cx="52387" cy="26987"/>
          </a:xfrm>
          <a:prstGeom prst="straightConnector1">
            <a:avLst/>
          </a:prstGeom>
          <a:noFill/>
          <a:ln cap="flat" cmpd="sng" w="9525">
            <a:solidFill>
              <a:srgbClr val="FF3300"/>
            </a:solidFill>
            <a:prstDash val="solid"/>
            <a:miter lim="800000"/>
            <a:headEnd len="med" w="med" type="none"/>
            <a:tailEnd len="med" w="med" type="none"/>
          </a:ln>
        </p:spPr>
      </p:cxnSp>
      <p:cxnSp>
        <p:nvCxnSpPr>
          <p:cNvPr id="2054" name="Google Shape;2054;p13"/>
          <p:cNvCxnSpPr/>
          <p:nvPr/>
        </p:nvCxnSpPr>
        <p:spPr>
          <a:xfrm flipH="1" rot="10800000">
            <a:off x="5946775" y="2195512"/>
            <a:ext cx="55562" cy="26987"/>
          </a:xfrm>
          <a:prstGeom prst="straightConnector1">
            <a:avLst/>
          </a:prstGeom>
          <a:noFill/>
          <a:ln cap="flat" cmpd="sng" w="9525">
            <a:solidFill>
              <a:srgbClr val="FF3300"/>
            </a:solidFill>
            <a:prstDash val="solid"/>
            <a:miter lim="800000"/>
            <a:headEnd len="med" w="med" type="none"/>
            <a:tailEnd len="med" w="med" type="none"/>
          </a:ln>
        </p:spPr>
      </p:cxnSp>
      <p:cxnSp>
        <p:nvCxnSpPr>
          <p:cNvPr id="2055" name="Google Shape;2055;p13"/>
          <p:cNvCxnSpPr/>
          <p:nvPr/>
        </p:nvCxnSpPr>
        <p:spPr>
          <a:xfrm>
            <a:off x="5876925" y="2241550"/>
            <a:ext cx="66675" cy="34925"/>
          </a:xfrm>
          <a:prstGeom prst="straightConnector1">
            <a:avLst/>
          </a:prstGeom>
          <a:noFill/>
          <a:ln cap="flat" cmpd="sng" w="9525">
            <a:solidFill>
              <a:srgbClr val="FF3300"/>
            </a:solidFill>
            <a:prstDash val="solid"/>
            <a:miter lim="800000"/>
            <a:headEnd len="med" w="med" type="none"/>
            <a:tailEnd len="med" w="med" type="none"/>
          </a:ln>
        </p:spPr>
      </p:cxnSp>
      <p:cxnSp>
        <p:nvCxnSpPr>
          <p:cNvPr id="2056" name="Google Shape;2056;p13"/>
          <p:cNvCxnSpPr/>
          <p:nvPr/>
        </p:nvCxnSpPr>
        <p:spPr>
          <a:xfrm flipH="1" rot="10800000">
            <a:off x="5946775" y="2247900"/>
            <a:ext cx="68262" cy="31750"/>
          </a:xfrm>
          <a:prstGeom prst="straightConnector1">
            <a:avLst/>
          </a:prstGeom>
          <a:noFill/>
          <a:ln cap="flat" cmpd="sng" w="9525">
            <a:solidFill>
              <a:srgbClr val="FF3300"/>
            </a:solidFill>
            <a:prstDash val="solid"/>
            <a:miter lim="800000"/>
            <a:headEnd len="med" w="med" type="none"/>
            <a:tailEnd len="med" w="med" type="none"/>
          </a:ln>
        </p:spPr>
      </p:cxnSp>
      <p:cxnSp>
        <p:nvCxnSpPr>
          <p:cNvPr id="2057" name="Google Shape;2057;p13"/>
          <p:cNvCxnSpPr/>
          <p:nvPr/>
        </p:nvCxnSpPr>
        <p:spPr>
          <a:xfrm flipH="1" rot="10800000">
            <a:off x="5946775" y="2149475"/>
            <a:ext cx="34925" cy="12700"/>
          </a:xfrm>
          <a:prstGeom prst="straightConnector1">
            <a:avLst/>
          </a:prstGeom>
          <a:noFill/>
          <a:ln cap="flat" cmpd="sng" w="9525">
            <a:solidFill>
              <a:srgbClr val="FF3300"/>
            </a:solidFill>
            <a:prstDash val="solid"/>
            <a:miter lim="800000"/>
            <a:headEnd len="med" w="med" type="none"/>
            <a:tailEnd len="med" w="med" type="none"/>
          </a:ln>
        </p:spPr>
      </p:cxnSp>
      <p:cxnSp>
        <p:nvCxnSpPr>
          <p:cNvPr id="2058" name="Google Shape;2058;p13"/>
          <p:cNvCxnSpPr/>
          <p:nvPr/>
        </p:nvCxnSpPr>
        <p:spPr>
          <a:xfrm flipH="1" rot="10800000">
            <a:off x="5946775" y="2085975"/>
            <a:ext cx="22225" cy="7937"/>
          </a:xfrm>
          <a:prstGeom prst="straightConnector1">
            <a:avLst/>
          </a:prstGeom>
          <a:noFill/>
          <a:ln cap="flat" cmpd="sng" w="9525">
            <a:solidFill>
              <a:srgbClr val="FF3300"/>
            </a:solidFill>
            <a:prstDash val="solid"/>
            <a:miter lim="800000"/>
            <a:headEnd len="med" w="med" type="none"/>
            <a:tailEnd len="med" w="med" type="none"/>
          </a:ln>
        </p:spPr>
      </p:cxnSp>
      <p:cxnSp>
        <p:nvCxnSpPr>
          <p:cNvPr id="2059" name="Google Shape;2059;p13"/>
          <p:cNvCxnSpPr/>
          <p:nvPr/>
        </p:nvCxnSpPr>
        <p:spPr>
          <a:xfrm>
            <a:off x="5907087" y="2144712"/>
            <a:ext cx="42862" cy="17462"/>
          </a:xfrm>
          <a:prstGeom prst="straightConnector1">
            <a:avLst/>
          </a:prstGeom>
          <a:noFill/>
          <a:ln cap="flat" cmpd="sng" w="9525">
            <a:solidFill>
              <a:srgbClr val="FF3300"/>
            </a:solidFill>
            <a:prstDash val="solid"/>
            <a:miter lim="800000"/>
            <a:headEnd len="med" w="med" type="none"/>
            <a:tailEnd len="med" w="med" type="none"/>
          </a:ln>
        </p:spPr>
      </p:cxnSp>
      <p:cxnSp>
        <p:nvCxnSpPr>
          <p:cNvPr id="2060" name="Google Shape;2060;p13"/>
          <p:cNvCxnSpPr/>
          <p:nvPr/>
        </p:nvCxnSpPr>
        <p:spPr>
          <a:xfrm>
            <a:off x="5926137" y="2082800"/>
            <a:ext cx="23812" cy="15875"/>
          </a:xfrm>
          <a:prstGeom prst="straightConnector1">
            <a:avLst/>
          </a:prstGeom>
          <a:noFill/>
          <a:ln cap="flat" cmpd="sng" w="9525">
            <a:solidFill>
              <a:srgbClr val="FF3300"/>
            </a:solidFill>
            <a:prstDash val="solid"/>
            <a:miter lim="800000"/>
            <a:headEnd len="med" w="med" type="none"/>
            <a:tailEnd len="med" w="med" type="none"/>
          </a:ln>
        </p:spPr>
      </p:cxnSp>
      <p:grpSp>
        <p:nvGrpSpPr>
          <p:cNvPr id="2061" name="Google Shape;2061;p13"/>
          <p:cNvGrpSpPr/>
          <p:nvPr/>
        </p:nvGrpSpPr>
        <p:grpSpPr>
          <a:xfrm>
            <a:off x="5962650" y="1978009"/>
            <a:ext cx="155201" cy="87126"/>
            <a:chOff x="4227" y="1294"/>
            <a:chExt cx="879" cy="400"/>
          </a:xfrm>
        </p:grpSpPr>
        <p:cxnSp>
          <p:nvCxnSpPr>
            <p:cNvPr id="2062" name="Google Shape;2062;p13"/>
            <p:cNvCxnSpPr/>
            <p:nvPr/>
          </p:nvCxnSpPr>
          <p:spPr>
            <a:xfrm>
              <a:off x="4227" y="1604"/>
              <a:ext cx="0" cy="0"/>
            </a:xfrm>
            <a:prstGeom prst="straightConnector1">
              <a:avLst/>
            </a:prstGeom>
            <a:noFill/>
            <a:ln cap="flat" cmpd="sng" w="9525">
              <a:solidFill>
                <a:srgbClr val="FF3300"/>
              </a:solidFill>
              <a:prstDash val="solid"/>
              <a:miter lim="800000"/>
              <a:headEnd len="med" w="med" type="none"/>
              <a:tailEnd len="med" w="med" type="none"/>
            </a:ln>
          </p:spPr>
        </p:cxnSp>
        <p:cxnSp>
          <p:nvCxnSpPr>
            <p:cNvPr id="2063" name="Google Shape;2063;p13"/>
            <p:cNvCxnSpPr/>
            <p:nvPr/>
          </p:nvCxnSpPr>
          <p:spPr>
            <a:xfrm rot="-4440000">
              <a:off x="4464" y="1204"/>
              <a:ext cx="189" cy="500"/>
            </a:xfrm>
            <a:prstGeom prst="straightConnector1">
              <a:avLst/>
            </a:prstGeom>
            <a:noFill/>
            <a:ln cap="flat" cmpd="sng" w="31750">
              <a:solidFill>
                <a:srgbClr val="FF3300"/>
              </a:solidFill>
              <a:prstDash val="solid"/>
              <a:miter lim="800000"/>
              <a:headEnd len="med" w="med" type="none"/>
              <a:tailEnd len="med" w="med" type="none"/>
            </a:ln>
          </p:spPr>
        </p:cxnSp>
        <p:cxnSp>
          <p:nvCxnSpPr>
            <p:cNvPr id="2064" name="Google Shape;2064;p13"/>
            <p:cNvCxnSpPr/>
            <p:nvPr/>
          </p:nvCxnSpPr>
          <p:spPr>
            <a:xfrm rot="6360000">
              <a:off x="4602" y="1393"/>
              <a:ext cx="189" cy="203"/>
            </a:xfrm>
            <a:prstGeom prst="straightConnector1">
              <a:avLst/>
            </a:prstGeom>
            <a:noFill/>
            <a:ln cap="flat" cmpd="sng" w="31750">
              <a:solidFill>
                <a:srgbClr val="FF3300"/>
              </a:solidFill>
              <a:prstDash val="solid"/>
              <a:miter lim="800000"/>
              <a:headEnd len="med" w="med" type="none"/>
              <a:tailEnd len="med" w="med" type="none"/>
            </a:ln>
          </p:spPr>
        </p:cxnSp>
        <p:cxnSp>
          <p:nvCxnSpPr>
            <p:cNvPr id="2065" name="Google Shape;2065;p13"/>
            <p:cNvCxnSpPr/>
            <p:nvPr/>
          </p:nvCxnSpPr>
          <p:spPr>
            <a:xfrm rot="-4440000">
              <a:off x="4745" y="1285"/>
              <a:ext cx="189" cy="500"/>
            </a:xfrm>
            <a:prstGeom prst="straightConnector1">
              <a:avLst/>
            </a:prstGeom>
            <a:noFill/>
            <a:ln cap="flat" cmpd="sng" w="31750">
              <a:solidFill>
                <a:srgbClr val="FF3300"/>
              </a:solidFill>
              <a:prstDash val="solid"/>
              <a:miter lim="800000"/>
              <a:headEnd len="med" w="med" type="none"/>
              <a:tailEnd len="med" w="med" type="none"/>
            </a:ln>
          </p:spPr>
        </p:cxnSp>
      </p:grpSp>
      <p:grpSp>
        <p:nvGrpSpPr>
          <p:cNvPr id="2066" name="Google Shape;2066;p13"/>
          <p:cNvGrpSpPr/>
          <p:nvPr/>
        </p:nvGrpSpPr>
        <p:grpSpPr>
          <a:xfrm rot="5700000">
            <a:off x="5868993" y="1877631"/>
            <a:ext cx="171368" cy="80062"/>
            <a:chOff x="4227" y="1294"/>
            <a:chExt cx="879" cy="400"/>
          </a:xfrm>
        </p:grpSpPr>
        <p:cxnSp>
          <p:nvCxnSpPr>
            <p:cNvPr id="2067" name="Google Shape;2067;p13"/>
            <p:cNvCxnSpPr/>
            <p:nvPr/>
          </p:nvCxnSpPr>
          <p:spPr>
            <a:xfrm>
              <a:off x="4227" y="1604"/>
              <a:ext cx="0" cy="0"/>
            </a:xfrm>
            <a:prstGeom prst="straightConnector1">
              <a:avLst/>
            </a:prstGeom>
            <a:noFill/>
            <a:ln cap="flat" cmpd="sng" w="9525">
              <a:solidFill>
                <a:srgbClr val="FF3300"/>
              </a:solidFill>
              <a:prstDash val="solid"/>
              <a:miter lim="800000"/>
              <a:headEnd len="med" w="med" type="none"/>
              <a:tailEnd len="med" w="med" type="none"/>
            </a:ln>
          </p:spPr>
        </p:cxnSp>
        <p:cxnSp>
          <p:nvCxnSpPr>
            <p:cNvPr id="2068" name="Google Shape;2068;p13"/>
            <p:cNvCxnSpPr/>
            <p:nvPr/>
          </p:nvCxnSpPr>
          <p:spPr>
            <a:xfrm rot="-4440000">
              <a:off x="4464" y="1204"/>
              <a:ext cx="189" cy="500"/>
            </a:xfrm>
            <a:prstGeom prst="straightConnector1">
              <a:avLst/>
            </a:prstGeom>
            <a:noFill/>
            <a:ln cap="flat" cmpd="sng" w="31750">
              <a:solidFill>
                <a:srgbClr val="FF3300"/>
              </a:solidFill>
              <a:prstDash val="solid"/>
              <a:miter lim="800000"/>
              <a:headEnd len="med" w="med" type="none"/>
              <a:tailEnd len="med" w="med" type="none"/>
            </a:ln>
          </p:spPr>
        </p:cxnSp>
        <p:cxnSp>
          <p:nvCxnSpPr>
            <p:cNvPr id="2069" name="Google Shape;2069;p13"/>
            <p:cNvCxnSpPr/>
            <p:nvPr/>
          </p:nvCxnSpPr>
          <p:spPr>
            <a:xfrm rot="6360000">
              <a:off x="4602" y="1393"/>
              <a:ext cx="189" cy="203"/>
            </a:xfrm>
            <a:prstGeom prst="straightConnector1">
              <a:avLst/>
            </a:prstGeom>
            <a:noFill/>
            <a:ln cap="flat" cmpd="sng" w="31750">
              <a:solidFill>
                <a:srgbClr val="FF3300"/>
              </a:solidFill>
              <a:prstDash val="solid"/>
              <a:miter lim="800000"/>
              <a:headEnd len="med" w="med" type="none"/>
              <a:tailEnd len="med" w="med" type="none"/>
            </a:ln>
          </p:spPr>
        </p:cxnSp>
        <p:cxnSp>
          <p:nvCxnSpPr>
            <p:cNvPr id="2070" name="Google Shape;2070;p13"/>
            <p:cNvCxnSpPr/>
            <p:nvPr/>
          </p:nvCxnSpPr>
          <p:spPr>
            <a:xfrm rot="-4440000">
              <a:off x="4745" y="1285"/>
              <a:ext cx="189" cy="500"/>
            </a:xfrm>
            <a:prstGeom prst="straightConnector1">
              <a:avLst/>
            </a:prstGeom>
            <a:noFill/>
            <a:ln cap="flat" cmpd="sng" w="31750">
              <a:solidFill>
                <a:srgbClr val="FF3300"/>
              </a:solidFill>
              <a:prstDash val="solid"/>
              <a:miter lim="800000"/>
              <a:headEnd len="med" w="med" type="none"/>
              <a:tailEnd len="med" w="med" type="none"/>
            </a:ln>
          </p:spPr>
        </p:cxnSp>
      </p:grpSp>
      <p:grpSp>
        <p:nvGrpSpPr>
          <p:cNvPr id="2071" name="Google Shape;2071;p13"/>
          <p:cNvGrpSpPr/>
          <p:nvPr/>
        </p:nvGrpSpPr>
        <p:grpSpPr>
          <a:xfrm rot="10800000">
            <a:off x="5775699" y="1971876"/>
            <a:ext cx="155201" cy="87126"/>
            <a:chOff x="4227" y="1294"/>
            <a:chExt cx="879" cy="400"/>
          </a:xfrm>
        </p:grpSpPr>
        <p:cxnSp>
          <p:nvCxnSpPr>
            <p:cNvPr id="2072" name="Google Shape;2072;p13"/>
            <p:cNvCxnSpPr/>
            <p:nvPr/>
          </p:nvCxnSpPr>
          <p:spPr>
            <a:xfrm>
              <a:off x="4227" y="1604"/>
              <a:ext cx="0" cy="0"/>
            </a:xfrm>
            <a:prstGeom prst="straightConnector1">
              <a:avLst/>
            </a:prstGeom>
            <a:noFill/>
            <a:ln cap="flat" cmpd="sng" w="9525">
              <a:solidFill>
                <a:srgbClr val="FF3300"/>
              </a:solidFill>
              <a:prstDash val="solid"/>
              <a:miter lim="800000"/>
              <a:headEnd len="med" w="med" type="none"/>
              <a:tailEnd len="med" w="med" type="none"/>
            </a:ln>
          </p:spPr>
        </p:cxnSp>
        <p:cxnSp>
          <p:nvCxnSpPr>
            <p:cNvPr id="2073" name="Google Shape;2073;p13"/>
            <p:cNvCxnSpPr/>
            <p:nvPr/>
          </p:nvCxnSpPr>
          <p:spPr>
            <a:xfrm rot="-4440000">
              <a:off x="4464" y="1204"/>
              <a:ext cx="189" cy="500"/>
            </a:xfrm>
            <a:prstGeom prst="straightConnector1">
              <a:avLst/>
            </a:prstGeom>
            <a:noFill/>
            <a:ln cap="flat" cmpd="sng" w="31750">
              <a:solidFill>
                <a:srgbClr val="FF3300"/>
              </a:solidFill>
              <a:prstDash val="solid"/>
              <a:miter lim="800000"/>
              <a:headEnd len="med" w="med" type="none"/>
              <a:tailEnd len="med" w="med" type="none"/>
            </a:ln>
          </p:spPr>
        </p:cxnSp>
        <p:cxnSp>
          <p:nvCxnSpPr>
            <p:cNvPr id="2074" name="Google Shape;2074;p13"/>
            <p:cNvCxnSpPr/>
            <p:nvPr/>
          </p:nvCxnSpPr>
          <p:spPr>
            <a:xfrm rot="6360000">
              <a:off x="4602" y="1393"/>
              <a:ext cx="189" cy="203"/>
            </a:xfrm>
            <a:prstGeom prst="straightConnector1">
              <a:avLst/>
            </a:prstGeom>
            <a:noFill/>
            <a:ln cap="flat" cmpd="sng" w="31750">
              <a:solidFill>
                <a:srgbClr val="FF3300"/>
              </a:solidFill>
              <a:prstDash val="solid"/>
              <a:miter lim="800000"/>
              <a:headEnd len="med" w="med" type="none"/>
              <a:tailEnd len="med" w="med" type="none"/>
            </a:ln>
          </p:spPr>
        </p:cxnSp>
        <p:cxnSp>
          <p:nvCxnSpPr>
            <p:cNvPr id="2075" name="Google Shape;2075;p13"/>
            <p:cNvCxnSpPr/>
            <p:nvPr/>
          </p:nvCxnSpPr>
          <p:spPr>
            <a:xfrm rot="-4440000">
              <a:off x="4745" y="1285"/>
              <a:ext cx="189" cy="500"/>
            </a:xfrm>
            <a:prstGeom prst="straightConnector1">
              <a:avLst/>
            </a:prstGeom>
            <a:noFill/>
            <a:ln cap="flat" cmpd="sng" w="31750">
              <a:solidFill>
                <a:srgbClr val="FF3300"/>
              </a:solidFill>
              <a:prstDash val="solid"/>
              <a:miter lim="800000"/>
              <a:headEnd len="med" w="med" type="none"/>
              <a:tailEnd len="med" w="med" type="none"/>
            </a:ln>
          </p:spPr>
        </p:cxnSp>
      </p:grpSp>
      <p:sp>
        <p:nvSpPr>
          <p:cNvPr id="2076" name="Google Shape;2076;p13"/>
          <p:cNvSpPr/>
          <p:nvPr/>
        </p:nvSpPr>
        <p:spPr>
          <a:xfrm>
            <a:off x="6835775" y="36528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077" name="Google Shape;2077;p13"/>
          <p:cNvCxnSpPr/>
          <p:nvPr/>
        </p:nvCxnSpPr>
        <p:spPr>
          <a:xfrm>
            <a:off x="6835775" y="36449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2078" name="Google Shape;2078;p13"/>
          <p:cNvCxnSpPr/>
          <p:nvPr/>
        </p:nvCxnSpPr>
        <p:spPr>
          <a:xfrm>
            <a:off x="7194550" y="36449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2079" name="Google Shape;2079;p13"/>
          <p:cNvSpPr txBox="1"/>
          <p:nvPr/>
        </p:nvSpPr>
        <p:spPr>
          <a:xfrm>
            <a:off x="6835775" y="36449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80" name="Google Shape;2080;p13"/>
          <p:cNvSpPr/>
          <p:nvPr/>
        </p:nvSpPr>
        <p:spPr>
          <a:xfrm>
            <a:off x="6832600" y="35766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081" name="Google Shape;2081;p13"/>
          <p:cNvGrpSpPr/>
          <p:nvPr/>
        </p:nvGrpSpPr>
        <p:grpSpPr>
          <a:xfrm>
            <a:off x="6918325" y="3600450"/>
            <a:ext cx="179387" cy="65087"/>
            <a:chOff x="2848" y="848"/>
            <a:chExt cx="140" cy="98"/>
          </a:xfrm>
        </p:grpSpPr>
        <p:cxnSp>
          <p:nvCxnSpPr>
            <p:cNvPr id="2082" name="Google Shape;2082;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083" name="Google Shape;2083;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084" name="Google Shape;2084;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085" name="Google Shape;2085;p13"/>
          <p:cNvGrpSpPr/>
          <p:nvPr/>
        </p:nvGrpSpPr>
        <p:grpSpPr>
          <a:xfrm flipH="1" rot="10800000">
            <a:off x="6918325" y="3600450"/>
            <a:ext cx="179387" cy="65087"/>
            <a:chOff x="2848" y="848"/>
            <a:chExt cx="140" cy="98"/>
          </a:xfrm>
        </p:grpSpPr>
        <p:cxnSp>
          <p:nvCxnSpPr>
            <p:cNvPr id="2086" name="Google Shape;2086;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087" name="Google Shape;2087;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088" name="Google Shape;2088;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089" name="Google Shape;2089;p13"/>
          <p:cNvSpPr/>
          <p:nvPr/>
        </p:nvSpPr>
        <p:spPr>
          <a:xfrm>
            <a:off x="7191375" y="39322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090" name="Google Shape;2090;p13"/>
          <p:cNvCxnSpPr/>
          <p:nvPr/>
        </p:nvCxnSpPr>
        <p:spPr>
          <a:xfrm>
            <a:off x="7191375" y="39243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2091" name="Google Shape;2091;p13"/>
          <p:cNvCxnSpPr/>
          <p:nvPr/>
        </p:nvCxnSpPr>
        <p:spPr>
          <a:xfrm>
            <a:off x="7550150" y="39243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2092" name="Google Shape;2092;p13"/>
          <p:cNvSpPr txBox="1"/>
          <p:nvPr/>
        </p:nvSpPr>
        <p:spPr>
          <a:xfrm>
            <a:off x="7191375" y="39243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93" name="Google Shape;2093;p13"/>
          <p:cNvSpPr/>
          <p:nvPr/>
        </p:nvSpPr>
        <p:spPr>
          <a:xfrm>
            <a:off x="7188200" y="38560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094" name="Google Shape;2094;p13"/>
          <p:cNvGrpSpPr/>
          <p:nvPr/>
        </p:nvGrpSpPr>
        <p:grpSpPr>
          <a:xfrm>
            <a:off x="7273925" y="3879850"/>
            <a:ext cx="179387" cy="65087"/>
            <a:chOff x="2848" y="848"/>
            <a:chExt cx="140" cy="98"/>
          </a:xfrm>
        </p:grpSpPr>
        <p:cxnSp>
          <p:nvCxnSpPr>
            <p:cNvPr id="2095" name="Google Shape;2095;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096" name="Google Shape;2096;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097" name="Google Shape;2097;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098" name="Google Shape;2098;p13"/>
          <p:cNvGrpSpPr/>
          <p:nvPr/>
        </p:nvGrpSpPr>
        <p:grpSpPr>
          <a:xfrm flipH="1" rot="10800000">
            <a:off x="7273925" y="3879850"/>
            <a:ext cx="179387" cy="65087"/>
            <a:chOff x="2848" y="848"/>
            <a:chExt cx="140" cy="98"/>
          </a:xfrm>
        </p:grpSpPr>
        <p:cxnSp>
          <p:nvCxnSpPr>
            <p:cNvPr id="2099" name="Google Shape;2099;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00" name="Google Shape;2100;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01" name="Google Shape;2101;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02" name="Google Shape;2102;p13"/>
          <p:cNvSpPr/>
          <p:nvPr/>
        </p:nvSpPr>
        <p:spPr>
          <a:xfrm>
            <a:off x="7470775" y="36655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03" name="Google Shape;2103;p13"/>
          <p:cNvCxnSpPr/>
          <p:nvPr/>
        </p:nvCxnSpPr>
        <p:spPr>
          <a:xfrm>
            <a:off x="7470775" y="36576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2104" name="Google Shape;2104;p13"/>
          <p:cNvCxnSpPr/>
          <p:nvPr/>
        </p:nvCxnSpPr>
        <p:spPr>
          <a:xfrm>
            <a:off x="7829550" y="36576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2105" name="Google Shape;2105;p13"/>
          <p:cNvSpPr txBox="1"/>
          <p:nvPr/>
        </p:nvSpPr>
        <p:spPr>
          <a:xfrm>
            <a:off x="7470775" y="36576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06" name="Google Shape;2106;p13"/>
          <p:cNvSpPr/>
          <p:nvPr/>
        </p:nvSpPr>
        <p:spPr>
          <a:xfrm>
            <a:off x="7467600" y="35893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07" name="Google Shape;2107;p13"/>
          <p:cNvGrpSpPr/>
          <p:nvPr/>
        </p:nvGrpSpPr>
        <p:grpSpPr>
          <a:xfrm>
            <a:off x="7553325" y="3613150"/>
            <a:ext cx="179387" cy="65087"/>
            <a:chOff x="2848" y="848"/>
            <a:chExt cx="140" cy="98"/>
          </a:xfrm>
        </p:grpSpPr>
        <p:cxnSp>
          <p:nvCxnSpPr>
            <p:cNvPr id="2108" name="Google Shape;2108;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09" name="Google Shape;2109;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10" name="Google Shape;2110;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11" name="Google Shape;2111;p13"/>
          <p:cNvGrpSpPr/>
          <p:nvPr/>
        </p:nvGrpSpPr>
        <p:grpSpPr>
          <a:xfrm flipH="1" rot="10800000">
            <a:off x="7553325" y="3613150"/>
            <a:ext cx="179387" cy="65087"/>
            <a:chOff x="2848" y="848"/>
            <a:chExt cx="140" cy="98"/>
          </a:xfrm>
        </p:grpSpPr>
        <p:cxnSp>
          <p:nvCxnSpPr>
            <p:cNvPr id="2112" name="Google Shape;2112;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13" name="Google Shape;2113;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14" name="Google Shape;2114;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15" name="Google Shape;2115;p13"/>
          <p:cNvSpPr/>
          <p:nvPr/>
        </p:nvSpPr>
        <p:spPr>
          <a:xfrm>
            <a:off x="6935787" y="2503487"/>
            <a:ext cx="347662" cy="8890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16" name="Google Shape;2116;p13"/>
          <p:cNvCxnSpPr/>
          <p:nvPr/>
        </p:nvCxnSpPr>
        <p:spPr>
          <a:xfrm>
            <a:off x="6935787" y="2495550"/>
            <a:ext cx="0" cy="55562"/>
          </a:xfrm>
          <a:prstGeom prst="straightConnector1">
            <a:avLst/>
          </a:prstGeom>
          <a:noFill/>
          <a:ln cap="flat" cmpd="sng" w="12700">
            <a:solidFill>
              <a:schemeClr val="folHlink"/>
            </a:solidFill>
            <a:prstDash val="solid"/>
            <a:miter lim="800000"/>
            <a:headEnd len="med" w="med" type="none"/>
            <a:tailEnd len="med" w="med" type="none"/>
          </a:ln>
        </p:spPr>
      </p:cxnSp>
      <p:cxnSp>
        <p:nvCxnSpPr>
          <p:cNvPr id="2117" name="Google Shape;2117;p13"/>
          <p:cNvCxnSpPr/>
          <p:nvPr/>
        </p:nvCxnSpPr>
        <p:spPr>
          <a:xfrm>
            <a:off x="7283450" y="2495550"/>
            <a:ext cx="0" cy="55562"/>
          </a:xfrm>
          <a:prstGeom prst="straightConnector1">
            <a:avLst/>
          </a:prstGeom>
          <a:noFill/>
          <a:ln cap="flat" cmpd="sng" w="12700">
            <a:solidFill>
              <a:schemeClr val="folHlink"/>
            </a:solidFill>
            <a:prstDash val="solid"/>
            <a:miter lim="800000"/>
            <a:headEnd len="med" w="med" type="none"/>
            <a:tailEnd len="med" w="med" type="none"/>
          </a:ln>
        </p:spPr>
      </p:cxnSp>
      <p:sp>
        <p:nvSpPr>
          <p:cNvPr id="2118" name="Google Shape;2118;p13"/>
          <p:cNvSpPr txBox="1"/>
          <p:nvPr/>
        </p:nvSpPr>
        <p:spPr>
          <a:xfrm>
            <a:off x="6935787" y="2495550"/>
            <a:ext cx="344487" cy="5397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19" name="Google Shape;2119;p13"/>
          <p:cNvSpPr/>
          <p:nvPr/>
        </p:nvSpPr>
        <p:spPr>
          <a:xfrm>
            <a:off x="6932612" y="2432050"/>
            <a:ext cx="347662" cy="103187"/>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20" name="Google Shape;2120;p13"/>
          <p:cNvGrpSpPr/>
          <p:nvPr/>
        </p:nvGrpSpPr>
        <p:grpSpPr>
          <a:xfrm>
            <a:off x="7016750" y="2454275"/>
            <a:ext cx="171450" cy="61912"/>
            <a:chOff x="2848" y="848"/>
            <a:chExt cx="140" cy="98"/>
          </a:xfrm>
        </p:grpSpPr>
        <p:cxnSp>
          <p:nvCxnSpPr>
            <p:cNvPr id="2121" name="Google Shape;2121;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22" name="Google Shape;2122;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23" name="Google Shape;2123;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24" name="Google Shape;2124;p13"/>
          <p:cNvGrpSpPr/>
          <p:nvPr/>
        </p:nvGrpSpPr>
        <p:grpSpPr>
          <a:xfrm flipH="1" rot="10800000">
            <a:off x="7016750" y="2454275"/>
            <a:ext cx="171450" cy="60325"/>
            <a:chOff x="2848" y="848"/>
            <a:chExt cx="140" cy="98"/>
          </a:xfrm>
        </p:grpSpPr>
        <p:cxnSp>
          <p:nvCxnSpPr>
            <p:cNvPr id="2125" name="Google Shape;2125;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26" name="Google Shape;2126;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27" name="Google Shape;2127;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28" name="Google Shape;2128;p13"/>
          <p:cNvSpPr/>
          <p:nvPr/>
        </p:nvSpPr>
        <p:spPr>
          <a:xfrm>
            <a:off x="6934200" y="27638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29" name="Google Shape;2129;p13"/>
          <p:cNvCxnSpPr/>
          <p:nvPr/>
        </p:nvCxnSpPr>
        <p:spPr>
          <a:xfrm>
            <a:off x="6934200" y="27559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2130" name="Google Shape;2130;p13"/>
          <p:cNvCxnSpPr/>
          <p:nvPr/>
        </p:nvCxnSpPr>
        <p:spPr>
          <a:xfrm>
            <a:off x="7292975" y="27559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2131" name="Google Shape;2131;p13"/>
          <p:cNvSpPr txBox="1"/>
          <p:nvPr/>
        </p:nvSpPr>
        <p:spPr>
          <a:xfrm>
            <a:off x="6934200" y="27559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32" name="Google Shape;2132;p13"/>
          <p:cNvSpPr/>
          <p:nvPr/>
        </p:nvSpPr>
        <p:spPr>
          <a:xfrm>
            <a:off x="6931025" y="26876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33" name="Google Shape;2133;p13"/>
          <p:cNvGrpSpPr/>
          <p:nvPr/>
        </p:nvGrpSpPr>
        <p:grpSpPr>
          <a:xfrm>
            <a:off x="7016750" y="2711450"/>
            <a:ext cx="179387" cy="65087"/>
            <a:chOff x="2848" y="848"/>
            <a:chExt cx="140" cy="98"/>
          </a:xfrm>
        </p:grpSpPr>
        <p:cxnSp>
          <p:nvCxnSpPr>
            <p:cNvPr id="2134" name="Google Shape;2134;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35" name="Google Shape;2135;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36" name="Google Shape;2136;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37" name="Google Shape;2137;p13"/>
          <p:cNvGrpSpPr/>
          <p:nvPr/>
        </p:nvGrpSpPr>
        <p:grpSpPr>
          <a:xfrm flipH="1" rot="10800000">
            <a:off x="7016750" y="2711450"/>
            <a:ext cx="179387" cy="65087"/>
            <a:chOff x="2848" y="848"/>
            <a:chExt cx="140" cy="98"/>
          </a:xfrm>
        </p:grpSpPr>
        <p:cxnSp>
          <p:nvCxnSpPr>
            <p:cNvPr id="2138" name="Google Shape;2138;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39" name="Google Shape;2139;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40" name="Google Shape;2140;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41" name="Google Shape;2141;p13"/>
          <p:cNvSpPr/>
          <p:nvPr/>
        </p:nvSpPr>
        <p:spPr>
          <a:xfrm>
            <a:off x="7410450" y="2405062"/>
            <a:ext cx="330200" cy="857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42" name="Google Shape;2142;p13"/>
          <p:cNvCxnSpPr/>
          <p:nvPr/>
        </p:nvCxnSpPr>
        <p:spPr>
          <a:xfrm>
            <a:off x="7410450" y="2398712"/>
            <a:ext cx="0" cy="52387"/>
          </a:xfrm>
          <a:prstGeom prst="straightConnector1">
            <a:avLst/>
          </a:prstGeom>
          <a:noFill/>
          <a:ln cap="flat" cmpd="sng" w="12700">
            <a:solidFill>
              <a:schemeClr val="folHlink"/>
            </a:solidFill>
            <a:prstDash val="solid"/>
            <a:miter lim="800000"/>
            <a:headEnd len="med" w="med" type="none"/>
            <a:tailEnd len="med" w="med" type="none"/>
          </a:ln>
        </p:spPr>
      </p:cxnSp>
      <p:cxnSp>
        <p:nvCxnSpPr>
          <p:cNvPr id="2143" name="Google Shape;2143;p13"/>
          <p:cNvCxnSpPr/>
          <p:nvPr/>
        </p:nvCxnSpPr>
        <p:spPr>
          <a:xfrm>
            <a:off x="7740650" y="2398712"/>
            <a:ext cx="0" cy="52387"/>
          </a:xfrm>
          <a:prstGeom prst="straightConnector1">
            <a:avLst/>
          </a:prstGeom>
          <a:noFill/>
          <a:ln cap="flat" cmpd="sng" w="12700">
            <a:solidFill>
              <a:schemeClr val="folHlink"/>
            </a:solidFill>
            <a:prstDash val="solid"/>
            <a:miter lim="800000"/>
            <a:headEnd len="med" w="med" type="none"/>
            <a:tailEnd len="med" w="med" type="none"/>
          </a:ln>
        </p:spPr>
      </p:cxnSp>
      <p:sp>
        <p:nvSpPr>
          <p:cNvPr id="2144" name="Google Shape;2144;p13"/>
          <p:cNvSpPr txBox="1"/>
          <p:nvPr/>
        </p:nvSpPr>
        <p:spPr>
          <a:xfrm>
            <a:off x="7410450" y="2398712"/>
            <a:ext cx="327025" cy="5238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45" name="Google Shape;2145;p13"/>
          <p:cNvSpPr/>
          <p:nvPr/>
        </p:nvSpPr>
        <p:spPr>
          <a:xfrm>
            <a:off x="7407275" y="2336800"/>
            <a:ext cx="330200" cy="10001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46" name="Google Shape;2146;p13"/>
          <p:cNvGrpSpPr/>
          <p:nvPr/>
        </p:nvGrpSpPr>
        <p:grpSpPr>
          <a:xfrm>
            <a:off x="7486650" y="2359025"/>
            <a:ext cx="163512" cy="57150"/>
            <a:chOff x="2848" y="848"/>
            <a:chExt cx="140" cy="98"/>
          </a:xfrm>
        </p:grpSpPr>
        <p:cxnSp>
          <p:nvCxnSpPr>
            <p:cNvPr id="2147" name="Google Shape;2147;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48" name="Google Shape;2148;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49" name="Google Shape;2149;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50" name="Google Shape;2150;p13"/>
          <p:cNvGrpSpPr/>
          <p:nvPr/>
        </p:nvGrpSpPr>
        <p:grpSpPr>
          <a:xfrm flipH="1" rot="10800000">
            <a:off x="7486650" y="2357437"/>
            <a:ext cx="163512" cy="58737"/>
            <a:chOff x="2848" y="848"/>
            <a:chExt cx="140" cy="98"/>
          </a:xfrm>
        </p:grpSpPr>
        <p:cxnSp>
          <p:nvCxnSpPr>
            <p:cNvPr id="2151" name="Google Shape;2151;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52" name="Google Shape;2152;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53" name="Google Shape;2153;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54" name="Google Shape;2154;p13"/>
          <p:cNvSpPr/>
          <p:nvPr/>
        </p:nvSpPr>
        <p:spPr>
          <a:xfrm>
            <a:off x="7496175" y="2763837"/>
            <a:ext cx="358775" cy="95250"/>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55" name="Google Shape;2155;p13"/>
          <p:cNvCxnSpPr/>
          <p:nvPr/>
        </p:nvCxnSpPr>
        <p:spPr>
          <a:xfrm>
            <a:off x="7496175" y="2755900"/>
            <a:ext cx="0" cy="58737"/>
          </a:xfrm>
          <a:prstGeom prst="straightConnector1">
            <a:avLst/>
          </a:prstGeom>
          <a:noFill/>
          <a:ln cap="flat" cmpd="sng" w="12700">
            <a:solidFill>
              <a:schemeClr val="folHlink"/>
            </a:solidFill>
            <a:prstDash val="solid"/>
            <a:miter lim="800000"/>
            <a:headEnd len="med" w="med" type="none"/>
            <a:tailEnd len="med" w="med" type="none"/>
          </a:ln>
        </p:spPr>
      </p:cxnSp>
      <p:cxnSp>
        <p:nvCxnSpPr>
          <p:cNvPr id="2156" name="Google Shape;2156;p13"/>
          <p:cNvCxnSpPr/>
          <p:nvPr/>
        </p:nvCxnSpPr>
        <p:spPr>
          <a:xfrm>
            <a:off x="7854950" y="2755900"/>
            <a:ext cx="0" cy="58737"/>
          </a:xfrm>
          <a:prstGeom prst="straightConnector1">
            <a:avLst/>
          </a:prstGeom>
          <a:noFill/>
          <a:ln cap="flat" cmpd="sng" w="12700">
            <a:solidFill>
              <a:schemeClr val="folHlink"/>
            </a:solidFill>
            <a:prstDash val="solid"/>
            <a:miter lim="800000"/>
            <a:headEnd len="med" w="med" type="none"/>
            <a:tailEnd len="med" w="med" type="none"/>
          </a:ln>
        </p:spPr>
      </p:cxnSp>
      <p:sp>
        <p:nvSpPr>
          <p:cNvPr id="2157" name="Google Shape;2157;p13"/>
          <p:cNvSpPr txBox="1"/>
          <p:nvPr/>
        </p:nvSpPr>
        <p:spPr>
          <a:xfrm>
            <a:off x="7496175" y="2755900"/>
            <a:ext cx="355600" cy="587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58" name="Google Shape;2158;p13"/>
          <p:cNvSpPr/>
          <p:nvPr/>
        </p:nvSpPr>
        <p:spPr>
          <a:xfrm>
            <a:off x="7493000" y="2687637"/>
            <a:ext cx="358775" cy="111125"/>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59" name="Google Shape;2159;p13"/>
          <p:cNvGrpSpPr/>
          <p:nvPr/>
        </p:nvGrpSpPr>
        <p:grpSpPr>
          <a:xfrm>
            <a:off x="7578725" y="2711450"/>
            <a:ext cx="179387" cy="65087"/>
            <a:chOff x="2848" y="848"/>
            <a:chExt cx="140" cy="98"/>
          </a:xfrm>
        </p:grpSpPr>
        <p:cxnSp>
          <p:nvCxnSpPr>
            <p:cNvPr id="2160" name="Google Shape;2160;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61" name="Google Shape;2161;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62" name="Google Shape;2162;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63" name="Google Shape;2163;p13"/>
          <p:cNvGrpSpPr/>
          <p:nvPr/>
        </p:nvGrpSpPr>
        <p:grpSpPr>
          <a:xfrm flipH="1" rot="10800000">
            <a:off x="7578725" y="2711450"/>
            <a:ext cx="179387" cy="65087"/>
            <a:chOff x="2848" y="848"/>
            <a:chExt cx="140" cy="98"/>
          </a:xfrm>
        </p:grpSpPr>
        <p:cxnSp>
          <p:nvCxnSpPr>
            <p:cNvPr id="2164" name="Google Shape;2164;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65" name="Google Shape;2165;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66" name="Google Shape;2166;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67" name="Google Shape;2167;p13"/>
          <p:cNvSpPr/>
          <p:nvPr/>
        </p:nvSpPr>
        <p:spPr>
          <a:xfrm>
            <a:off x="6086475" y="2498725"/>
            <a:ext cx="346075" cy="8731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68" name="Google Shape;2168;p13"/>
          <p:cNvCxnSpPr/>
          <p:nvPr/>
        </p:nvCxnSpPr>
        <p:spPr>
          <a:xfrm>
            <a:off x="6086475" y="2490787"/>
            <a:ext cx="0" cy="53975"/>
          </a:xfrm>
          <a:prstGeom prst="straightConnector1">
            <a:avLst/>
          </a:prstGeom>
          <a:noFill/>
          <a:ln cap="flat" cmpd="sng" w="12700">
            <a:solidFill>
              <a:schemeClr val="folHlink"/>
            </a:solidFill>
            <a:prstDash val="solid"/>
            <a:miter lim="800000"/>
            <a:headEnd len="med" w="med" type="none"/>
            <a:tailEnd len="med" w="med" type="none"/>
          </a:ln>
        </p:spPr>
      </p:cxnSp>
      <p:cxnSp>
        <p:nvCxnSpPr>
          <p:cNvPr id="2169" name="Google Shape;2169;p13"/>
          <p:cNvCxnSpPr/>
          <p:nvPr/>
        </p:nvCxnSpPr>
        <p:spPr>
          <a:xfrm>
            <a:off x="6432550" y="2490787"/>
            <a:ext cx="0" cy="53975"/>
          </a:xfrm>
          <a:prstGeom prst="straightConnector1">
            <a:avLst/>
          </a:prstGeom>
          <a:noFill/>
          <a:ln cap="flat" cmpd="sng" w="12700">
            <a:solidFill>
              <a:schemeClr val="folHlink"/>
            </a:solidFill>
            <a:prstDash val="solid"/>
            <a:miter lim="800000"/>
            <a:headEnd len="med" w="med" type="none"/>
            <a:tailEnd len="med" w="med" type="none"/>
          </a:ln>
        </p:spPr>
      </p:cxnSp>
      <p:sp>
        <p:nvSpPr>
          <p:cNvPr id="2170" name="Google Shape;2170;p13"/>
          <p:cNvSpPr txBox="1"/>
          <p:nvPr/>
        </p:nvSpPr>
        <p:spPr>
          <a:xfrm>
            <a:off x="6086475" y="2490787"/>
            <a:ext cx="342900" cy="5397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71" name="Google Shape;2171;p13"/>
          <p:cNvSpPr/>
          <p:nvPr/>
        </p:nvSpPr>
        <p:spPr>
          <a:xfrm>
            <a:off x="6083300" y="2427287"/>
            <a:ext cx="346075" cy="103187"/>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72" name="Google Shape;2172;p13"/>
          <p:cNvGrpSpPr/>
          <p:nvPr/>
        </p:nvGrpSpPr>
        <p:grpSpPr>
          <a:xfrm>
            <a:off x="6167437" y="2449512"/>
            <a:ext cx="171450" cy="60325"/>
            <a:chOff x="2848" y="848"/>
            <a:chExt cx="140" cy="98"/>
          </a:xfrm>
        </p:grpSpPr>
        <p:cxnSp>
          <p:nvCxnSpPr>
            <p:cNvPr id="2173" name="Google Shape;2173;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74" name="Google Shape;2174;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75" name="Google Shape;2175;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76" name="Google Shape;2176;p13"/>
          <p:cNvGrpSpPr/>
          <p:nvPr/>
        </p:nvGrpSpPr>
        <p:grpSpPr>
          <a:xfrm flipH="1" rot="10800000">
            <a:off x="6167437" y="2449512"/>
            <a:ext cx="171450" cy="58737"/>
            <a:chOff x="2848" y="848"/>
            <a:chExt cx="140" cy="98"/>
          </a:xfrm>
        </p:grpSpPr>
        <p:cxnSp>
          <p:nvCxnSpPr>
            <p:cNvPr id="2177" name="Google Shape;2177;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78" name="Google Shape;2178;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79" name="Google Shape;2179;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sp>
        <p:nvSpPr>
          <p:cNvPr id="2180" name="Google Shape;2180;p13"/>
          <p:cNvSpPr/>
          <p:nvPr/>
        </p:nvSpPr>
        <p:spPr>
          <a:xfrm>
            <a:off x="5780087" y="3648075"/>
            <a:ext cx="346075" cy="8731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181" name="Google Shape;2181;p13"/>
          <p:cNvCxnSpPr/>
          <p:nvPr/>
        </p:nvCxnSpPr>
        <p:spPr>
          <a:xfrm>
            <a:off x="5780087" y="3640137"/>
            <a:ext cx="0" cy="53975"/>
          </a:xfrm>
          <a:prstGeom prst="straightConnector1">
            <a:avLst/>
          </a:prstGeom>
          <a:noFill/>
          <a:ln cap="flat" cmpd="sng" w="12700">
            <a:solidFill>
              <a:schemeClr val="folHlink"/>
            </a:solidFill>
            <a:prstDash val="solid"/>
            <a:miter lim="800000"/>
            <a:headEnd len="med" w="med" type="none"/>
            <a:tailEnd len="med" w="med" type="none"/>
          </a:ln>
        </p:spPr>
      </p:cxnSp>
      <p:cxnSp>
        <p:nvCxnSpPr>
          <p:cNvPr id="2182" name="Google Shape;2182;p13"/>
          <p:cNvCxnSpPr/>
          <p:nvPr/>
        </p:nvCxnSpPr>
        <p:spPr>
          <a:xfrm>
            <a:off x="6126162" y="3640137"/>
            <a:ext cx="0" cy="53975"/>
          </a:xfrm>
          <a:prstGeom prst="straightConnector1">
            <a:avLst/>
          </a:prstGeom>
          <a:noFill/>
          <a:ln cap="flat" cmpd="sng" w="12700">
            <a:solidFill>
              <a:schemeClr val="folHlink"/>
            </a:solidFill>
            <a:prstDash val="solid"/>
            <a:miter lim="800000"/>
            <a:headEnd len="med" w="med" type="none"/>
            <a:tailEnd len="med" w="med" type="none"/>
          </a:ln>
        </p:spPr>
      </p:cxnSp>
      <p:sp>
        <p:nvSpPr>
          <p:cNvPr id="2183" name="Google Shape;2183;p13"/>
          <p:cNvSpPr txBox="1"/>
          <p:nvPr/>
        </p:nvSpPr>
        <p:spPr>
          <a:xfrm>
            <a:off x="5780087" y="3640137"/>
            <a:ext cx="342900" cy="5397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84" name="Google Shape;2184;p13"/>
          <p:cNvSpPr/>
          <p:nvPr/>
        </p:nvSpPr>
        <p:spPr>
          <a:xfrm>
            <a:off x="5776912" y="3576637"/>
            <a:ext cx="346075" cy="103187"/>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185" name="Google Shape;2185;p13"/>
          <p:cNvGrpSpPr/>
          <p:nvPr/>
        </p:nvGrpSpPr>
        <p:grpSpPr>
          <a:xfrm>
            <a:off x="5861050" y="3598862"/>
            <a:ext cx="171450" cy="60325"/>
            <a:chOff x="2848" y="848"/>
            <a:chExt cx="140" cy="98"/>
          </a:xfrm>
        </p:grpSpPr>
        <p:cxnSp>
          <p:nvCxnSpPr>
            <p:cNvPr id="2186" name="Google Shape;2186;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87" name="Google Shape;2187;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88" name="Google Shape;2188;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189" name="Google Shape;2189;p13"/>
          <p:cNvGrpSpPr/>
          <p:nvPr/>
        </p:nvGrpSpPr>
        <p:grpSpPr>
          <a:xfrm flipH="1" rot="10800000">
            <a:off x="5861050" y="3598862"/>
            <a:ext cx="171450" cy="58737"/>
            <a:chOff x="2848" y="848"/>
            <a:chExt cx="140" cy="98"/>
          </a:xfrm>
        </p:grpSpPr>
        <p:cxnSp>
          <p:nvCxnSpPr>
            <p:cNvPr id="2190" name="Google Shape;2190;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191" name="Google Shape;2191;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192" name="Google Shape;2192;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cxnSp>
        <p:nvCxnSpPr>
          <p:cNvPr id="2193" name="Google Shape;2193;p13"/>
          <p:cNvCxnSpPr/>
          <p:nvPr/>
        </p:nvCxnSpPr>
        <p:spPr>
          <a:xfrm flipH="1" rot="10800000">
            <a:off x="6978650" y="4005262"/>
            <a:ext cx="227012" cy="436562"/>
          </a:xfrm>
          <a:prstGeom prst="straightConnector1">
            <a:avLst/>
          </a:prstGeom>
          <a:noFill/>
          <a:ln cap="flat" cmpd="sng" w="9525">
            <a:solidFill>
              <a:schemeClr val="lt2"/>
            </a:solidFill>
            <a:prstDash val="solid"/>
            <a:miter lim="800000"/>
            <a:headEnd len="med" w="med" type="none"/>
            <a:tailEnd len="med" w="med" type="none"/>
          </a:ln>
        </p:spPr>
      </p:cxnSp>
      <p:cxnSp>
        <p:nvCxnSpPr>
          <p:cNvPr id="2194" name="Google Shape;2194;p13"/>
          <p:cNvCxnSpPr/>
          <p:nvPr/>
        </p:nvCxnSpPr>
        <p:spPr>
          <a:xfrm>
            <a:off x="7102475" y="3743325"/>
            <a:ext cx="163512" cy="120650"/>
          </a:xfrm>
          <a:prstGeom prst="straightConnector1">
            <a:avLst/>
          </a:prstGeom>
          <a:noFill/>
          <a:ln cap="flat" cmpd="sng" w="9525">
            <a:solidFill>
              <a:schemeClr val="lt2"/>
            </a:solidFill>
            <a:prstDash val="solid"/>
            <a:miter lim="800000"/>
            <a:headEnd len="med" w="med" type="none"/>
            <a:tailEnd len="med" w="med" type="none"/>
          </a:ln>
        </p:spPr>
      </p:cxnSp>
      <p:cxnSp>
        <p:nvCxnSpPr>
          <p:cNvPr id="2195" name="Google Shape;2195;p13"/>
          <p:cNvCxnSpPr/>
          <p:nvPr/>
        </p:nvCxnSpPr>
        <p:spPr>
          <a:xfrm>
            <a:off x="7199312" y="3663950"/>
            <a:ext cx="279400" cy="0"/>
          </a:xfrm>
          <a:prstGeom prst="straightConnector1">
            <a:avLst/>
          </a:prstGeom>
          <a:noFill/>
          <a:ln cap="flat" cmpd="sng" w="9525">
            <a:solidFill>
              <a:schemeClr val="lt2"/>
            </a:solidFill>
            <a:prstDash val="solid"/>
            <a:miter lim="800000"/>
            <a:headEnd len="med" w="med" type="none"/>
            <a:tailEnd len="med" w="med" type="none"/>
          </a:ln>
        </p:spPr>
      </p:cxnSp>
      <p:cxnSp>
        <p:nvCxnSpPr>
          <p:cNvPr id="2196" name="Google Shape;2196;p13"/>
          <p:cNvCxnSpPr/>
          <p:nvPr/>
        </p:nvCxnSpPr>
        <p:spPr>
          <a:xfrm flipH="1" rot="10800000">
            <a:off x="7435850" y="3749675"/>
            <a:ext cx="134937" cy="104775"/>
          </a:xfrm>
          <a:prstGeom prst="straightConnector1">
            <a:avLst/>
          </a:prstGeom>
          <a:noFill/>
          <a:ln cap="flat" cmpd="sng" w="9525">
            <a:solidFill>
              <a:schemeClr val="lt2"/>
            </a:solidFill>
            <a:prstDash val="solid"/>
            <a:miter lim="800000"/>
            <a:headEnd len="med" w="med" type="none"/>
            <a:tailEnd len="med" w="med" type="none"/>
          </a:ln>
        </p:spPr>
      </p:cxnSp>
      <p:cxnSp>
        <p:nvCxnSpPr>
          <p:cNvPr id="2197" name="Google Shape;2197;p13"/>
          <p:cNvCxnSpPr/>
          <p:nvPr/>
        </p:nvCxnSpPr>
        <p:spPr>
          <a:xfrm>
            <a:off x="6134100" y="3670300"/>
            <a:ext cx="679450" cy="0"/>
          </a:xfrm>
          <a:prstGeom prst="straightConnector1">
            <a:avLst/>
          </a:prstGeom>
          <a:noFill/>
          <a:ln cap="flat" cmpd="sng" w="9525">
            <a:solidFill>
              <a:schemeClr val="lt2"/>
            </a:solidFill>
            <a:prstDash val="solid"/>
            <a:miter lim="800000"/>
            <a:headEnd len="med" w="med" type="none"/>
            <a:tailEnd len="med" w="med" type="none"/>
          </a:ln>
        </p:spPr>
      </p:cxnSp>
      <p:cxnSp>
        <p:nvCxnSpPr>
          <p:cNvPr id="2198" name="Google Shape;2198;p13"/>
          <p:cNvCxnSpPr/>
          <p:nvPr/>
        </p:nvCxnSpPr>
        <p:spPr>
          <a:xfrm>
            <a:off x="6429375" y="2517775"/>
            <a:ext cx="509587" cy="3175"/>
          </a:xfrm>
          <a:prstGeom prst="straightConnector1">
            <a:avLst/>
          </a:prstGeom>
          <a:noFill/>
          <a:ln cap="flat" cmpd="sng" w="9525">
            <a:solidFill>
              <a:schemeClr val="lt2"/>
            </a:solidFill>
            <a:prstDash val="solid"/>
            <a:miter lim="800000"/>
            <a:headEnd len="med" w="med" type="none"/>
            <a:tailEnd len="med" w="med" type="none"/>
          </a:ln>
        </p:spPr>
      </p:cxnSp>
      <p:cxnSp>
        <p:nvCxnSpPr>
          <p:cNvPr id="2199" name="Google Shape;2199;p13"/>
          <p:cNvCxnSpPr/>
          <p:nvPr/>
        </p:nvCxnSpPr>
        <p:spPr>
          <a:xfrm>
            <a:off x="5995987" y="2346325"/>
            <a:ext cx="152400" cy="82550"/>
          </a:xfrm>
          <a:prstGeom prst="straightConnector1">
            <a:avLst/>
          </a:prstGeom>
          <a:noFill/>
          <a:ln cap="flat" cmpd="sng" w="38100">
            <a:solidFill>
              <a:srgbClr val="FF3300"/>
            </a:solidFill>
            <a:prstDash val="solid"/>
            <a:miter lim="800000"/>
            <a:headEnd len="med" w="med" type="none"/>
            <a:tailEnd len="med" w="med" type="none"/>
          </a:ln>
        </p:spPr>
      </p:cxnSp>
      <p:sp>
        <p:nvSpPr>
          <p:cNvPr id="2200" name="Google Shape;2200;p13"/>
          <p:cNvSpPr/>
          <p:nvPr/>
        </p:nvSpPr>
        <p:spPr>
          <a:xfrm>
            <a:off x="5316537" y="4352925"/>
            <a:ext cx="2979737" cy="145573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201" name="Google Shape;2201;p13"/>
          <p:cNvCxnSpPr/>
          <p:nvPr/>
        </p:nvCxnSpPr>
        <p:spPr>
          <a:xfrm rot="-5400000">
            <a:off x="7551737" y="5089525"/>
            <a:ext cx="523875" cy="139700"/>
          </a:xfrm>
          <a:prstGeom prst="straightConnector1">
            <a:avLst/>
          </a:prstGeom>
          <a:noFill/>
          <a:ln cap="flat" cmpd="sng" w="38100">
            <a:solidFill>
              <a:srgbClr val="FF3300"/>
            </a:solidFill>
            <a:prstDash val="solid"/>
            <a:miter lim="800000"/>
            <a:headEnd len="med" w="med" type="none"/>
            <a:tailEnd len="med" w="med" type="none"/>
          </a:ln>
        </p:spPr>
      </p:cxnSp>
      <p:cxnSp>
        <p:nvCxnSpPr>
          <p:cNvPr id="2202" name="Google Shape;2202;p13"/>
          <p:cNvCxnSpPr/>
          <p:nvPr/>
        </p:nvCxnSpPr>
        <p:spPr>
          <a:xfrm flipH="1" rot="-5400000">
            <a:off x="7697787" y="5370512"/>
            <a:ext cx="3175" cy="85725"/>
          </a:xfrm>
          <a:prstGeom prst="straightConnector1">
            <a:avLst/>
          </a:prstGeom>
          <a:noFill/>
          <a:ln cap="flat" cmpd="sng" w="38100">
            <a:solidFill>
              <a:srgbClr val="FF3300"/>
            </a:solidFill>
            <a:prstDash val="solid"/>
            <a:miter lim="800000"/>
            <a:headEnd len="med" w="med" type="none"/>
            <a:tailEnd len="med" w="med" type="none"/>
          </a:ln>
        </p:spPr>
      </p:cxnSp>
      <p:cxnSp>
        <p:nvCxnSpPr>
          <p:cNvPr id="2203" name="Google Shape;2203;p13"/>
          <p:cNvCxnSpPr/>
          <p:nvPr/>
        </p:nvCxnSpPr>
        <p:spPr>
          <a:xfrm rot="10800000">
            <a:off x="7883525" y="5046662"/>
            <a:ext cx="0" cy="114300"/>
          </a:xfrm>
          <a:prstGeom prst="straightConnector1">
            <a:avLst/>
          </a:prstGeom>
          <a:noFill/>
          <a:ln cap="flat" cmpd="sng" w="38100">
            <a:solidFill>
              <a:srgbClr val="FF3300"/>
            </a:solidFill>
            <a:prstDash val="solid"/>
            <a:miter lim="800000"/>
            <a:headEnd len="med" w="med" type="none"/>
            <a:tailEnd len="med" w="med" type="none"/>
          </a:ln>
        </p:spPr>
      </p:cxnSp>
      <p:grpSp>
        <p:nvGrpSpPr>
          <p:cNvPr id="2204" name="Google Shape;2204;p13"/>
          <p:cNvGrpSpPr/>
          <p:nvPr/>
        </p:nvGrpSpPr>
        <p:grpSpPr>
          <a:xfrm>
            <a:off x="7462837" y="4756150"/>
            <a:ext cx="501650" cy="234950"/>
            <a:chOff x="4701" y="2996"/>
            <a:chExt cx="316" cy="148"/>
          </a:xfrm>
        </p:grpSpPr>
        <p:sp>
          <p:nvSpPr>
            <p:cNvPr id="2205" name="Google Shape;2205;p13"/>
            <p:cNvSpPr/>
            <p:nvPr/>
          </p:nvSpPr>
          <p:spPr>
            <a:xfrm>
              <a:off x="4704" y="3062"/>
              <a:ext cx="313" cy="8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206" name="Google Shape;2206;p13"/>
            <p:cNvCxnSpPr/>
            <p:nvPr/>
          </p:nvCxnSpPr>
          <p:spPr>
            <a:xfrm>
              <a:off x="4704" y="3055"/>
              <a:ext cx="0" cy="51"/>
            </a:xfrm>
            <a:prstGeom prst="straightConnector1">
              <a:avLst/>
            </a:prstGeom>
            <a:noFill/>
            <a:ln cap="flat" cmpd="sng" w="12700">
              <a:solidFill>
                <a:schemeClr val="folHlink"/>
              </a:solidFill>
              <a:prstDash val="solid"/>
              <a:miter lim="800000"/>
              <a:headEnd len="med" w="med" type="none"/>
              <a:tailEnd len="med" w="med" type="none"/>
            </a:ln>
          </p:spPr>
        </p:cxnSp>
        <p:cxnSp>
          <p:nvCxnSpPr>
            <p:cNvPr id="2207" name="Google Shape;2207;p13"/>
            <p:cNvCxnSpPr/>
            <p:nvPr/>
          </p:nvCxnSpPr>
          <p:spPr>
            <a:xfrm>
              <a:off x="5017" y="3055"/>
              <a:ext cx="0" cy="51"/>
            </a:xfrm>
            <a:prstGeom prst="straightConnector1">
              <a:avLst/>
            </a:prstGeom>
            <a:noFill/>
            <a:ln cap="flat" cmpd="sng" w="12700">
              <a:solidFill>
                <a:schemeClr val="folHlink"/>
              </a:solidFill>
              <a:prstDash val="solid"/>
              <a:miter lim="800000"/>
              <a:headEnd len="med" w="med" type="none"/>
              <a:tailEnd len="med" w="med" type="none"/>
            </a:ln>
          </p:spPr>
        </p:cxnSp>
        <p:sp>
          <p:nvSpPr>
            <p:cNvPr id="2208" name="Google Shape;2208;p13"/>
            <p:cNvSpPr txBox="1"/>
            <p:nvPr/>
          </p:nvSpPr>
          <p:spPr>
            <a:xfrm>
              <a:off x="4704" y="3055"/>
              <a:ext cx="310" cy="5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09" name="Google Shape;2209;p13"/>
            <p:cNvSpPr/>
            <p:nvPr/>
          </p:nvSpPr>
          <p:spPr>
            <a:xfrm>
              <a:off x="4701" y="2996"/>
              <a:ext cx="313" cy="96"/>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210" name="Google Shape;2210;p13"/>
            <p:cNvGrpSpPr/>
            <p:nvPr/>
          </p:nvGrpSpPr>
          <p:grpSpPr>
            <a:xfrm>
              <a:off x="4776" y="3017"/>
              <a:ext cx="156" cy="56"/>
              <a:chOff x="2848" y="848"/>
              <a:chExt cx="140" cy="98"/>
            </a:xfrm>
          </p:grpSpPr>
          <p:cxnSp>
            <p:nvCxnSpPr>
              <p:cNvPr id="2211" name="Google Shape;2211;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212" name="Google Shape;2212;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213" name="Google Shape;2213;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214" name="Google Shape;2214;p13"/>
            <p:cNvGrpSpPr/>
            <p:nvPr/>
          </p:nvGrpSpPr>
          <p:grpSpPr>
            <a:xfrm flipH="1" rot="10800000">
              <a:off x="4776" y="3016"/>
              <a:ext cx="156" cy="56"/>
              <a:chOff x="2848" y="848"/>
              <a:chExt cx="140" cy="98"/>
            </a:xfrm>
          </p:grpSpPr>
          <p:cxnSp>
            <p:nvCxnSpPr>
              <p:cNvPr id="2215" name="Google Shape;2215;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216" name="Google Shape;2216;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217" name="Google Shape;2217;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grpSp>
        <p:nvGrpSpPr>
          <p:cNvPr id="2218" name="Google Shape;2218;p13"/>
          <p:cNvGrpSpPr/>
          <p:nvPr/>
        </p:nvGrpSpPr>
        <p:grpSpPr>
          <a:xfrm>
            <a:off x="6646862" y="4479925"/>
            <a:ext cx="501650" cy="234950"/>
            <a:chOff x="3600" y="219"/>
            <a:chExt cx="360" cy="175"/>
          </a:xfrm>
        </p:grpSpPr>
        <p:sp>
          <p:nvSpPr>
            <p:cNvPr id="2219" name="Google Shape;2219;p13"/>
            <p:cNvSpPr/>
            <p:nvPr/>
          </p:nvSpPr>
          <p:spPr>
            <a:xfrm>
              <a:off x="3603" y="297"/>
              <a:ext cx="357" cy="97"/>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220" name="Google Shape;2220;p1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221" name="Google Shape;2221;p1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222" name="Google Shape;2222;p13"/>
            <p:cNvSpPr txBox="1"/>
            <p:nvPr/>
          </p:nvSpPr>
          <p:spPr>
            <a:xfrm>
              <a:off x="3603" y="289"/>
              <a:ext cx="354" cy="59"/>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23" name="Google Shape;2223;p13"/>
            <p:cNvSpPr/>
            <p:nvPr/>
          </p:nvSpPr>
          <p:spPr>
            <a:xfrm>
              <a:off x="3600" y="219"/>
              <a:ext cx="357" cy="113"/>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224" name="Google Shape;2224;p13"/>
            <p:cNvGrpSpPr/>
            <p:nvPr/>
          </p:nvGrpSpPr>
          <p:grpSpPr>
            <a:xfrm>
              <a:off x="3686" y="244"/>
              <a:ext cx="177" cy="66"/>
              <a:chOff x="2848" y="848"/>
              <a:chExt cx="140" cy="98"/>
            </a:xfrm>
          </p:grpSpPr>
          <p:cxnSp>
            <p:nvCxnSpPr>
              <p:cNvPr id="2225" name="Google Shape;2225;p1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226" name="Google Shape;2226;p1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227" name="Google Shape;2227;p1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228" name="Google Shape;2228;p13"/>
            <p:cNvGrpSpPr/>
            <p:nvPr/>
          </p:nvGrpSpPr>
          <p:grpSpPr>
            <a:xfrm flipH="1" rot="10800000">
              <a:off x="3686" y="243"/>
              <a:ext cx="177" cy="66"/>
              <a:chOff x="2848" y="848"/>
              <a:chExt cx="140" cy="98"/>
            </a:xfrm>
          </p:grpSpPr>
          <p:cxnSp>
            <p:nvCxnSpPr>
              <p:cNvPr id="2229" name="Google Shape;2229;p1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230" name="Google Shape;2230;p1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231" name="Google Shape;2231;p1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2232" name="Google Shape;2232;p13"/>
          <p:cNvGrpSpPr/>
          <p:nvPr/>
        </p:nvGrpSpPr>
        <p:grpSpPr>
          <a:xfrm>
            <a:off x="5981700" y="4784725"/>
            <a:ext cx="501650" cy="234950"/>
            <a:chOff x="3600" y="219"/>
            <a:chExt cx="360" cy="175"/>
          </a:xfrm>
        </p:grpSpPr>
        <p:sp>
          <p:nvSpPr>
            <p:cNvPr id="2233" name="Google Shape;2233;p13"/>
            <p:cNvSpPr/>
            <p:nvPr/>
          </p:nvSpPr>
          <p:spPr>
            <a:xfrm>
              <a:off x="3603" y="297"/>
              <a:ext cx="357" cy="97"/>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234" name="Google Shape;2234;p1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2235" name="Google Shape;2235;p1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2236" name="Google Shape;2236;p13"/>
            <p:cNvSpPr txBox="1"/>
            <p:nvPr/>
          </p:nvSpPr>
          <p:spPr>
            <a:xfrm>
              <a:off x="3603" y="289"/>
              <a:ext cx="354" cy="59"/>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37" name="Google Shape;2237;p13"/>
            <p:cNvSpPr/>
            <p:nvPr/>
          </p:nvSpPr>
          <p:spPr>
            <a:xfrm>
              <a:off x="3600" y="219"/>
              <a:ext cx="357" cy="113"/>
            </a:xfrm>
            <a:prstGeom prst="ellipse">
              <a:avLst/>
            </a:prstGeom>
            <a:solidFill>
              <a:srgbClr val="DDDDD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238" name="Google Shape;2238;p13"/>
            <p:cNvGrpSpPr/>
            <p:nvPr/>
          </p:nvGrpSpPr>
          <p:grpSpPr>
            <a:xfrm>
              <a:off x="3686" y="244"/>
              <a:ext cx="177" cy="66"/>
              <a:chOff x="2848" y="848"/>
              <a:chExt cx="140" cy="98"/>
            </a:xfrm>
          </p:grpSpPr>
          <p:cxnSp>
            <p:nvCxnSpPr>
              <p:cNvPr id="2239" name="Google Shape;2239;p1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240" name="Google Shape;2240;p1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241" name="Google Shape;2241;p1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242" name="Google Shape;2242;p13"/>
            <p:cNvGrpSpPr/>
            <p:nvPr/>
          </p:nvGrpSpPr>
          <p:grpSpPr>
            <a:xfrm flipH="1" rot="10800000">
              <a:off x="3686" y="243"/>
              <a:ext cx="177" cy="66"/>
              <a:chOff x="2848" y="848"/>
              <a:chExt cx="140" cy="98"/>
            </a:xfrm>
          </p:grpSpPr>
          <p:cxnSp>
            <p:nvCxnSpPr>
              <p:cNvPr id="2243" name="Google Shape;2243;p1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244" name="Google Shape;2244;p1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245" name="Google Shape;2245;p1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2246" name="Google Shape;2246;p13"/>
          <p:cNvCxnSpPr/>
          <p:nvPr/>
        </p:nvCxnSpPr>
        <p:spPr>
          <a:xfrm>
            <a:off x="7096125" y="4691062"/>
            <a:ext cx="358775" cy="120650"/>
          </a:xfrm>
          <a:prstGeom prst="straightConnector1">
            <a:avLst/>
          </a:prstGeom>
          <a:noFill/>
          <a:ln cap="flat" cmpd="sng" w="9525">
            <a:solidFill>
              <a:schemeClr val="lt2"/>
            </a:solidFill>
            <a:prstDash val="solid"/>
            <a:miter lim="800000"/>
            <a:headEnd len="med" w="med" type="none"/>
            <a:tailEnd len="med" w="med" type="none"/>
          </a:ln>
        </p:spPr>
      </p:cxnSp>
      <p:cxnSp>
        <p:nvCxnSpPr>
          <p:cNvPr id="2247" name="Google Shape;2247;p13"/>
          <p:cNvCxnSpPr/>
          <p:nvPr/>
        </p:nvCxnSpPr>
        <p:spPr>
          <a:xfrm flipH="1" rot="10800000">
            <a:off x="6443662" y="4703762"/>
            <a:ext cx="277812" cy="109537"/>
          </a:xfrm>
          <a:prstGeom prst="straightConnector1">
            <a:avLst/>
          </a:prstGeom>
          <a:noFill/>
          <a:ln cap="flat" cmpd="sng" w="9525">
            <a:solidFill>
              <a:schemeClr val="lt2"/>
            </a:solidFill>
            <a:prstDash val="solid"/>
            <a:miter lim="800000"/>
            <a:headEnd len="med" w="med" type="none"/>
            <a:tailEnd len="med" w="med" type="none"/>
          </a:ln>
        </p:spPr>
      </p:cxnSp>
      <p:cxnSp>
        <p:nvCxnSpPr>
          <p:cNvPr id="2248" name="Google Shape;2248;p13"/>
          <p:cNvCxnSpPr/>
          <p:nvPr/>
        </p:nvCxnSpPr>
        <p:spPr>
          <a:xfrm>
            <a:off x="6486525" y="4906962"/>
            <a:ext cx="971550" cy="0"/>
          </a:xfrm>
          <a:prstGeom prst="straightConnector1">
            <a:avLst/>
          </a:prstGeom>
          <a:noFill/>
          <a:ln cap="flat" cmpd="sng" w="9525">
            <a:solidFill>
              <a:schemeClr val="lt2"/>
            </a:solidFill>
            <a:prstDash val="solid"/>
            <a:miter lim="800000"/>
            <a:headEnd len="med" w="med" type="none"/>
            <a:tailEnd len="med" w="med" type="none"/>
          </a:ln>
        </p:spPr>
      </p:cxnSp>
      <p:cxnSp>
        <p:nvCxnSpPr>
          <p:cNvPr id="2249" name="Google Shape;2249;p13"/>
          <p:cNvCxnSpPr/>
          <p:nvPr/>
        </p:nvCxnSpPr>
        <p:spPr>
          <a:xfrm flipH="1">
            <a:off x="5781675" y="4652962"/>
            <a:ext cx="254000" cy="469900"/>
          </a:xfrm>
          <a:prstGeom prst="straightConnector1">
            <a:avLst/>
          </a:prstGeom>
          <a:noFill/>
          <a:ln cap="flat" cmpd="sng" w="38100">
            <a:solidFill>
              <a:srgbClr val="FF3300"/>
            </a:solidFill>
            <a:prstDash val="solid"/>
            <a:miter lim="800000"/>
            <a:headEnd len="med" w="med" type="none"/>
            <a:tailEnd len="med" w="med" type="none"/>
          </a:ln>
        </p:spPr>
      </p:cxnSp>
      <p:cxnSp>
        <p:nvCxnSpPr>
          <p:cNvPr id="2250" name="Google Shape;2250;p13"/>
          <p:cNvCxnSpPr/>
          <p:nvPr/>
        </p:nvCxnSpPr>
        <p:spPr>
          <a:xfrm>
            <a:off x="5807075" y="4703762"/>
            <a:ext cx="196850" cy="0"/>
          </a:xfrm>
          <a:prstGeom prst="straightConnector1">
            <a:avLst/>
          </a:prstGeom>
          <a:noFill/>
          <a:ln cap="flat" cmpd="sng" w="38100">
            <a:solidFill>
              <a:srgbClr val="FF3300"/>
            </a:solidFill>
            <a:prstDash val="solid"/>
            <a:miter lim="800000"/>
            <a:headEnd len="med" w="med" type="none"/>
            <a:tailEnd len="med" w="med" type="none"/>
          </a:ln>
        </p:spPr>
      </p:cxnSp>
      <p:cxnSp>
        <p:nvCxnSpPr>
          <p:cNvPr id="2251" name="Google Shape;2251;p13"/>
          <p:cNvCxnSpPr/>
          <p:nvPr/>
        </p:nvCxnSpPr>
        <p:spPr>
          <a:xfrm>
            <a:off x="5667375" y="5040312"/>
            <a:ext cx="153987" cy="0"/>
          </a:xfrm>
          <a:prstGeom prst="straightConnector1">
            <a:avLst/>
          </a:prstGeom>
          <a:noFill/>
          <a:ln cap="flat" cmpd="sng" w="38100">
            <a:solidFill>
              <a:srgbClr val="FF3300"/>
            </a:solidFill>
            <a:prstDash val="solid"/>
            <a:miter lim="800000"/>
            <a:headEnd len="med" w="med" type="none"/>
            <a:tailEnd len="med" w="med" type="none"/>
          </a:ln>
        </p:spPr>
      </p:cxnSp>
      <p:cxnSp>
        <p:nvCxnSpPr>
          <p:cNvPr id="2252" name="Google Shape;2252;p13"/>
          <p:cNvCxnSpPr/>
          <p:nvPr/>
        </p:nvCxnSpPr>
        <p:spPr>
          <a:xfrm>
            <a:off x="5918200" y="5119687"/>
            <a:ext cx="492125" cy="0"/>
          </a:xfrm>
          <a:prstGeom prst="straightConnector1">
            <a:avLst/>
          </a:prstGeom>
          <a:noFill/>
          <a:ln cap="flat" cmpd="sng" w="38100">
            <a:solidFill>
              <a:srgbClr val="FF3300"/>
            </a:solidFill>
            <a:prstDash val="solid"/>
            <a:miter lim="800000"/>
            <a:headEnd len="med" w="med" type="none"/>
            <a:tailEnd len="med" w="med" type="none"/>
          </a:ln>
        </p:spPr>
      </p:cxnSp>
      <p:cxnSp>
        <p:nvCxnSpPr>
          <p:cNvPr id="2253" name="Google Shape;2253;p13"/>
          <p:cNvCxnSpPr/>
          <p:nvPr/>
        </p:nvCxnSpPr>
        <p:spPr>
          <a:xfrm flipH="1">
            <a:off x="6159500" y="5027612"/>
            <a:ext cx="53975" cy="85725"/>
          </a:xfrm>
          <a:prstGeom prst="straightConnector1">
            <a:avLst/>
          </a:prstGeom>
          <a:noFill/>
          <a:ln cap="flat" cmpd="sng" w="38100">
            <a:solidFill>
              <a:srgbClr val="FF3300"/>
            </a:solidFill>
            <a:prstDash val="solid"/>
            <a:miter lim="800000"/>
            <a:headEnd len="med" w="med" type="none"/>
            <a:tailEnd len="med" w="med" type="none"/>
          </a:ln>
        </p:spPr>
      </p:cxnSp>
      <p:cxnSp>
        <p:nvCxnSpPr>
          <p:cNvPr id="2254" name="Google Shape;2254;p13"/>
          <p:cNvCxnSpPr/>
          <p:nvPr/>
        </p:nvCxnSpPr>
        <p:spPr>
          <a:xfrm>
            <a:off x="5972175" y="5116512"/>
            <a:ext cx="1587" cy="82550"/>
          </a:xfrm>
          <a:prstGeom prst="straightConnector1">
            <a:avLst/>
          </a:prstGeom>
          <a:noFill/>
          <a:ln cap="flat" cmpd="sng" w="19050">
            <a:solidFill>
              <a:srgbClr val="FF3300"/>
            </a:solidFill>
            <a:prstDash val="solid"/>
            <a:miter lim="800000"/>
            <a:headEnd len="med" w="med" type="none"/>
            <a:tailEnd len="med" w="med" type="none"/>
          </a:ln>
        </p:spPr>
      </p:cxnSp>
      <p:cxnSp>
        <p:nvCxnSpPr>
          <p:cNvPr id="2255" name="Google Shape;2255;p13"/>
          <p:cNvCxnSpPr/>
          <p:nvPr/>
        </p:nvCxnSpPr>
        <p:spPr>
          <a:xfrm rot="10800000">
            <a:off x="6369050" y="5124450"/>
            <a:ext cx="0" cy="76200"/>
          </a:xfrm>
          <a:prstGeom prst="straightConnector1">
            <a:avLst/>
          </a:prstGeom>
          <a:noFill/>
          <a:ln cap="flat" cmpd="sng" w="19050">
            <a:solidFill>
              <a:srgbClr val="FF3300"/>
            </a:solidFill>
            <a:prstDash val="solid"/>
            <a:miter lim="800000"/>
            <a:headEnd len="med" w="med" type="none"/>
            <a:tailEnd len="med" w="med" type="none"/>
          </a:ln>
        </p:spPr>
      </p:cxnSp>
      <p:cxnSp>
        <p:nvCxnSpPr>
          <p:cNvPr id="2256" name="Google Shape;2256;p13"/>
          <p:cNvCxnSpPr/>
          <p:nvPr/>
        </p:nvCxnSpPr>
        <p:spPr>
          <a:xfrm>
            <a:off x="6450012" y="4983162"/>
            <a:ext cx="503237" cy="269875"/>
          </a:xfrm>
          <a:prstGeom prst="straightConnector1">
            <a:avLst/>
          </a:prstGeom>
          <a:noFill/>
          <a:ln cap="flat" cmpd="sng" w="38100">
            <a:solidFill>
              <a:srgbClr val="FF3300"/>
            </a:solidFill>
            <a:prstDash val="solid"/>
            <a:miter lim="800000"/>
            <a:headEnd len="med" w="med" type="none"/>
            <a:tailEnd len="med" w="med" type="none"/>
          </a:ln>
        </p:spPr>
      </p:cxnSp>
      <p:cxnSp>
        <p:nvCxnSpPr>
          <p:cNvPr id="2257" name="Google Shape;2257;p13"/>
          <p:cNvCxnSpPr/>
          <p:nvPr/>
        </p:nvCxnSpPr>
        <p:spPr>
          <a:xfrm>
            <a:off x="5899150" y="4918075"/>
            <a:ext cx="80962" cy="0"/>
          </a:xfrm>
          <a:prstGeom prst="straightConnector1">
            <a:avLst/>
          </a:prstGeom>
          <a:noFill/>
          <a:ln cap="flat" cmpd="sng" w="38100">
            <a:solidFill>
              <a:srgbClr val="FF3300"/>
            </a:solidFill>
            <a:prstDash val="solid"/>
            <a:miter lim="800000"/>
            <a:headEnd len="med" w="med" type="none"/>
            <a:tailEnd len="med" w="med" type="none"/>
          </a:ln>
        </p:spPr>
      </p:cxnSp>
      <p:cxnSp>
        <p:nvCxnSpPr>
          <p:cNvPr id="2258" name="Google Shape;2258;p13"/>
          <p:cNvCxnSpPr/>
          <p:nvPr/>
        </p:nvCxnSpPr>
        <p:spPr>
          <a:xfrm flipH="1">
            <a:off x="5988050" y="3440112"/>
            <a:ext cx="3175" cy="144462"/>
          </a:xfrm>
          <a:prstGeom prst="straightConnector1">
            <a:avLst/>
          </a:prstGeom>
          <a:noFill/>
          <a:ln cap="flat" cmpd="sng" w="38100">
            <a:solidFill>
              <a:srgbClr val="FF3300"/>
            </a:solidFill>
            <a:prstDash val="solid"/>
            <a:miter lim="800000"/>
            <a:headEnd len="med" w="med" type="none"/>
            <a:tailEnd len="med" w="med" type="none"/>
          </a:ln>
        </p:spPr>
      </p:cxnSp>
      <p:cxnSp>
        <p:nvCxnSpPr>
          <p:cNvPr id="2259" name="Google Shape;2259;p13"/>
          <p:cNvCxnSpPr/>
          <p:nvPr/>
        </p:nvCxnSpPr>
        <p:spPr>
          <a:xfrm flipH="1" rot="10800000">
            <a:off x="7285037" y="2422525"/>
            <a:ext cx="123825" cy="87312"/>
          </a:xfrm>
          <a:prstGeom prst="straightConnector1">
            <a:avLst/>
          </a:prstGeom>
          <a:noFill/>
          <a:ln cap="flat" cmpd="sng" w="9525">
            <a:solidFill>
              <a:schemeClr val="lt2"/>
            </a:solidFill>
            <a:prstDash val="solid"/>
            <a:miter lim="800000"/>
            <a:headEnd len="med" w="med" type="none"/>
            <a:tailEnd len="med" w="med" type="none"/>
          </a:ln>
        </p:spPr>
      </p:cxnSp>
      <p:cxnSp>
        <p:nvCxnSpPr>
          <p:cNvPr id="2260" name="Google Shape;2260;p13"/>
          <p:cNvCxnSpPr/>
          <p:nvPr/>
        </p:nvCxnSpPr>
        <p:spPr>
          <a:xfrm>
            <a:off x="7112000" y="2595562"/>
            <a:ext cx="0" cy="82550"/>
          </a:xfrm>
          <a:prstGeom prst="straightConnector1">
            <a:avLst/>
          </a:prstGeom>
          <a:noFill/>
          <a:ln cap="flat" cmpd="sng" w="9525">
            <a:solidFill>
              <a:schemeClr val="lt2"/>
            </a:solidFill>
            <a:prstDash val="solid"/>
            <a:miter lim="800000"/>
            <a:headEnd len="med" w="med" type="none"/>
            <a:tailEnd len="med" w="med" type="none"/>
          </a:ln>
        </p:spPr>
      </p:cxnSp>
      <p:cxnSp>
        <p:nvCxnSpPr>
          <p:cNvPr id="2261" name="Google Shape;2261;p13"/>
          <p:cNvCxnSpPr/>
          <p:nvPr/>
        </p:nvCxnSpPr>
        <p:spPr>
          <a:xfrm flipH="1" rot="10800000">
            <a:off x="7296150" y="2492375"/>
            <a:ext cx="263525" cy="288925"/>
          </a:xfrm>
          <a:prstGeom prst="straightConnector1">
            <a:avLst/>
          </a:prstGeom>
          <a:noFill/>
          <a:ln cap="flat" cmpd="sng" w="9525">
            <a:solidFill>
              <a:schemeClr val="lt2"/>
            </a:solidFill>
            <a:prstDash val="solid"/>
            <a:miter lim="800000"/>
            <a:headEnd len="med" w="med" type="none"/>
            <a:tailEnd len="med" w="med" type="none"/>
          </a:ln>
        </p:spPr>
      </p:cxnSp>
      <p:cxnSp>
        <p:nvCxnSpPr>
          <p:cNvPr id="2262" name="Google Shape;2262;p13"/>
          <p:cNvCxnSpPr/>
          <p:nvPr/>
        </p:nvCxnSpPr>
        <p:spPr>
          <a:xfrm>
            <a:off x="7648575" y="2490787"/>
            <a:ext cx="0" cy="196850"/>
          </a:xfrm>
          <a:prstGeom prst="straightConnector1">
            <a:avLst/>
          </a:prstGeom>
          <a:noFill/>
          <a:ln cap="flat" cmpd="sng" w="9525">
            <a:solidFill>
              <a:schemeClr val="lt2"/>
            </a:solidFill>
            <a:prstDash val="solid"/>
            <a:miter lim="800000"/>
            <a:headEnd len="med" w="med" type="none"/>
            <a:tailEnd len="med" w="med" type="none"/>
          </a:ln>
        </p:spPr>
      </p:cxnSp>
      <p:cxnSp>
        <p:nvCxnSpPr>
          <p:cNvPr id="2263" name="Google Shape;2263;p13"/>
          <p:cNvCxnSpPr/>
          <p:nvPr/>
        </p:nvCxnSpPr>
        <p:spPr>
          <a:xfrm>
            <a:off x="7302500" y="2797175"/>
            <a:ext cx="188912" cy="0"/>
          </a:xfrm>
          <a:prstGeom prst="straightConnector1">
            <a:avLst/>
          </a:prstGeom>
          <a:noFill/>
          <a:ln cap="flat" cmpd="sng" w="9525">
            <a:solidFill>
              <a:schemeClr val="lt2"/>
            </a:solidFill>
            <a:prstDash val="solid"/>
            <a:miter lim="800000"/>
            <a:headEnd len="med" w="med" type="none"/>
            <a:tailEnd len="med" w="med" type="none"/>
          </a:ln>
        </p:spPr>
      </p:cxnSp>
      <p:cxnSp>
        <p:nvCxnSpPr>
          <p:cNvPr id="2264" name="Google Shape;2264;p13"/>
          <p:cNvCxnSpPr/>
          <p:nvPr/>
        </p:nvCxnSpPr>
        <p:spPr>
          <a:xfrm flipH="1" rot="10800000">
            <a:off x="7716837" y="2190750"/>
            <a:ext cx="238125" cy="168275"/>
          </a:xfrm>
          <a:prstGeom prst="straightConnector1">
            <a:avLst/>
          </a:prstGeom>
          <a:noFill/>
          <a:ln cap="flat" cmpd="sng" w="9525">
            <a:solidFill>
              <a:schemeClr val="lt2"/>
            </a:solidFill>
            <a:prstDash val="solid"/>
            <a:miter lim="800000"/>
            <a:headEnd len="med" w="med" type="none"/>
            <a:tailEnd len="med" w="med" type="none"/>
          </a:ln>
        </p:spPr>
      </p:cxnSp>
      <p:cxnSp>
        <p:nvCxnSpPr>
          <p:cNvPr id="2265" name="Google Shape;2265;p13"/>
          <p:cNvCxnSpPr/>
          <p:nvPr/>
        </p:nvCxnSpPr>
        <p:spPr>
          <a:xfrm>
            <a:off x="7856537" y="2787650"/>
            <a:ext cx="177800" cy="0"/>
          </a:xfrm>
          <a:prstGeom prst="straightConnector1">
            <a:avLst/>
          </a:prstGeom>
          <a:noFill/>
          <a:ln cap="flat" cmpd="sng" w="9525">
            <a:solidFill>
              <a:schemeClr val="lt2"/>
            </a:solidFill>
            <a:prstDash val="solid"/>
            <a:miter lim="800000"/>
            <a:headEnd len="med" w="med" type="none"/>
            <a:tailEnd len="med" w="med" type="none"/>
          </a:ln>
        </p:spPr>
      </p:cxnSp>
      <p:cxnSp>
        <p:nvCxnSpPr>
          <p:cNvPr id="2266" name="Google Shape;2266;p13"/>
          <p:cNvCxnSpPr/>
          <p:nvPr/>
        </p:nvCxnSpPr>
        <p:spPr>
          <a:xfrm flipH="1">
            <a:off x="7002462" y="2863850"/>
            <a:ext cx="98425" cy="704850"/>
          </a:xfrm>
          <a:prstGeom prst="straightConnector1">
            <a:avLst/>
          </a:prstGeom>
          <a:noFill/>
          <a:ln cap="flat" cmpd="sng" w="9525">
            <a:solidFill>
              <a:schemeClr val="lt2"/>
            </a:solidFill>
            <a:prstDash val="solid"/>
            <a:miter lim="800000"/>
            <a:headEnd len="med" w="med" type="none"/>
            <a:tailEnd len="med" w="med" type="none"/>
          </a:ln>
        </p:spPr>
      </p:cxnSp>
      <p:cxnSp>
        <p:nvCxnSpPr>
          <p:cNvPr id="2267" name="Google Shape;2267;p13"/>
          <p:cNvCxnSpPr/>
          <p:nvPr/>
        </p:nvCxnSpPr>
        <p:spPr>
          <a:xfrm flipH="1">
            <a:off x="7593012" y="2863850"/>
            <a:ext cx="111125" cy="727075"/>
          </a:xfrm>
          <a:prstGeom prst="straightConnector1">
            <a:avLst/>
          </a:prstGeom>
          <a:noFill/>
          <a:ln cap="flat" cmpd="sng" w="9525">
            <a:solidFill>
              <a:schemeClr val="lt2"/>
            </a:solidFill>
            <a:prstDash val="solid"/>
            <a:miter lim="800000"/>
            <a:headEnd len="med" w="med" type="none"/>
            <a:tailEnd len="med" w="med" type="none"/>
          </a:ln>
        </p:spPr>
      </p:cxnSp>
      <p:grpSp>
        <p:nvGrpSpPr>
          <p:cNvPr id="2268" name="Google Shape;2268;p13"/>
          <p:cNvGrpSpPr/>
          <p:nvPr/>
        </p:nvGrpSpPr>
        <p:grpSpPr>
          <a:xfrm>
            <a:off x="6645275" y="4481512"/>
            <a:ext cx="501650" cy="234950"/>
            <a:chOff x="4701" y="2996"/>
            <a:chExt cx="316" cy="148"/>
          </a:xfrm>
        </p:grpSpPr>
        <p:sp>
          <p:nvSpPr>
            <p:cNvPr id="2269" name="Google Shape;2269;p13"/>
            <p:cNvSpPr/>
            <p:nvPr/>
          </p:nvSpPr>
          <p:spPr>
            <a:xfrm>
              <a:off x="4704" y="3062"/>
              <a:ext cx="313" cy="8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270" name="Google Shape;2270;p13"/>
            <p:cNvCxnSpPr/>
            <p:nvPr/>
          </p:nvCxnSpPr>
          <p:spPr>
            <a:xfrm>
              <a:off x="4704" y="3055"/>
              <a:ext cx="0" cy="51"/>
            </a:xfrm>
            <a:prstGeom prst="straightConnector1">
              <a:avLst/>
            </a:prstGeom>
            <a:noFill/>
            <a:ln cap="flat" cmpd="sng" w="12700">
              <a:solidFill>
                <a:schemeClr val="folHlink"/>
              </a:solidFill>
              <a:prstDash val="solid"/>
              <a:miter lim="800000"/>
              <a:headEnd len="med" w="med" type="none"/>
              <a:tailEnd len="med" w="med" type="none"/>
            </a:ln>
          </p:spPr>
        </p:cxnSp>
        <p:cxnSp>
          <p:nvCxnSpPr>
            <p:cNvPr id="2271" name="Google Shape;2271;p13"/>
            <p:cNvCxnSpPr/>
            <p:nvPr/>
          </p:nvCxnSpPr>
          <p:spPr>
            <a:xfrm>
              <a:off x="5017" y="3055"/>
              <a:ext cx="0" cy="51"/>
            </a:xfrm>
            <a:prstGeom prst="straightConnector1">
              <a:avLst/>
            </a:prstGeom>
            <a:noFill/>
            <a:ln cap="flat" cmpd="sng" w="12700">
              <a:solidFill>
                <a:schemeClr val="folHlink"/>
              </a:solidFill>
              <a:prstDash val="solid"/>
              <a:miter lim="800000"/>
              <a:headEnd len="med" w="med" type="none"/>
              <a:tailEnd len="med" w="med" type="none"/>
            </a:ln>
          </p:spPr>
        </p:cxnSp>
        <p:sp>
          <p:nvSpPr>
            <p:cNvPr id="2272" name="Google Shape;2272;p13"/>
            <p:cNvSpPr txBox="1"/>
            <p:nvPr/>
          </p:nvSpPr>
          <p:spPr>
            <a:xfrm>
              <a:off x="4704" y="3055"/>
              <a:ext cx="310" cy="5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73" name="Google Shape;2273;p13"/>
            <p:cNvSpPr/>
            <p:nvPr/>
          </p:nvSpPr>
          <p:spPr>
            <a:xfrm>
              <a:off x="4701" y="2996"/>
              <a:ext cx="313" cy="96"/>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274" name="Google Shape;2274;p13"/>
            <p:cNvGrpSpPr/>
            <p:nvPr/>
          </p:nvGrpSpPr>
          <p:grpSpPr>
            <a:xfrm>
              <a:off x="4776" y="3017"/>
              <a:ext cx="156" cy="56"/>
              <a:chOff x="2848" y="848"/>
              <a:chExt cx="140" cy="98"/>
            </a:xfrm>
          </p:grpSpPr>
          <p:cxnSp>
            <p:nvCxnSpPr>
              <p:cNvPr id="2275" name="Google Shape;2275;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276" name="Google Shape;2276;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277" name="Google Shape;2277;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278" name="Google Shape;2278;p13"/>
            <p:cNvGrpSpPr/>
            <p:nvPr/>
          </p:nvGrpSpPr>
          <p:grpSpPr>
            <a:xfrm flipH="1" rot="10800000">
              <a:off x="4776" y="3016"/>
              <a:ext cx="156" cy="56"/>
              <a:chOff x="2848" y="848"/>
              <a:chExt cx="140" cy="98"/>
            </a:xfrm>
          </p:grpSpPr>
          <p:cxnSp>
            <p:nvCxnSpPr>
              <p:cNvPr id="2279" name="Google Shape;2279;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280" name="Google Shape;2280;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281" name="Google Shape;2281;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grpSp>
        <p:nvGrpSpPr>
          <p:cNvPr id="2282" name="Google Shape;2282;p13"/>
          <p:cNvGrpSpPr/>
          <p:nvPr/>
        </p:nvGrpSpPr>
        <p:grpSpPr>
          <a:xfrm>
            <a:off x="5980112" y="4783137"/>
            <a:ext cx="501650" cy="234950"/>
            <a:chOff x="4701" y="2996"/>
            <a:chExt cx="316" cy="148"/>
          </a:xfrm>
        </p:grpSpPr>
        <p:sp>
          <p:nvSpPr>
            <p:cNvPr id="2283" name="Google Shape;2283;p13"/>
            <p:cNvSpPr/>
            <p:nvPr/>
          </p:nvSpPr>
          <p:spPr>
            <a:xfrm>
              <a:off x="4704" y="3062"/>
              <a:ext cx="313" cy="82"/>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284" name="Google Shape;2284;p13"/>
            <p:cNvCxnSpPr/>
            <p:nvPr/>
          </p:nvCxnSpPr>
          <p:spPr>
            <a:xfrm>
              <a:off x="4704" y="3055"/>
              <a:ext cx="0" cy="51"/>
            </a:xfrm>
            <a:prstGeom prst="straightConnector1">
              <a:avLst/>
            </a:prstGeom>
            <a:noFill/>
            <a:ln cap="flat" cmpd="sng" w="12700">
              <a:solidFill>
                <a:schemeClr val="folHlink"/>
              </a:solidFill>
              <a:prstDash val="solid"/>
              <a:miter lim="800000"/>
              <a:headEnd len="med" w="med" type="none"/>
              <a:tailEnd len="med" w="med" type="none"/>
            </a:ln>
          </p:spPr>
        </p:cxnSp>
        <p:cxnSp>
          <p:nvCxnSpPr>
            <p:cNvPr id="2285" name="Google Shape;2285;p13"/>
            <p:cNvCxnSpPr/>
            <p:nvPr/>
          </p:nvCxnSpPr>
          <p:spPr>
            <a:xfrm>
              <a:off x="5017" y="3055"/>
              <a:ext cx="0" cy="51"/>
            </a:xfrm>
            <a:prstGeom prst="straightConnector1">
              <a:avLst/>
            </a:prstGeom>
            <a:noFill/>
            <a:ln cap="flat" cmpd="sng" w="12700">
              <a:solidFill>
                <a:schemeClr val="folHlink"/>
              </a:solidFill>
              <a:prstDash val="solid"/>
              <a:miter lim="800000"/>
              <a:headEnd len="med" w="med" type="none"/>
              <a:tailEnd len="med" w="med" type="none"/>
            </a:ln>
          </p:spPr>
        </p:cxnSp>
        <p:sp>
          <p:nvSpPr>
            <p:cNvPr id="2286" name="Google Shape;2286;p13"/>
            <p:cNvSpPr txBox="1"/>
            <p:nvPr/>
          </p:nvSpPr>
          <p:spPr>
            <a:xfrm>
              <a:off x="4704" y="3055"/>
              <a:ext cx="310" cy="5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87" name="Google Shape;2287;p13"/>
            <p:cNvSpPr/>
            <p:nvPr/>
          </p:nvSpPr>
          <p:spPr>
            <a:xfrm>
              <a:off x="4701" y="2996"/>
              <a:ext cx="313" cy="96"/>
            </a:xfrm>
            <a:prstGeom prst="ellipse">
              <a:avLst/>
            </a:prstGeom>
            <a:solidFill>
              <a:srgbClr val="DDDDDD"/>
            </a:solidFill>
            <a:ln cap="flat" cmpd="sng" w="127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288" name="Google Shape;2288;p13"/>
            <p:cNvGrpSpPr/>
            <p:nvPr/>
          </p:nvGrpSpPr>
          <p:grpSpPr>
            <a:xfrm>
              <a:off x="4776" y="3017"/>
              <a:ext cx="156" cy="56"/>
              <a:chOff x="2848" y="848"/>
              <a:chExt cx="140" cy="98"/>
            </a:xfrm>
          </p:grpSpPr>
          <p:cxnSp>
            <p:nvCxnSpPr>
              <p:cNvPr id="2289" name="Google Shape;2289;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290" name="Google Shape;2290;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291" name="Google Shape;2291;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nvGrpSpPr>
            <p:cNvPr id="2292" name="Google Shape;2292;p13"/>
            <p:cNvGrpSpPr/>
            <p:nvPr/>
          </p:nvGrpSpPr>
          <p:grpSpPr>
            <a:xfrm flipH="1" rot="10800000">
              <a:off x="4776" y="3016"/>
              <a:ext cx="156" cy="56"/>
              <a:chOff x="2848" y="848"/>
              <a:chExt cx="140" cy="98"/>
            </a:xfrm>
          </p:grpSpPr>
          <p:cxnSp>
            <p:nvCxnSpPr>
              <p:cNvPr id="2293" name="Google Shape;2293;p13"/>
              <p:cNvCxnSpPr/>
              <p:nvPr/>
            </p:nvCxnSpPr>
            <p:spPr>
              <a:xfrm flipH="1" rot="10800000">
                <a:off x="2848" y="848"/>
                <a:ext cx="50" cy="2"/>
              </a:xfrm>
              <a:prstGeom prst="straightConnector1">
                <a:avLst/>
              </a:prstGeom>
              <a:noFill/>
              <a:ln cap="flat" cmpd="sng" w="28575">
                <a:solidFill>
                  <a:schemeClr val="lt2"/>
                </a:solidFill>
                <a:prstDash val="solid"/>
                <a:miter lim="800000"/>
                <a:headEnd len="med" w="med" type="none"/>
                <a:tailEnd len="med" w="med" type="none"/>
              </a:ln>
            </p:spPr>
          </p:cxnSp>
          <p:cxnSp>
            <p:nvCxnSpPr>
              <p:cNvPr id="2294" name="Google Shape;2294;p13"/>
              <p:cNvCxnSpPr/>
              <p:nvPr/>
            </p:nvCxnSpPr>
            <p:spPr>
              <a:xfrm>
                <a:off x="2944" y="946"/>
                <a:ext cx="44" cy="0"/>
              </a:xfrm>
              <a:prstGeom prst="straightConnector1">
                <a:avLst/>
              </a:prstGeom>
              <a:noFill/>
              <a:ln cap="flat" cmpd="sng" w="28575">
                <a:solidFill>
                  <a:schemeClr val="lt2"/>
                </a:solidFill>
                <a:prstDash val="solid"/>
                <a:miter lim="800000"/>
                <a:headEnd len="med" w="med" type="none"/>
                <a:tailEnd len="med" w="med" type="none"/>
              </a:ln>
            </p:spPr>
          </p:cxnSp>
          <p:cxnSp>
            <p:nvCxnSpPr>
              <p:cNvPr id="2295" name="Google Shape;2295;p13"/>
              <p:cNvCxnSpPr/>
              <p:nvPr/>
            </p:nvCxnSpPr>
            <p:spPr>
              <a:xfrm>
                <a:off x="2894" y="850"/>
                <a:ext cx="52" cy="96"/>
              </a:xfrm>
              <a:prstGeom prst="straightConnector1">
                <a:avLst/>
              </a:prstGeom>
              <a:noFill/>
              <a:ln cap="flat" cmpd="sng" w="28575">
                <a:solidFill>
                  <a:schemeClr val="lt2"/>
                </a:solidFill>
                <a:prstDash val="solid"/>
                <a:miter lim="800000"/>
                <a:headEnd len="med" w="med" type="none"/>
                <a:tailEnd len="med" w="med" type="none"/>
              </a:ln>
            </p:spPr>
          </p:cxnSp>
        </p:grpSp>
      </p:grpSp>
      <p:pic>
        <p:nvPicPr>
          <p:cNvPr descr="imgyjavg[1]" id="2296" name="Google Shape;2296;p13"/>
          <p:cNvPicPr preferRelativeResize="0"/>
          <p:nvPr/>
        </p:nvPicPr>
        <p:blipFill rotWithShape="1">
          <a:blip r:embed="rId3">
            <a:alphaModFix/>
          </a:blip>
          <a:srcRect b="0" l="0" r="0" t="0"/>
          <a:stretch/>
        </p:blipFill>
        <p:spPr>
          <a:xfrm>
            <a:off x="5341937" y="1878012"/>
            <a:ext cx="368300" cy="266700"/>
          </a:xfrm>
          <a:prstGeom prst="rect">
            <a:avLst/>
          </a:prstGeom>
          <a:noFill/>
          <a:ln>
            <a:noFill/>
          </a:ln>
        </p:spPr>
      </p:pic>
      <p:grpSp>
        <p:nvGrpSpPr>
          <p:cNvPr id="2297" name="Google Shape;2297;p13"/>
          <p:cNvGrpSpPr/>
          <p:nvPr/>
        </p:nvGrpSpPr>
        <p:grpSpPr>
          <a:xfrm>
            <a:off x="7464425" y="5226050"/>
            <a:ext cx="198437" cy="365125"/>
            <a:chOff x="4702" y="3292"/>
            <a:chExt cx="125" cy="230"/>
          </a:xfrm>
        </p:grpSpPr>
        <p:sp>
          <p:nvSpPr>
            <p:cNvPr id="2298" name="Google Shape;2298;p13"/>
            <p:cNvSpPr/>
            <p:nvPr/>
          </p:nvSpPr>
          <p:spPr>
            <a:xfrm>
              <a:off x="4702" y="3469"/>
              <a:ext cx="125" cy="53"/>
            </a:xfrm>
            <a:prstGeom prst="parallelogram">
              <a:avLst>
                <a:gd fmla="val 8321" name="adj"/>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99" name="Google Shape;2299;p13"/>
            <p:cNvSpPr txBox="1"/>
            <p:nvPr/>
          </p:nvSpPr>
          <p:spPr>
            <a:xfrm>
              <a:off x="4765" y="3293"/>
              <a:ext cx="58" cy="177"/>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0" name="Google Shape;2300;p13"/>
            <p:cNvSpPr txBox="1"/>
            <p:nvPr/>
          </p:nvSpPr>
          <p:spPr>
            <a:xfrm>
              <a:off x="4703" y="3344"/>
              <a:ext cx="79" cy="177"/>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1" name="Google Shape;2301;p13"/>
            <p:cNvSpPr/>
            <p:nvPr/>
          </p:nvSpPr>
          <p:spPr>
            <a:xfrm>
              <a:off x="4702" y="3292"/>
              <a:ext cx="125" cy="53"/>
            </a:xfrm>
            <a:prstGeom prst="parallelogram">
              <a:avLst>
                <a:gd fmla="val 8321" name="adj"/>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302" name="Google Shape;2302;p13"/>
            <p:cNvCxnSpPr/>
            <p:nvPr/>
          </p:nvCxnSpPr>
          <p:spPr>
            <a:xfrm>
              <a:off x="4827" y="3296"/>
              <a:ext cx="0" cy="173"/>
            </a:xfrm>
            <a:prstGeom prst="straightConnector1">
              <a:avLst/>
            </a:prstGeom>
            <a:noFill/>
            <a:ln cap="flat" cmpd="sng" w="9525">
              <a:solidFill>
                <a:schemeClr val="lt2"/>
              </a:solidFill>
              <a:prstDash val="solid"/>
              <a:miter lim="800000"/>
              <a:headEnd len="med" w="med" type="none"/>
              <a:tailEnd len="med" w="med" type="none"/>
            </a:ln>
          </p:spPr>
        </p:cxnSp>
        <p:cxnSp>
          <p:nvCxnSpPr>
            <p:cNvPr id="2303" name="Google Shape;2303;p13"/>
            <p:cNvCxnSpPr/>
            <p:nvPr/>
          </p:nvCxnSpPr>
          <p:spPr>
            <a:xfrm flipH="1">
              <a:off x="4782" y="3469"/>
              <a:ext cx="45" cy="52"/>
            </a:xfrm>
            <a:prstGeom prst="straightConnector1">
              <a:avLst/>
            </a:prstGeom>
            <a:noFill/>
            <a:ln cap="flat" cmpd="sng" w="9525">
              <a:solidFill>
                <a:schemeClr val="lt2"/>
              </a:solidFill>
              <a:prstDash val="solid"/>
              <a:miter lim="800000"/>
              <a:headEnd len="med" w="med" type="none"/>
              <a:tailEnd len="med" w="med" type="none"/>
            </a:ln>
          </p:spPr>
        </p:cxnSp>
        <p:sp>
          <p:nvSpPr>
            <p:cNvPr id="2304" name="Google Shape;2304;p13"/>
            <p:cNvSpPr txBox="1"/>
            <p:nvPr/>
          </p:nvSpPr>
          <p:spPr>
            <a:xfrm>
              <a:off x="4713" y="3367"/>
              <a:ext cx="52" cy="102"/>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5" name="Google Shape;2305;p13"/>
            <p:cNvSpPr txBox="1"/>
            <p:nvPr/>
          </p:nvSpPr>
          <p:spPr>
            <a:xfrm>
              <a:off x="4720" y="3398"/>
              <a:ext cx="40" cy="36"/>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306" name="Google Shape;2306;p13"/>
          <p:cNvGrpSpPr/>
          <p:nvPr/>
        </p:nvGrpSpPr>
        <p:grpSpPr>
          <a:xfrm>
            <a:off x="7926387" y="4949825"/>
            <a:ext cx="198437" cy="365125"/>
            <a:chOff x="4702" y="3292"/>
            <a:chExt cx="125" cy="230"/>
          </a:xfrm>
        </p:grpSpPr>
        <p:sp>
          <p:nvSpPr>
            <p:cNvPr id="2307" name="Google Shape;2307;p13"/>
            <p:cNvSpPr/>
            <p:nvPr/>
          </p:nvSpPr>
          <p:spPr>
            <a:xfrm>
              <a:off x="4702" y="3469"/>
              <a:ext cx="125" cy="53"/>
            </a:xfrm>
            <a:prstGeom prst="parallelogram">
              <a:avLst>
                <a:gd fmla="val 8321" name="adj"/>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8" name="Google Shape;2308;p13"/>
            <p:cNvSpPr txBox="1"/>
            <p:nvPr/>
          </p:nvSpPr>
          <p:spPr>
            <a:xfrm>
              <a:off x="4765" y="3293"/>
              <a:ext cx="58" cy="177"/>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9" name="Google Shape;2309;p13"/>
            <p:cNvSpPr txBox="1"/>
            <p:nvPr/>
          </p:nvSpPr>
          <p:spPr>
            <a:xfrm>
              <a:off x="4703" y="3344"/>
              <a:ext cx="79" cy="177"/>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0" name="Google Shape;2310;p13"/>
            <p:cNvSpPr/>
            <p:nvPr/>
          </p:nvSpPr>
          <p:spPr>
            <a:xfrm>
              <a:off x="4702" y="3292"/>
              <a:ext cx="125" cy="53"/>
            </a:xfrm>
            <a:prstGeom prst="parallelogram">
              <a:avLst>
                <a:gd fmla="val 8321" name="adj"/>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311" name="Google Shape;2311;p13"/>
            <p:cNvCxnSpPr/>
            <p:nvPr/>
          </p:nvCxnSpPr>
          <p:spPr>
            <a:xfrm>
              <a:off x="4827" y="3296"/>
              <a:ext cx="0" cy="173"/>
            </a:xfrm>
            <a:prstGeom prst="straightConnector1">
              <a:avLst/>
            </a:prstGeom>
            <a:noFill/>
            <a:ln cap="flat" cmpd="sng" w="9525">
              <a:solidFill>
                <a:schemeClr val="lt2"/>
              </a:solidFill>
              <a:prstDash val="solid"/>
              <a:miter lim="800000"/>
              <a:headEnd len="med" w="med" type="none"/>
              <a:tailEnd len="med" w="med" type="none"/>
            </a:ln>
          </p:spPr>
        </p:cxnSp>
        <p:cxnSp>
          <p:nvCxnSpPr>
            <p:cNvPr id="2312" name="Google Shape;2312;p13"/>
            <p:cNvCxnSpPr/>
            <p:nvPr/>
          </p:nvCxnSpPr>
          <p:spPr>
            <a:xfrm flipH="1">
              <a:off x="4782" y="3469"/>
              <a:ext cx="45" cy="52"/>
            </a:xfrm>
            <a:prstGeom prst="straightConnector1">
              <a:avLst/>
            </a:prstGeom>
            <a:noFill/>
            <a:ln cap="flat" cmpd="sng" w="9525">
              <a:solidFill>
                <a:schemeClr val="lt2"/>
              </a:solidFill>
              <a:prstDash val="solid"/>
              <a:miter lim="800000"/>
              <a:headEnd len="med" w="med" type="none"/>
              <a:tailEnd len="med" w="med" type="none"/>
            </a:ln>
          </p:spPr>
        </p:cxnSp>
        <p:sp>
          <p:nvSpPr>
            <p:cNvPr id="2313" name="Google Shape;2313;p13"/>
            <p:cNvSpPr txBox="1"/>
            <p:nvPr/>
          </p:nvSpPr>
          <p:spPr>
            <a:xfrm>
              <a:off x="4713" y="3367"/>
              <a:ext cx="52" cy="102"/>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4" name="Google Shape;2314;p13"/>
            <p:cNvSpPr txBox="1"/>
            <p:nvPr/>
          </p:nvSpPr>
          <p:spPr>
            <a:xfrm>
              <a:off x="4720" y="3398"/>
              <a:ext cx="40" cy="36"/>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315" name="Google Shape;2315;p13"/>
          <p:cNvSpPr/>
          <p:nvPr/>
        </p:nvSpPr>
        <p:spPr>
          <a:xfrm>
            <a:off x="7143750" y="5394325"/>
            <a:ext cx="233362" cy="2524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6" name="Google Shape;2316;p13"/>
          <p:cNvSpPr/>
          <p:nvPr/>
        </p:nvSpPr>
        <p:spPr>
          <a:xfrm>
            <a:off x="7145337" y="5394325"/>
            <a:ext cx="231775" cy="252412"/>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7" name="Google Shape;2317;p13"/>
          <p:cNvSpPr/>
          <p:nvPr/>
        </p:nvSpPr>
        <p:spPr>
          <a:xfrm>
            <a:off x="7173912" y="5554662"/>
            <a:ext cx="134937" cy="42862"/>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8" name="Google Shape;2318;p13"/>
          <p:cNvSpPr/>
          <p:nvPr/>
        </p:nvSpPr>
        <p:spPr>
          <a:xfrm>
            <a:off x="7151687" y="5573712"/>
            <a:ext cx="157162" cy="66675"/>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9" name="Google Shape;2319;p13"/>
          <p:cNvSpPr/>
          <p:nvPr/>
        </p:nvSpPr>
        <p:spPr>
          <a:xfrm>
            <a:off x="7104062" y="5305425"/>
            <a:ext cx="254000"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0" name="Google Shape;2320;p13"/>
          <p:cNvSpPr/>
          <p:nvPr/>
        </p:nvSpPr>
        <p:spPr>
          <a:xfrm>
            <a:off x="7156450" y="5324475"/>
            <a:ext cx="36512" cy="49212"/>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1" name="Google Shape;2321;p13"/>
          <p:cNvSpPr/>
          <p:nvPr/>
        </p:nvSpPr>
        <p:spPr>
          <a:xfrm>
            <a:off x="7218362" y="5322887"/>
            <a:ext cx="22225" cy="38100"/>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2" name="Google Shape;2322;p13"/>
          <p:cNvSpPr/>
          <p:nvPr/>
        </p:nvSpPr>
        <p:spPr>
          <a:xfrm>
            <a:off x="7134225" y="5314950"/>
            <a:ext cx="58737" cy="79375"/>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3" name="Google Shape;2323;p13"/>
          <p:cNvSpPr/>
          <p:nvPr/>
        </p:nvSpPr>
        <p:spPr>
          <a:xfrm>
            <a:off x="7215187" y="5311775"/>
            <a:ext cx="50800" cy="53975"/>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4" name="Google Shape;2324;p13"/>
          <p:cNvSpPr/>
          <p:nvPr/>
        </p:nvSpPr>
        <p:spPr>
          <a:xfrm>
            <a:off x="7113587" y="5337175"/>
            <a:ext cx="20637" cy="49212"/>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5" name="Google Shape;2325;p13"/>
          <p:cNvSpPr/>
          <p:nvPr/>
        </p:nvSpPr>
        <p:spPr>
          <a:xfrm>
            <a:off x="7256462" y="5308600"/>
            <a:ext cx="44450" cy="65087"/>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6" name="Google Shape;2326;p13"/>
          <p:cNvSpPr/>
          <p:nvPr/>
        </p:nvSpPr>
        <p:spPr>
          <a:xfrm>
            <a:off x="7208837" y="5384800"/>
            <a:ext cx="14287" cy="39687"/>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7" name="Google Shape;2327;p13"/>
          <p:cNvSpPr/>
          <p:nvPr/>
        </p:nvSpPr>
        <p:spPr>
          <a:xfrm>
            <a:off x="7202487" y="5364162"/>
            <a:ext cx="7937" cy="19050"/>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8" name="Google Shape;2328;p13"/>
          <p:cNvSpPr/>
          <p:nvPr/>
        </p:nvSpPr>
        <p:spPr>
          <a:xfrm>
            <a:off x="7196137" y="5349875"/>
            <a:ext cx="6350" cy="11112"/>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9" name="Google Shape;2329;p13"/>
          <p:cNvSpPr/>
          <p:nvPr/>
        </p:nvSpPr>
        <p:spPr>
          <a:xfrm>
            <a:off x="7189787" y="5340350"/>
            <a:ext cx="9525" cy="6350"/>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0" name="Google Shape;2330;p13"/>
          <p:cNvSpPr/>
          <p:nvPr/>
        </p:nvSpPr>
        <p:spPr>
          <a:xfrm>
            <a:off x="7146925" y="5327650"/>
            <a:ext cx="36512" cy="49212"/>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1" name="Google Shape;2331;p13"/>
          <p:cNvSpPr/>
          <p:nvPr/>
        </p:nvSpPr>
        <p:spPr>
          <a:xfrm>
            <a:off x="7207250" y="5326062"/>
            <a:ext cx="23812" cy="39687"/>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2" name="Google Shape;2332;p13"/>
          <p:cNvSpPr/>
          <p:nvPr/>
        </p:nvSpPr>
        <p:spPr>
          <a:xfrm>
            <a:off x="7124700" y="5318125"/>
            <a:ext cx="57150" cy="79375"/>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3" name="Google Shape;2333;p13"/>
          <p:cNvSpPr/>
          <p:nvPr/>
        </p:nvSpPr>
        <p:spPr>
          <a:xfrm>
            <a:off x="7205662" y="5314950"/>
            <a:ext cx="50800" cy="53975"/>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4" name="Google Shape;2334;p13"/>
          <p:cNvSpPr/>
          <p:nvPr/>
        </p:nvSpPr>
        <p:spPr>
          <a:xfrm>
            <a:off x="7105650" y="5343525"/>
            <a:ext cx="20637" cy="50800"/>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5" name="Google Shape;2335;p13"/>
          <p:cNvSpPr/>
          <p:nvPr/>
        </p:nvSpPr>
        <p:spPr>
          <a:xfrm>
            <a:off x="7246937" y="5311775"/>
            <a:ext cx="44450" cy="65087"/>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6" name="Google Shape;2336;p13"/>
          <p:cNvSpPr/>
          <p:nvPr/>
        </p:nvSpPr>
        <p:spPr>
          <a:xfrm>
            <a:off x="7204075" y="5411787"/>
            <a:ext cx="169862" cy="112712"/>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7" name="Google Shape;2337;p13"/>
          <p:cNvSpPr/>
          <p:nvPr/>
        </p:nvSpPr>
        <p:spPr>
          <a:xfrm>
            <a:off x="7218362" y="5414962"/>
            <a:ext cx="130175" cy="44450"/>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8" name="Google Shape;2338;p13"/>
          <p:cNvSpPr/>
          <p:nvPr/>
        </p:nvSpPr>
        <p:spPr>
          <a:xfrm>
            <a:off x="7186612" y="5546725"/>
            <a:ext cx="171450" cy="41275"/>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9" name="Google Shape;2339;p13"/>
          <p:cNvSpPr/>
          <p:nvPr/>
        </p:nvSpPr>
        <p:spPr>
          <a:xfrm>
            <a:off x="7170737" y="5559425"/>
            <a:ext cx="173037" cy="41275"/>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0" name="Google Shape;2340;p13"/>
          <p:cNvSpPr/>
          <p:nvPr/>
        </p:nvSpPr>
        <p:spPr>
          <a:xfrm>
            <a:off x="7197725" y="5597525"/>
            <a:ext cx="25400" cy="9525"/>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1" name="Google Shape;2341;p13"/>
          <p:cNvSpPr/>
          <p:nvPr/>
        </p:nvSpPr>
        <p:spPr>
          <a:xfrm>
            <a:off x="7202487" y="5529262"/>
            <a:ext cx="23812" cy="14287"/>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2" name="Google Shape;2342;p13"/>
          <p:cNvSpPr/>
          <p:nvPr/>
        </p:nvSpPr>
        <p:spPr>
          <a:xfrm>
            <a:off x="7334250" y="5554662"/>
            <a:ext cx="23812" cy="14287"/>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3" name="Google Shape;2343;p13"/>
          <p:cNvSpPr/>
          <p:nvPr/>
        </p:nvSpPr>
        <p:spPr>
          <a:xfrm>
            <a:off x="7227887" y="5532437"/>
            <a:ext cx="100012" cy="25400"/>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4" name="Google Shape;2344;p13"/>
          <p:cNvSpPr/>
          <p:nvPr/>
        </p:nvSpPr>
        <p:spPr>
          <a:xfrm>
            <a:off x="7227887" y="5543550"/>
            <a:ext cx="95250" cy="22225"/>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5" name="Google Shape;2345;p13"/>
          <p:cNvSpPr/>
          <p:nvPr/>
        </p:nvSpPr>
        <p:spPr>
          <a:xfrm>
            <a:off x="7227887" y="5527675"/>
            <a:ext cx="95250" cy="22225"/>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6" name="Google Shape;2346;p13"/>
          <p:cNvSpPr/>
          <p:nvPr/>
        </p:nvSpPr>
        <p:spPr>
          <a:xfrm>
            <a:off x="6686550" y="5411787"/>
            <a:ext cx="233362" cy="2524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7" name="Google Shape;2347;p13"/>
          <p:cNvSpPr/>
          <p:nvPr/>
        </p:nvSpPr>
        <p:spPr>
          <a:xfrm>
            <a:off x="6688137" y="5411787"/>
            <a:ext cx="231775" cy="252412"/>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8" name="Google Shape;2348;p13"/>
          <p:cNvSpPr/>
          <p:nvPr/>
        </p:nvSpPr>
        <p:spPr>
          <a:xfrm>
            <a:off x="6716712" y="5572125"/>
            <a:ext cx="134937" cy="42862"/>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9" name="Google Shape;2349;p13"/>
          <p:cNvSpPr/>
          <p:nvPr/>
        </p:nvSpPr>
        <p:spPr>
          <a:xfrm>
            <a:off x="6694487" y="5591175"/>
            <a:ext cx="157162" cy="66675"/>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0" name="Google Shape;2350;p13"/>
          <p:cNvSpPr/>
          <p:nvPr/>
        </p:nvSpPr>
        <p:spPr>
          <a:xfrm>
            <a:off x="6646862" y="5322887"/>
            <a:ext cx="254000"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1" name="Google Shape;2351;p13"/>
          <p:cNvSpPr/>
          <p:nvPr/>
        </p:nvSpPr>
        <p:spPr>
          <a:xfrm>
            <a:off x="6699250" y="5341937"/>
            <a:ext cx="36512" cy="49212"/>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2" name="Google Shape;2352;p13"/>
          <p:cNvSpPr/>
          <p:nvPr/>
        </p:nvSpPr>
        <p:spPr>
          <a:xfrm>
            <a:off x="6761162" y="5340350"/>
            <a:ext cx="22225" cy="38100"/>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3" name="Google Shape;2353;p13"/>
          <p:cNvSpPr/>
          <p:nvPr/>
        </p:nvSpPr>
        <p:spPr>
          <a:xfrm>
            <a:off x="6677025" y="5332412"/>
            <a:ext cx="58737" cy="79375"/>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4" name="Google Shape;2354;p13"/>
          <p:cNvSpPr/>
          <p:nvPr/>
        </p:nvSpPr>
        <p:spPr>
          <a:xfrm>
            <a:off x="6757987" y="5329237"/>
            <a:ext cx="50800" cy="53975"/>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5" name="Google Shape;2355;p13"/>
          <p:cNvSpPr/>
          <p:nvPr/>
        </p:nvSpPr>
        <p:spPr>
          <a:xfrm>
            <a:off x="6656387" y="5354637"/>
            <a:ext cx="20637" cy="49212"/>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6" name="Google Shape;2356;p13"/>
          <p:cNvSpPr/>
          <p:nvPr/>
        </p:nvSpPr>
        <p:spPr>
          <a:xfrm>
            <a:off x="6799262" y="5326062"/>
            <a:ext cx="44450" cy="65087"/>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7" name="Google Shape;2357;p13"/>
          <p:cNvSpPr/>
          <p:nvPr/>
        </p:nvSpPr>
        <p:spPr>
          <a:xfrm>
            <a:off x="6751637" y="5402262"/>
            <a:ext cx="14287" cy="39687"/>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8" name="Google Shape;2358;p13"/>
          <p:cNvSpPr/>
          <p:nvPr/>
        </p:nvSpPr>
        <p:spPr>
          <a:xfrm>
            <a:off x="6745287" y="5381625"/>
            <a:ext cx="7937" cy="19050"/>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9" name="Google Shape;2359;p13"/>
          <p:cNvSpPr/>
          <p:nvPr/>
        </p:nvSpPr>
        <p:spPr>
          <a:xfrm>
            <a:off x="6738937" y="5367337"/>
            <a:ext cx="6350" cy="11112"/>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0" name="Google Shape;2360;p13"/>
          <p:cNvSpPr/>
          <p:nvPr/>
        </p:nvSpPr>
        <p:spPr>
          <a:xfrm>
            <a:off x="6732587" y="5357812"/>
            <a:ext cx="9525" cy="6350"/>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1" name="Google Shape;2361;p13"/>
          <p:cNvSpPr/>
          <p:nvPr/>
        </p:nvSpPr>
        <p:spPr>
          <a:xfrm>
            <a:off x="6689725" y="5345112"/>
            <a:ext cx="36512" cy="49212"/>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2" name="Google Shape;2362;p13"/>
          <p:cNvSpPr/>
          <p:nvPr/>
        </p:nvSpPr>
        <p:spPr>
          <a:xfrm>
            <a:off x="6750050" y="5343525"/>
            <a:ext cx="23812" cy="39687"/>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3" name="Google Shape;2363;p13"/>
          <p:cNvSpPr/>
          <p:nvPr/>
        </p:nvSpPr>
        <p:spPr>
          <a:xfrm>
            <a:off x="6667500" y="5335587"/>
            <a:ext cx="57150" cy="79375"/>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4" name="Google Shape;2364;p13"/>
          <p:cNvSpPr/>
          <p:nvPr/>
        </p:nvSpPr>
        <p:spPr>
          <a:xfrm>
            <a:off x="6748462" y="5332412"/>
            <a:ext cx="50800" cy="53975"/>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5" name="Google Shape;2365;p13"/>
          <p:cNvSpPr/>
          <p:nvPr/>
        </p:nvSpPr>
        <p:spPr>
          <a:xfrm>
            <a:off x="6648450" y="5360987"/>
            <a:ext cx="20637" cy="50800"/>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6" name="Google Shape;2366;p13"/>
          <p:cNvSpPr/>
          <p:nvPr/>
        </p:nvSpPr>
        <p:spPr>
          <a:xfrm>
            <a:off x="6789737" y="5329237"/>
            <a:ext cx="44450" cy="65087"/>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7" name="Google Shape;2367;p13"/>
          <p:cNvSpPr/>
          <p:nvPr/>
        </p:nvSpPr>
        <p:spPr>
          <a:xfrm>
            <a:off x="6746875" y="5429250"/>
            <a:ext cx="169862" cy="112712"/>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8" name="Google Shape;2368;p13"/>
          <p:cNvSpPr/>
          <p:nvPr/>
        </p:nvSpPr>
        <p:spPr>
          <a:xfrm>
            <a:off x="6761162" y="5432425"/>
            <a:ext cx="130175" cy="44450"/>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9" name="Google Shape;2369;p13"/>
          <p:cNvSpPr/>
          <p:nvPr/>
        </p:nvSpPr>
        <p:spPr>
          <a:xfrm>
            <a:off x="6729412" y="5564187"/>
            <a:ext cx="171450" cy="41275"/>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0" name="Google Shape;2370;p13"/>
          <p:cNvSpPr/>
          <p:nvPr/>
        </p:nvSpPr>
        <p:spPr>
          <a:xfrm>
            <a:off x="6713537" y="5576887"/>
            <a:ext cx="173037" cy="41275"/>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1" name="Google Shape;2371;p13"/>
          <p:cNvSpPr/>
          <p:nvPr/>
        </p:nvSpPr>
        <p:spPr>
          <a:xfrm>
            <a:off x="6740525" y="5614987"/>
            <a:ext cx="25400" cy="9525"/>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2" name="Google Shape;2372;p13"/>
          <p:cNvSpPr/>
          <p:nvPr/>
        </p:nvSpPr>
        <p:spPr>
          <a:xfrm>
            <a:off x="6745287" y="5546725"/>
            <a:ext cx="23812" cy="14287"/>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3" name="Google Shape;2373;p13"/>
          <p:cNvSpPr/>
          <p:nvPr/>
        </p:nvSpPr>
        <p:spPr>
          <a:xfrm>
            <a:off x="6877050" y="5572125"/>
            <a:ext cx="23812" cy="14287"/>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4" name="Google Shape;2374;p13"/>
          <p:cNvSpPr/>
          <p:nvPr/>
        </p:nvSpPr>
        <p:spPr>
          <a:xfrm>
            <a:off x="6770687" y="5549900"/>
            <a:ext cx="100012" cy="25400"/>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5" name="Google Shape;2375;p13"/>
          <p:cNvSpPr/>
          <p:nvPr/>
        </p:nvSpPr>
        <p:spPr>
          <a:xfrm>
            <a:off x="6770687" y="5561012"/>
            <a:ext cx="95250" cy="22225"/>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6" name="Google Shape;2376;p13"/>
          <p:cNvSpPr/>
          <p:nvPr/>
        </p:nvSpPr>
        <p:spPr>
          <a:xfrm>
            <a:off x="6770687" y="5545137"/>
            <a:ext cx="95250" cy="22225"/>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377" name="Google Shape;2377;p13"/>
          <p:cNvGrpSpPr/>
          <p:nvPr/>
        </p:nvGrpSpPr>
        <p:grpSpPr>
          <a:xfrm>
            <a:off x="6189662" y="5181600"/>
            <a:ext cx="338137" cy="282575"/>
            <a:chOff x="3899" y="3264"/>
            <a:chExt cx="213" cy="178"/>
          </a:xfrm>
        </p:grpSpPr>
        <p:sp>
          <p:nvSpPr>
            <p:cNvPr id="2378" name="Google Shape;2378;p13"/>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9" name="Google Shape;2379;p13"/>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0" name="Google Shape;2380;p13"/>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1" name="Google Shape;2381;p13"/>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2" name="Google Shape;2382;p13"/>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3" name="Google Shape;2383;p13"/>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4" name="Google Shape;2384;p13"/>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5" name="Google Shape;2385;p13"/>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6" name="Google Shape;2386;p13"/>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7" name="Google Shape;2387;p13"/>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8" name="Google Shape;2388;p13"/>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9" name="Google Shape;2389;p13"/>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0" name="Google Shape;2390;p13"/>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1" name="Google Shape;2391;p13"/>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2" name="Google Shape;2392;p13"/>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3" name="Google Shape;2393;p13"/>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4" name="Google Shape;2394;p13"/>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5" name="Google Shape;2395;p13"/>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6" name="Google Shape;2396;p13"/>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7" name="Google Shape;2397;p13"/>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8" name="Google Shape;2398;p13"/>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9" name="Google Shape;2399;p13"/>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0" name="Google Shape;2400;p13"/>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1" name="Google Shape;2401;p13"/>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2" name="Google Shape;2402;p13"/>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3" name="Google Shape;2403;p13"/>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4" name="Google Shape;2404;p13"/>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5" name="Google Shape;2405;p13"/>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6" name="Google Shape;2406;p13"/>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7" name="Google Shape;2407;p13"/>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8" name="Google Shape;2408;p13"/>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9" name="Google Shape;2409;p13"/>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0" name="Google Shape;2410;p13"/>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1" name="Google Shape;2411;p13"/>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2" name="Google Shape;2412;p13"/>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3" name="Google Shape;2413;p13"/>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4" name="Google Shape;2414;p13"/>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5" name="Google Shape;2415;p13"/>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6" name="Google Shape;2416;p13"/>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417" name="Google Shape;2417;p13"/>
          <p:cNvGrpSpPr/>
          <p:nvPr/>
        </p:nvGrpSpPr>
        <p:grpSpPr>
          <a:xfrm>
            <a:off x="5843587" y="5184775"/>
            <a:ext cx="338137" cy="282575"/>
            <a:chOff x="3899" y="3264"/>
            <a:chExt cx="213" cy="178"/>
          </a:xfrm>
        </p:grpSpPr>
        <p:sp>
          <p:nvSpPr>
            <p:cNvPr id="2418" name="Google Shape;2418;p13"/>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9" name="Google Shape;2419;p13"/>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0" name="Google Shape;2420;p13"/>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1" name="Google Shape;2421;p13"/>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2" name="Google Shape;2422;p13"/>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3" name="Google Shape;2423;p13"/>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4" name="Google Shape;2424;p13"/>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5" name="Google Shape;2425;p13"/>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6" name="Google Shape;2426;p13"/>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7" name="Google Shape;2427;p13"/>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8" name="Google Shape;2428;p13"/>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9" name="Google Shape;2429;p13"/>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0" name="Google Shape;2430;p13"/>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1" name="Google Shape;2431;p13"/>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2" name="Google Shape;2432;p13"/>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3" name="Google Shape;2433;p13"/>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4" name="Google Shape;2434;p13"/>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5" name="Google Shape;2435;p13"/>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6" name="Google Shape;2436;p13"/>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7" name="Google Shape;2437;p13"/>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8" name="Google Shape;2438;p13"/>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9" name="Google Shape;2439;p13"/>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0" name="Google Shape;2440;p13"/>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1" name="Google Shape;2441;p13"/>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2" name="Google Shape;2442;p13"/>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3" name="Google Shape;2443;p13"/>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4" name="Google Shape;2444;p13"/>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5" name="Google Shape;2445;p13"/>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6" name="Google Shape;2446;p13"/>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7" name="Google Shape;2447;p13"/>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8" name="Google Shape;2448;p13"/>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9" name="Google Shape;2449;p13"/>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0" name="Google Shape;2450;p13"/>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1" name="Google Shape;2451;p13"/>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2" name="Google Shape;2452;p13"/>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3" name="Google Shape;2453;p13"/>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4" name="Google Shape;2454;p13"/>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5" name="Google Shape;2455;p13"/>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6" name="Google Shape;2456;p13"/>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457" name="Google Shape;2457;p13"/>
          <p:cNvGrpSpPr/>
          <p:nvPr/>
        </p:nvGrpSpPr>
        <p:grpSpPr>
          <a:xfrm>
            <a:off x="5424487" y="4926012"/>
            <a:ext cx="338137" cy="282575"/>
            <a:chOff x="3899" y="3264"/>
            <a:chExt cx="213" cy="178"/>
          </a:xfrm>
        </p:grpSpPr>
        <p:sp>
          <p:nvSpPr>
            <p:cNvPr id="2458" name="Google Shape;2458;p13"/>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9" name="Google Shape;2459;p13"/>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0" name="Google Shape;2460;p13"/>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1" name="Google Shape;2461;p13"/>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2" name="Google Shape;2462;p13"/>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3" name="Google Shape;2463;p13"/>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4" name="Google Shape;2464;p13"/>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5" name="Google Shape;2465;p13"/>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6" name="Google Shape;2466;p13"/>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7" name="Google Shape;2467;p13"/>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8" name="Google Shape;2468;p13"/>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9" name="Google Shape;2469;p13"/>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0" name="Google Shape;2470;p13"/>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1" name="Google Shape;2471;p13"/>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2" name="Google Shape;2472;p13"/>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3" name="Google Shape;2473;p13"/>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4" name="Google Shape;2474;p13"/>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5" name="Google Shape;2475;p13"/>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6" name="Google Shape;2476;p13"/>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7" name="Google Shape;2477;p13"/>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8" name="Google Shape;2478;p13"/>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9" name="Google Shape;2479;p13"/>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0" name="Google Shape;2480;p13"/>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1" name="Google Shape;2481;p13"/>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2" name="Google Shape;2482;p13"/>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3" name="Google Shape;2483;p13"/>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4" name="Google Shape;2484;p13"/>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5" name="Google Shape;2485;p13"/>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6" name="Google Shape;2486;p13"/>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7" name="Google Shape;2487;p13"/>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8" name="Google Shape;2488;p13"/>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9" name="Google Shape;2489;p13"/>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0" name="Google Shape;2490;p13"/>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1" name="Google Shape;2491;p13"/>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2" name="Google Shape;2492;p13"/>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3" name="Google Shape;2493;p13"/>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4" name="Google Shape;2494;p13"/>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5" name="Google Shape;2495;p13"/>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6" name="Google Shape;2496;p13"/>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497" name="Google Shape;2497;p13"/>
          <p:cNvGrpSpPr/>
          <p:nvPr/>
        </p:nvGrpSpPr>
        <p:grpSpPr>
          <a:xfrm>
            <a:off x="5588000" y="4610100"/>
            <a:ext cx="338137" cy="282575"/>
            <a:chOff x="3899" y="3264"/>
            <a:chExt cx="213" cy="178"/>
          </a:xfrm>
        </p:grpSpPr>
        <p:sp>
          <p:nvSpPr>
            <p:cNvPr id="2498" name="Google Shape;2498;p13"/>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9" name="Google Shape;2499;p13"/>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0" name="Google Shape;2500;p13"/>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1" name="Google Shape;2501;p13"/>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2" name="Google Shape;2502;p13"/>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3" name="Google Shape;2503;p13"/>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4" name="Google Shape;2504;p13"/>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5" name="Google Shape;2505;p13"/>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6" name="Google Shape;2506;p13"/>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7" name="Google Shape;2507;p13"/>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8" name="Google Shape;2508;p13"/>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9" name="Google Shape;2509;p13"/>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0" name="Google Shape;2510;p13"/>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1" name="Google Shape;2511;p13"/>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2" name="Google Shape;2512;p13"/>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3" name="Google Shape;2513;p13"/>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4" name="Google Shape;2514;p13"/>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5" name="Google Shape;2515;p13"/>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6" name="Google Shape;2516;p13"/>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7" name="Google Shape;2517;p13"/>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8" name="Google Shape;2518;p13"/>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9" name="Google Shape;2519;p13"/>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0" name="Google Shape;2520;p13"/>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1" name="Google Shape;2521;p13"/>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2" name="Google Shape;2522;p13"/>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3" name="Google Shape;2523;p13"/>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4" name="Google Shape;2524;p13"/>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5" name="Google Shape;2525;p13"/>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6" name="Google Shape;2526;p13"/>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7" name="Google Shape;2527;p13"/>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8" name="Google Shape;2528;p13"/>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9" name="Google Shape;2529;p13"/>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0" name="Google Shape;2530;p13"/>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1" name="Google Shape;2531;p13"/>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2" name="Google Shape;2532;p13"/>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3" name="Google Shape;2533;p13"/>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4" name="Google Shape;2534;p13"/>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5" name="Google Shape;2535;p13"/>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6" name="Google Shape;2536;p13"/>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537" name="Google Shape;2537;p13"/>
          <p:cNvGrpSpPr/>
          <p:nvPr/>
        </p:nvGrpSpPr>
        <p:grpSpPr>
          <a:xfrm>
            <a:off x="5792787" y="3178175"/>
            <a:ext cx="338137" cy="282575"/>
            <a:chOff x="3899" y="3264"/>
            <a:chExt cx="213" cy="178"/>
          </a:xfrm>
        </p:grpSpPr>
        <p:sp>
          <p:nvSpPr>
            <p:cNvPr id="2538" name="Google Shape;2538;p13"/>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9" name="Google Shape;2539;p13"/>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0" name="Google Shape;2540;p13"/>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1" name="Google Shape;2541;p13"/>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2" name="Google Shape;2542;p13"/>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3" name="Google Shape;2543;p13"/>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4" name="Google Shape;2544;p13"/>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5" name="Google Shape;2545;p13"/>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6" name="Google Shape;2546;p13"/>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7" name="Google Shape;2547;p13"/>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8" name="Google Shape;2548;p13"/>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9" name="Google Shape;2549;p13"/>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0" name="Google Shape;2550;p13"/>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1" name="Google Shape;2551;p13"/>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2" name="Google Shape;2552;p13"/>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3" name="Google Shape;2553;p13"/>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4" name="Google Shape;2554;p13"/>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5" name="Google Shape;2555;p13"/>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6" name="Google Shape;2556;p13"/>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7" name="Google Shape;2557;p13"/>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8" name="Google Shape;2558;p13"/>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9" name="Google Shape;2559;p13"/>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0" name="Google Shape;2560;p13"/>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1" name="Google Shape;2561;p13"/>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2" name="Google Shape;2562;p13"/>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3" name="Google Shape;2563;p13"/>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4" name="Google Shape;2564;p13"/>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5" name="Google Shape;2565;p13"/>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6" name="Google Shape;2566;p13"/>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7" name="Google Shape;2567;p13"/>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8" name="Google Shape;2568;p13"/>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9" name="Google Shape;2569;p13"/>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0" name="Google Shape;2570;p13"/>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1" name="Google Shape;2571;p13"/>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2" name="Google Shape;2572;p13"/>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3" name="Google Shape;2573;p13"/>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4" name="Google Shape;2574;p13"/>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5" name="Google Shape;2575;p13"/>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6" name="Google Shape;2576;p13"/>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577" name="Google Shape;2577;p13"/>
          <p:cNvSpPr/>
          <p:nvPr/>
        </p:nvSpPr>
        <p:spPr>
          <a:xfrm>
            <a:off x="5494337" y="3140075"/>
            <a:ext cx="260350" cy="2682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8" name="Google Shape;2578;p13"/>
          <p:cNvSpPr/>
          <p:nvPr/>
        </p:nvSpPr>
        <p:spPr>
          <a:xfrm>
            <a:off x="5495925" y="3140075"/>
            <a:ext cx="258762" cy="268287"/>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9" name="Google Shape;2579;p13"/>
          <p:cNvSpPr/>
          <p:nvPr/>
        </p:nvSpPr>
        <p:spPr>
          <a:xfrm>
            <a:off x="5527675" y="3309937"/>
            <a:ext cx="150812" cy="46037"/>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0" name="Google Shape;2580;p13"/>
          <p:cNvSpPr/>
          <p:nvPr/>
        </p:nvSpPr>
        <p:spPr>
          <a:xfrm>
            <a:off x="5502275" y="3330575"/>
            <a:ext cx="176212" cy="71437"/>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1" name="Google Shape;2581;p13"/>
          <p:cNvSpPr/>
          <p:nvPr/>
        </p:nvSpPr>
        <p:spPr>
          <a:xfrm>
            <a:off x="5449887" y="3044825"/>
            <a:ext cx="284162" cy="3190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2" name="Google Shape;2582;p13"/>
          <p:cNvSpPr/>
          <p:nvPr/>
        </p:nvSpPr>
        <p:spPr>
          <a:xfrm>
            <a:off x="5508625" y="3065462"/>
            <a:ext cx="41275" cy="52387"/>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3" name="Google Shape;2583;p13"/>
          <p:cNvSpPr/>
          <p:nvPr/>
        </p:nvSpPr>
        <p:spPr>
          <a:xfrm>
            <a:off x="5576887" y="3063875"/>
            <a:ext cx="25400" cy="39687"/>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4" name="Google Shape;2584;p13"/>
          <p:cNvSpPr/>
          <p:nvPr/>
        </p:nvSpPr>
        <p:spPr>
          <a:xfrm>
            <a:off x="5483225" y="3054350"/>
            <a:ext cx="66675" cy="85725"/>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5" name="Google Shape;2585;p13"/>
          <p:cNvSpPr/>
          <p:nvPr/>
        </p:nvSpPr>
        <p:spPr>
          <a:xfrm>
            <a:off x="5573712" y="3051175"/>
            <a:ext cx="57150" cy="57150"/>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6" name="Google Shape;2586;p13"/>
          <p:cNvSpPr/>
          <p:nvPr/>
        </p:nvSpPr>
        <p:spPr>
          <a:xfrm>
            <a:off x="5461000" y="3078162"/>
            <a:ext cx="22225" cy="52387"/>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7" name="Google Shape;2587;p13"/>
          <p:cNvSpPr/>
          <p:nvPr/>
        </p:nvSpPr>
        <p:spPr>
          <a:xfrm>
            <a:off x="5619750" y="3048000"/>
            <a:ext cx="49212" cy="69850"/>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8" name="Google Shape;2588;p13"/>
          <p:cNvSpPr/>
          <p:nvPr/>
        </p:nvSpPr>
        <p:spPr>
          <a:xfrm>
            <a:off x="5567362" y="3128962"/>
            <a:ext cx="15875" cy="42862"/>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9" name="Google Shape;2589;p13"/>
          <p:cNvSpPr/>
          <p:nvPr/>
        </p:nvSpPr>
        <p:spPr>
          <a:xfrm>
            <a:off x="5559425" y="3106737"/>
            <a:ext cx="9525" cy="20637"/>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0" name="Google Shape;2590;p13"/>
          <p:cNvSpPr/>
          <p:nvPr/>
        </p:nvSpPr>
        <p:spPr>
          <a:xfrm>
            <a:off x="5553075" y="3092450"/>
            <a:ext cx="6350" cy="11112"/>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1" name="Google Shape;2591;p13"/>
          <p:cNvSpPr/>
          <p:nvPr/>
        </p:nvSpPr>
        <p:spPr>
          <a:xfrm>
            <a:off x="5545137" y="3081337"/>
            <a:ext cx="11112" cy="7937"/>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2" name="Google Shape;2592;p13"/>
          <p:cNvSpPr/>
          <p:nvPr/>
        </p:nvSpPr>
        <p:spPr>
          <a:xfrm>
            <a:off x="5497512" y="3068637"/>
            <a:ext cx="41275" cy="52387"/>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3" name="Google Shape;2593;p13"/>
          <p:cNvSpPr/>
          <p:nvPr/>
        </p:nvSpPr>
        <p:spPr>
          <a:xfrm>
            <a:off x="5565775" y="3067050"/>
            <a:ext cx="25400" cy="41275"/>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4" name="Google Shape;2594;p13"/>
          <p:cNvSpPr/>
          <p:nvPr/>
        </p:nvSpPr>
        <p:spPr>
          <a:xfrm>
            <a:off x="5473700" y="3059112"/>
            <a:ext cx="63500" cy="84137"/>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5" name="Google Shape;2595;p13"/>
          <p:cNvSpPr/>
          <p:nvPr/>
        </p:nvSpPr>
        <p:spPr>
          <a:xfrm>
            <a:off x="5562600" y="3054350"/>
            <a:ext cx="57150" cy="58737"/>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6" name="Google Shape;2596;p13"/>
          <p:cNvSpPr/>
          <p:nvPr/>
        </p:nvSpPr>
        <p:spPr>
          <a:xfrm>
            <a:off x="5451475" y="3086100"/>
            <a:ext cx="23812" cy="53975"/>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7" name="Google Shape;2597;p13"/>
          <p:cNvSpPr/>
          <p:nvPr/>
        </p:nvSpPr>
        <p:spPr>
          <a:xfrm>
            <a:off x="5608637" y="3051175"/>
            <a:ext cx="50800" cy="69850"/>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8" name="Google Shape;2598;p13"/>
          <p:cNvSpPr/>
          <p:nvPr/>
        </p:nvSpPr>
        <p:spPr>
          <a:xfrm>
            <a:off x="5561012" y="3157537"/>
            <a:ext cx="190500" cy="120650"/>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9" name="Google Shape;2599;p13"/>
          <p:cNvSpPr/>
          <p:nvPr/>
        </p:nvSpPr>
        <p:spPr>
          <a:xfrm>
            <a:off x="5576887" y="3160712"/>
            <a:ext cx="146050" cy="47625"/>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0" name="Google Shape;2600;p13"/>
          <p:cNvSpPr/>
          <p:nvPr/>
        </p:nvSpPr>
        <p:spPr>
          <a:xfrm>
            <a:off x="5541962" y="3302000"/>
            <a:ext cx="192087" cy="44450"/>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1" name="Google Shape;2601;p13"/>
          <p:cNvSpPr/>
          <p:nvPr/>
        </p:nvSpPr>
        <p:spPr>
          <a:xfrm>
            <a:off x="5524500" y="3314700"/>
            <a:ext cx="193675" cy="44450"/>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2" name="Google Shape;2602;p13"/>
          <p:cNvSpPr/>
          <p:nvPr/>
        </p:nvSpPr>
        <p:spPr>
          <a:xfrm>
            <a:off x="5554662" y="3355975"/>
            <a:ext cx="28575" cy="9525"/>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3" name="Google Shape;2603;p13"/>
          <p:cNvSpPr/>
          <p:nvPr/>
        </p:nvSpPr>
        <p:spPr>
          <a:xfrm>
            <a:off x="5559425" y="3282950"/>
            <a:ext cx="26987" cy="15875"/>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4" name="Google Shape;2604;p13"/>
          <p:cNvSpPr/>
          <p:nvPr/>
        </p:nvSpPr>
        <p:spPr>
          <a:xfrm>
            <a:off x="5707062" y="3309937"/>
            <a:ext cx="26987" cy="15875"/>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5" name="Google Shape;2605;p13"/>
          <p:cNvSpPr/>
          <p:nvPr/>
        </p:nvSpPr>
        <p:spPr>
          <a:xfrm>
            <a:off x="5588000" y="3286125"/>
            <a:ext cx="111125" cy="26987"/>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6" name="Google Shape;2606;p13"/>
          <p:cNvSpPr/>
          <p:nvPr/>
        </p:nvSpPr>
        <p:spPr>
          <a:xfrm>
            <a:off x="5588000" y="3298825"/>
            <a:ext cx="106362" cy="23812"/>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7" name="Google Shape;2607;p13"/>
          <p:cNvSpPr/>
          <p:nvPr/>
        </p:nvSpPr>
        <p:spPr>
          <a:xfrm>
            <a:off x="5588000" y="3281362"/>
            <a:ext cx="106362" cy="23812"/>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8" name="Google Shape;2608;p13"/>
          <p:cNvSpPr/>
          <p:nvPr/>
        </p:nvSpPr>
        <p:spPr>
          <a:xfrm>
            <a:off x="6194425" y="1831975"/>
            <a:ext cx="295275" cy="293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9" name="Google Shape;2609;p13"/>
          <p:cNvSpPr/>
          <p:nvPr/>
        </p:nvSpPr>
        <p:spPr>
          <a:xfrm>
            <a:off x="6196012" y="1831975"/>
            <a:ext cx="293687" cy="293687"/>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0" name="Google Shape;2610;p13"/>
          <p:cNvSpPr/>
          <p:nvPr/>
        </p:nvSpPr>
        <p:spPr>
          <a:xfrm>
            <a:off x="6232525" y="2019300"/>
            <a:ext cx="171450" cy="49212"/>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1" name="Google Shape;2611;p13"/>
          <p:cNvSpPr/>
          <p:nvPr/>
        </p:nvSpPr>
        <p:spPr>
          <a:xfrm>
            <a:off x="6203950" y="2041525"/>
            <a:ext cx="200025" cy="76200"/>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2" name="Google Shape;2612;p13"/>
          <p:cNvSpPr/>
          <p:nvPr/>
        </p:nvSpPr>
        <p:spPr>
          <a:xfrm>
            <a:off x="6143625" y="1728787"/>
            <a:ext cx="322262" cy="349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3" name="Google Shape;2613;p13"/>
          <p:cNvSpPr/>
          <p:nvPr/>
        </p:nvSpPr>
        <p:spPr>
          <a:xfrm>
            <a:off x="6210300" y="1751012"/>
            <a:ext cx="46037" cy="57150"/>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4" name="Google Shape;2614;p13"/>
          <p:cNvSpPr/>
          <p:nvPr/>
        </p:nvSpPr>
        <p:spPr>
          <a:xfrm>
            <a:off x="6288087" y="1749425"/>
            <a:ext cx="28575" cy="44450"/>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5" name="Google Shape;2615;p13"/>
          <p:cNvSpPr/>
          <p:nvPr/>
        </p:nvSpPr>
        <p:spPr>
          <a:xfrm>
            <a:off x="6181725" y="1739900"/>
            <a:ext cx="74612" cy="92075"/>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6" name="Google Shape;2616;p13"/>
          <p:cNvSpPr/>
          <p:nvPr/>
        </p:nvSpPr>
        <p:spPr>
          <a:xfrm>
            <a:off x="6284912" y="1736725"/>
            <a:ext cx="63500" cy="61912"/>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7" name="Google Shape;2617;p13"/>
          <p:cNvSpPr/>
          <p:nvPr/>
        </p:nvSpPr>
        <p:spPr>
          <a:xfrm>
            <a:off x="6156325" y="1765300"/>
            <a:ext cx="25400" cy="57150"/>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8" name="Google Shape;2618;p13"/>
          <p:cNvSpPr/>
          <p:nvPr/>
        </p:nvSpPr>
        <p:spPr>
          <a:xfrm>
            <a:off x="6337300" y="1731962"/>
            <a:ext cx="55562" cy="76200"/>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9" name="Google Shape;2619;p13"/>
          <p:cNvSpPr/>
          <p:nvPr/>
        </p:nvSpPr>
        <p:spPr>
          <a:xfrm>
            <a:off x="6276975" y="1820862"/>
            <a:ext cx="17462" cy="46037"/>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0" name="Google Shape;2620;p13"/>
          <p:cNvSpPr/>
          <p:nvPr/>
        </p:nvSpPr>
        <p:spPr>
          <a:xfrm>
            <a:off x="6269037" y="1797050"/>
            <a:ext cx="9525" cy="22225"/>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1" name="Google Shape;2621;p13"/>
          <p:cNvSpPr/>
          <p:nvPr/>
        </p:nvSpPr>
        <p:spPr>
          <a:xfrm>
            <a:off x="6261100" y="1781175"/>
            <a:ext cx="7937" cy="12700"/>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2" name="Google Shape;2622;p13"/>
          <p:cNvSpPr/>
          <p:nvPr/>
        </p:nvSpPr>
        <p:spPr>
          <a:xfrm>
            <a:off x="6251575" y="1770062"/>
            <a:ext cx="12700" cy="6350"/>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3" name="Google Shape;2623;p13"/>
          <p:cNvSpPr/>
          <p:nvPr/>
        </p:nvSpPr>
        <p:spPr>
          <a:xfrm>
            <a:off x="6197600" y="1754187"/>
            <a:ext cx="46037" cy="57150"/>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4" name="Google Shape;2624;p13"/>
          <p:cNvSpPr/>
          <p:nvPr/>
        </p:nvSpPr>
        <p:spPr>
          <a:xfrm>
            <a:off x="6273800" y="1752600"/>
            <a:ext cx="30162" cy="46037"/>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5" name="Google Shape;2625;p13"/>
          <p:cNvSpPr/>
          <p:nvPr/>
        </p:nvSpPr>
        <p:spPr>
          <a:xfrm>
            <a:off x="6169025" y="1743075"/>
            <a:ext cx="73025" cy="92075"/>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6" name="Google Shape;2626;p13"/>
          <p:cNvSpPr/>
          <p:nvPr/>
        </p:nvSpPr>
        <p:spPr>
          <a:xfrm>
            <a:off x="6272212" y="1739900"/>
            <a:ext cx="65087" cy="63500"/>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7" name="Google Shape;2627;p13"/>
          <p:cNvSpPr/>
          <p:nvPr/>
        </p:nvSpPr>
        <p:spPr>
          <a:xfrm>
            <a:off x="6145212" y="1773237"/>
            <a:ext cx="26987" cy="58737"/>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8" name="Google Shape;2628;p13"/>
          <p:cNvSpPr/>
          <p:nvPr/>
        </p:nvSpPr>
        <p:spPr>
          <a:xfrm>
            <a:off x="6324600" y="1736725"/>
            <a:ext cx="57150" cy="74612"/>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9" name="Google Shape;2629;p13"/>
          <p:cNvSpPr/>
          <p:nvPr/>
        </p:nvSpPr>
        <p:spPr>
          <a:xfrm>
            <a:off x="6270625" y="1852612"/>
            <a:ext cx="214312" cy="130175"/>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0" name="Google Shape;2630;p13"/>
          <p:cNvSpPr/>
          <p:nvPr/>
        </p:nvSpPr>
        <p:spPr>
          <a:xfrm>
            <a:off x="6288087" y="1855787"/>
            <a:ext cx="165100" cy="52387"/>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1" name="Google Shape;2631;p13"/>
          <p:cNvSpPr/>
          <p:nvPr/>
        </p:nvSpPr>
        <p:spPr>
          <a:xfrm>
            <a:off x="6248400" y="2009775"/>
            <a:ext cx="217487" cy="47625"/>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2" name="Google Shape;2632;p13"/>
          <p:cNvSpPr/>
          <p:nvPr/>
        </p:nvSpPr>
        <p:spPr>
          <a:xfrm>
            <a:off x="6227762" y="2024062"/>
            <a:ext cx="219075" cy="47625"/>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3" name="Google Shape;2633;p13"/>
          <p:cNvSpPr/>
          <p:nvPr/>
        </p:nvSpPr>
        <p:spPr>
          <a:xfrm>
            <a:off x="6262687" y="2068512"/>
            <a:ext cx="31750" cy="11112"/>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4" name="Google Shape;2634;p13"/>
          <p:cNvSpPr/>
          <p:nvPr/>
        </p:nvSpPr>
        <p:spPr>
          <a:xfrm>
            <a:off x="6269037" y="1989137"/>
            <a:ext cx="30162" cy="15875"/>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5" name="Google Shape;2635;p13"/>
          <p:cNvSpPr/>
          <p:nvPr/>
        </p:nvSpPr>
        <p:spPr>
          <a:xfrm>
            <a:off x="6435725" y="2019300"/>
            <a:ext cx="30162" cy="15875"/>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6" name="Google Shape;2636;p13"/>
          <p:cNvSpPr/>
          <p:nvPr/>
        </p:nvSpPr>
        <p:spPr>
          <a:xfrm>
            <a:off x="6300787" y="1992312"/>
            <a:ext cx="127000" cy="30162"/>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7" name="Google Shape;2637;p13"/>
          <p:cNvSpPr/>
          <p:nvPr/>
        </p:nvSpPr>
        <p:spPr>
          <a:xfrm>
            <a:off x="6300787" y="2005012"/>
            <a:ext cx="120650" cy="26987"/>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8" name="Google Shape;2638;p13"/>
          <p:cNvSpPr/>
          <p:nvPr/>
        </p:nvSpPr>
        <p:spPr>
          <a:xfrm>
            <a:off x="6300787" y="1987550"/>
            <a:ext cx="120650" cy="25400"/>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9" name="Google Shape;2639;p13"/>
          <p:cNvSpPr/>
          <p:nvPr/>
        </p:nvSpPr>
        <p:spPr>
          <a:xfrm flipH="1">
            <a:off x="5227637" y="2174875"/>
            <a:ext cx="517525" cy="180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0" name="Google Shape;2640;p13"/>
          <p:cNvSpPr/>
          <p:nvPr/>
        </p:nvSpPr>
        <p:spPr>
          <a:xfrm>
            <a:off x="5637212" y="1844675"/>
            <a:ext cx="46037" cy="57150"/>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1" name="Google Shape;2641;p13"/>
          <p:cNvSpPr/>
          <p:nvPr/>
        </p:nvSpPr>
        <p:spPr>
          <a:xfrm>
            <a:off x="5713412" y="1843087"/>
            <a:ext cx="30162" cy="46037"/>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2" name="Google Shape;2642;p13"/>
          <p:cNvSpPr/>
          <p:nvPr/>
        </p:nvSpPr>
        <p:spPr>
          <a:xfrm>
            <a:off x="5608637" y="1833562"/>
            <a:ext cx="73025" cy="92075"/>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3" name="Google Shape;2643;p13"/>
          <p:cNvSpPr/>
          <p:nvPr/>
        </p:nvSpPr>
        <p:spPr>
          <a:xfrm>
            <a:off x="5711825" y="1830387"/>
            <a:ext cx="65087" cy="63500"/>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4" name="Google Shape;2644;p13"/>
          <p:cNvSpPr/>
          <p:nvPr/>
        </p:nvSpPr>
        <p:spPr>
          <a:xfrm>
            <a:off x="5584825" y="1863725"/>
            <a:ext cx="26987" cy="58737"/>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5" name="Google Shape;2645;p13"/>
          <p:cNvSpPr/>
          <p:nvPr/>
        </p:nvSpPr>
        <p:spPr>
          <a:xfrm>
            <a:off x="5764212" y="1827212"/>
            <a:ext cx="57150" cy="74612"/>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646" name="Google Shape;2646;p13"/>
          <p:cNvGrpSpPr/>
          <p:nvPr/>
        </p:nvGrpSpPr>
        <p:grpSpPr>
          <a:xfrm>
            <a:off x="5367337" y="3430587"/>
            <a:ext cx="290512" cy="404812"/>
            <a:chOff x="3381" y="2161"/>
            <a:chExt cx="183" cy="255"/>
          </a:xfrm>
        </p:grpSpPr>
        <p:pic>
          <p:nvPicPr>
            <p:cNvPr descr="31u_bnrz[1]" id="2647" name="Google Shape;2647;p13"/>
            <p:cNvPicPr preferRelativeResize="0"/>
            <p:nvPr/>
          </p:nvPicPr>
          <p:blipFill rotWithShape="1">
            <a:blip r:embed="rId4">
              <a:alphaModFix/>
            </a:blip>
            <a:srcRect b="0" l="0" r="0" t="0"/>
            <a:stretch/>
          </p:blipFill>
          <p:spPr>
            <a:xfrm>
              <a:off x="3434" y="2242"/>
              <a:ext cx="121" cy="174"/>
            </a:xfrm>
            <a:prstGeom prst="rect">
              <a:avLst/>
            </a:prstGeom>
            <a:noFill/>
            <a:ln>
              <a:noFill/>
            </a:ln>
          </p:spPr>
        </p:pic>
        <p:sp>
          <p:nvSpPr>
            <p:cNvPr id="2648" name="Google Shape;2648;p13"/>
            <p:cNvSpPr/>
            <p:nvPr/>
          </p:nvSpPr>
          <p:spPr>
            <a:xfrm>
              <a:off x="3430" y="2174"/>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9" name="Google Shape;2649;p13"/>
            <p:cNvSpPr/>
            <p:nvPr/>
          </p:nvSpPr>
          <p:spPr>
            <a:xfrm>
              <a:off x="3486" y="2173"/>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0" name="Google Shape;2650;p13"/>
            <p:cNvSpPr/>
            <p:nvPr/>
          </p:nvSpPr>
          <p:spPr>
            <a:xfrm>
              <a:off x="3409" y="2166"/>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1" name="Google Shape;2651;p13"/>
            <p:cNvSpPr/>
            <p:nvPr/>
          </p:nvSpPr>
          <p:spPr>
            <a:xfrm>
              <a:off x="3485" y="2164"/>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2" name="Google Shape;2652;p13"/>
            <p:cNvSpPr/>
            <p:nvPr/>
          </p:nvSpPr>
          <p:spPr>
            <a:xfrm>
              <a:off x="3389" y="2184"/>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3" name="Google Shape;2653;p13"/>
            <p:cNvSpPr/>
            <p:nvPr/>
          </p:nvSpPr>
          <p:spPr>
            <a:xfrm>
              <a:off x="3523" y="2161"/>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4" name="Google Shape;2654;p13"/>
            <p:cNvSpPr/>
            <p:nvPr/>
          </p:nvSpPr>
          <p:spPr>
            <a:xfrm>
              <a:off x="3478" y="2222"/>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5" name="Google Shape;2655;p13"/>
            <p:cNvSpPr/>
            <p:nvPr/>
          </p:nvSpPr>
          <p:spPr>
            <a:xfrm>
              <a:off x="3472" y="2205"/>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6" name="Google Shape;2656;p13"/>
            <p:cNvSpPr/>
            <p:nvPr/>
          </p:nvSpPr>
          <p:spPr>
            <a:xfrm>
              <a:off x="3466" y="2194"/>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7" name="Google Shape;2657;p13"/>
            <p:cNvSpPr/>
            <p:nvPr/>
          </p:nvSpPr>
          <p:spPr>
            <a:xfrm>
              <a:off x="3461" y="2186"/>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8" name="Google Shape;2658;p13"/>
            <p:cNvSpPr/>
            <p:nvPr/>
          </p:nvSpPr>
          <p:spPr>
            <a:xfrm>
              <a:off x="3421" y="2176"/>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9" name="Google Shape;2659;p13"/>
            <p:cNvSpPr/>
            <p:nvPr/>
          </p:nvSpPr>
          <p:spPr>
            <a:xfrm>
              <a:off x="3477" y="2176"/>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0" name="Google Shape;2660;p13"/>
            <p:cNvSpPr/>
            <p:nvPr/>
          </p:nvSpPr>
          <p:spPr>
            <a:xfrm>
              <a:off x="3400" y="2169"/>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1" name="Google Shape;2661;p13"/>
            <p:cNvSpPr/>
            <p:nvPr/>
          </p:nvSpPr>
          <p:spPr>
            <a:xfrm>
              <a:off x="3475" y="2167"/>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2" name="Google Shape;2662;p13"/>
            <p:cNvSpPr/>
            <p:nvPr/>
          </p:nvSpPr>
          <p:spPr>
            <a:xfrm>
              <a:off x="3381" y="2190"/>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3" name="Google Shape;2663;p13"/>
            <p:cNvSpPr/>
            <p:nvPr/>
          </p:nvSpPr>
          <p:spPr>
            <a:xfrm>
              <a:off x="3514" y="2164"/>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664" name="Google Shape;2664;p13"/>
            <p:cNvGrpSpPr/>
            <p:nvPr/>
          </p:nvGrpSpPr>
          <p:grpSpPr>
            <a:xfrm>
              <a:off x="3429" y="2236"/>
              <a:ext cx="135" cy="180"/>
              <a:chOff x="3774" y="2423"/>
              <a:chExt cx="189" cy="286"/>
            </a:xfrm>
          </p:grpSpPr>
          <p:sp>
            <p:nvSpPr>
              <p:cNvPr id="2665" name="Google Shape;2665;p13"/>
              <p:cNvSpPr txBox="1"/>
              <p:nvPr/>
            </p:nvSpPr>
            <p:spPr>
              <a:xfrm>
                <a:off x="3790" y="2610"/>
                <a:ext cx="153"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6" name="Google Shape;2666;p13"/>
              <p:cNvSpPr txBox="1"/>
              <p:nvPr/>
            </p:nvSpPr>
            <p:spPr>
              <a:xfrm>
                <a:off x="3774" y="2653"/>
                <a:ext cx="189"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7" name="Google Shape;2667;p13"/>
              <p:cNvSpPr txBox="1"/>
              <p:nvPr/>
            </p:nvSpPr>
            <p:spPr>
              <a:xfrm>
                <a:off x="3808" y="2564"/>
                <a:ext cx="119"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8" name="Google Shape;2668;p13"/>
              <p:cNvSpPr txBox="1"/>
              <p:nvPr/>
            </p:nvSpPr>
            <p:spPr>
              <a:xfrm>
                <a:off x="3818" y="2518"/>
                <a:ext cx="97"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9" name="Google Shape;2669;p13"/>
              <p:cNvSpPr txBox="1"/>
              <p:nvPr/>
            </p:nvSpPr>
            <p:spPr>
              <a:xfrm>
                <a:off x="3828" y="2472"/>
                <a:ext cx="74"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0" name="Google Shape;2670;p13"/>
              <p:cNvSpPr txBox="1"/>
              <p:nvPr/>
            </p:nvSpPr>
            <p:spPr>
              <a:xfrm>
                <a:off x="3839" y="2423"/>
                <a:ext cx="51"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cxnSp>
        <p:nvCxnSpPr>
          <p:cNvPr id="2671" name="Google Shape;2671;p13"/>
          <p:cNvCxnSpPr/>
          <p:nvPr/>
        </p:nvCxnSpPr>
        <p:spPr>
          <a:xfrm flipH="1" rot="10800000">
            <a:off x="5597525" y="3663950"/>
            <a:ext cx="168275" cy="3175"/>
          </a:xfrm>
          <a:prstGeom prst="straightConnector1">
            <a:avLst/>
          </a:prstGeom>
          <a:noFill/>
          <a:ln cap="flat" cmpd="sng" w="38100">
            <a:solidFill>
              <a:srgbClr val="FF3300"/>
            </a:solidFill>
            <a:prstDash val="solid"/>
            <a:miter lim="800000"/>
            <a:headEnd len="med" w="med" type="none"/>
            <a:tailEnd len="med" w="med" type="none"/>
          </a:ln>
        </p:spPr>
      </p:cxnSp>
      <p:grpSp>
        <p:nvGrpSpPr>
          <p:cNvPr id="2672" name="Google Shape;2672;p13"/>
          <p:cNvGrpSpPr/>
          <p:nvPr/>
        </p:nvGrpSpPr>
        <p:grpSpPr>
          <a:xfrm>
            <a:off x="6791325" y="4984750"/>
            <a:ext cx="290513" cy="404812"/>
            <a:chOff x="3901" y="2524"/>
            <a:chExt cx="183" cy="255"/>
          </a:xfrm>
        </p:grpSpPr>
        <p:sp>
          <p:nvSpPr>
            <p:cNvPr id="2673" name="Google Shape;2673;p13"/>
            <p:cNvSpPr/>
            <p:nvPr/>
          </p:nvSpPr>
          <p:spPr>
            <a:xfrm>
              <a:off x="3950" y="2537"/>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4" name="Google Shape;2674;p13"/>
            <p:cNvSpPr/>
            <p:nvPr/>
          </p:nvSpPr>
          <p:spPr>
            <a:xfrm>
              <a:off x="4006" y="2536"/>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5" name="Google Shape;2675;p13"/>
            <p:cNvSpPr/>
            <p:nvPr/>
          </p:nvSpPr>
          <p:spPr>
            <a:xfrm>
              <a:off x="3929" y="2529"/>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6" name="Google Shape;2676;p13"/>
            <p:cNvSpPr/>
            <p:nvPr/>
          </p:nvSpPr>
          <p:spPr>
            <a:xfrm>
              <a:off x="4005" y="2527"/>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7" name="Google Shape;2677;p13"/>
            <p:cNvSpPr/>
            <p:nvPr/>
          </p:nvSpPr>
          <p:spPr>
            <a:xfrm>
              <a:off x="3909" y="2547"/>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8" name="Google Shape;2678;p13"/>
            <p:cNvSpPr/>
            <p:nvPr/>
          </p:nvSpPr>
          <p:spPr>
            <a:xfrm>
              <a:off x="4043" y="2524"/>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9" name="Google Shape;2679;p13"/>
            <p:cNvSpPr/>
            <p:nvPr/>
          </p:nvSpPr>
          <p:spPr>
            <a:xfrm>
              <a:off x="3998" y="2585"/>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0" name="Google Shape;2680;p13"/>
            <p:cNvSpPr/>
            <p:nvPr/>
          </p:nvSpPr>
          <p:spPr>
            <a:xfrm>
              <a:off x="3992" y="2568"/>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1" name="Google Shape;2681;p13"/>
            <p:cNvSpPr/>
            <p:nvPr/>
          </p:nvSpPr>
          <p:spPr>
            <a:xfrm>
              <a:off x="3986" y="2557"/>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2" name="Google Shape;2682;p13"/>
            <p:cNvSpPr/>
            <p:nvPr/>
          </p:nvSpPr>
          <p:spPr>
            <a:xfrm>
              <a:off x="3981" y="2549"/>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3" name="Google Shape;2683;p13"/>
            <p:cNvSpPr/>
            <p:nvPr/>
          </p:nvSpPr>
          <p:spPr>
            <a:xfrm>
              <a:off x="3941" y="2539"/>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4" name="Google Shape;2684;p13"/>
            <p:cNvSpPr/>
            <p:nvPr/>
          </p:nvSpPr>
          <p:spPr>
            <a:xfrm>
              <a:off x="3997" y="2539"/>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5" name="Google Shape;2685;p13"/>
            <p:cNvSpPr/>
            <p:nvPr/>
          </p:nvSpPr>
          <p:spPr>
            <a:xfrm>
              <a:off x="3920" y="2532"/>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6" name="Google Shape;2686;p13"/>
            <p:cNvSpPr/>
            <p:nvPr/>
          </p:nvSpPr>
          <p:spPr>
            <a:xfrm>
              <a:off x="3995" y="2530"/>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7" name="Google Shape;2687;p13"/>
            <p:cNvSpPr/>
            <p:nvPr/>
          </p:nvSpPr>
          <p:spPr>
            <a:xfrm>
              <a:off x="3901" y="2553"/>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8" name="Google Shape;2688;p13"/>
            <p:cNvSpPr/>
            <p:nvPr/>
          </p:nvSpPr>
          <p:spPr>
            <a:xfrm>
              <a:off x="4034" y="2527"/>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689" name="Google Shape;2689;p13"/>
            <p:cNvGrpSpPr/>
            <p:nvPr/>
          </p:nvGrpSpPr>
          <p:grpSpPr>
            <a:xfrm>
              <a:off x="3949" y="2599"/>
              <a:ext cx="135" cy="180"/>
              <a:chOff x="3774" y="2423"/>
              <a:chExt cx="189" cy="286"/>
            </a:xfrm>
          </p:grpSpPr>
          <p:sp>
            <p:nvSpPr>
              <p:cNvPr id="2690" name="Google Shape;2690;p13"/>
              <p:cNvSpPr txBox="1"/>
              <p:nvPr/>
            </p:nvSpPr>
            <p:spPr>
              <a:xfrm>
                <a:off x="3790" y="2610"/>
                <a:ext cx="153"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1" name="Google Shape;2691;p13"/>
              <p:cNvSpPr txBox="1"/>
              <p:nvPr/>
            </p:nvSpPr>
            <p:spPr>
              <a:xfrm>
                <a:off x="3774" y="2653"/>
                <a:ext cx="189"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2" name="Google Shape;2692;p13"/>
              <p:cNvSpPr txBox="1"/>
              <p:nvPr/>
            </p:nvSpPr>
            <p:spPr>
              <a:xfrm>
                <a:off x="3808" y="2564"/>
                <a:ext cx="119"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3" name="Google Shape;2693;p13"/>
              <p:cNvSpPr txBox="1"/>
              <p:nvPr/>
            </p:nvSpPr>
            <p:spPr>
              <a:xfrm>
                <a:off x="3818" y="2518"/>
                <a:ext cx="97"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4" name="Google Shape;2694;p13"/>
              <p:cNvSpPr txBox="1"/>
              <p:nvPr/>
            </p:nvSpPr>
            <p:spPr>
              <a:xfrm>
                <a:off x="3828" y="2472"/>
                <a:ext cx="74"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5" name="Google Shape;2695;p13"/>
              <p:cNvSpPr txBox="1"/>
              <p:nvPr/>
            </p:nvSpPr>
            <p:spPr>
              <a:xfrm>
                <a:off x="3839" y="2423"/>
                <a:ext cx="51" cy="56"/>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99" name="Shape 2699"/>
        <p:cNvGrpSpPr/>
        <p:nvPr/>
      </p:nvGrpSpPr>
      <p:grpSpPr>
        <a:xfrm>
          <a:off x="0" y="0"/>
          <a:ext cx="0" cy="0"/>
          <a:chOff x="0" y="0"/>
          <a:chExt cx="0" cy="0"/>
        </a:xfrm>
      </p:grpSpPr>
      <p:grpSp>
        <p:nvGrpSpPr>
          <p:cNvPr id="2700" name="Google Shape;2700;p14"/>
          <p:cNvGrpSpPr/>
          <p:nvPr/>
        </p:nvGrpSpPr>
        <p:grpSpPr>
          <a:xfrm>
            <a:off x="1169987" y="1319212"/>
            <a:ext cx="6375400" cy="2293937"/>
            <a:chOff x="1182688" y="1198563"/>
            <a:chExt cx="6375400" cy="2293937"/>
          </a:xfrm>
        </p:grpSpPr>
        <p:graphicFrame>
          <p:nvGraphicFramePr>
            <p:cNvPr id="2701" name="Google Shape;2701;p14"/>
            <p:cNvGraphicFramePr/>
            <p:nvPr/>
          </p:nvGraphicFramePr>
          <p:xfrm>
            <a:off x="1349375" y="1966913"/>
            <a:ext cx="611188" cy="520700"/>
          </p:xfrm>
          <a:graphic>
            <a:graphicData uri="http://schemas.openxmlformats.org/presentationml/2006/ole">
              <mc:AlternateContent>
                <mc:Choice Requires="v">
                  <p:oleObj r:id="rId4" imgH="520700" imgW="611188" progId="MS_ClipArt_Gallery.2" spid="_x0000_s1">
                    <p:embed/>
                  </p:oleObj>
                </mc:Choice>
                <mc:Fallback>
                  <p:oleObj r:id="rId5" imgH="520700" imgW="611188" progId="MS_ClipArt_Gallery.2">
                    <p:embed/>
                    <p:pic>
                      <p:nvPicPr>
                        <p:cNvPr id="2701" name="Google Shape;2701;p14"/>
                        <p:cNvPicPr preferRelativeResize="0"/>
                        <p:nvPr/>
                      </p:nvPicPr>
                      <p:blipFill rotWithShape="1">
                        <a:blip r:embed="rId6">
                          <a:alphaModFix/>
                        </a:blip>
                        <a:srcRect b="0" l="0" r="0" t="0"/>
                        <a:stretch/>
                      </p:blipFill>
                      <p:spPr>
                        <a:xfrm>
                          <a:off x="1349375" y="1966913"/>
                          <a:ext cx="611188" cy="520700"/>
                        </a:xfrm>
                        <a:prstGeom prst="rect">
                          <a:avLst/>
                        </a:prstGeom>
                        <a:noFill/>
                        <a:ln>
                          <a:noFill/>
                        </a:ln>
                      </p:spPr>
                    </p:pic>
                  </p:oleObj>
                </mc:Fallback>
              </mc:AlternateContent>
            </a:graphicData>
          </a:graphic>
        </p:graphicFrame>
        <p:sp>
          <p:nvSpPr>
            <p:cNvPr id="2702" name="Google Shape;2702;p14"/>
            <p:cNvSpPr txBox="1"/>
            <p:nvPr/>
          </p:nvSpPr>
          <p:spPr>
            <a:xfrm>
              <a:off x="2105025" y="2009775"/>
              <a:ext cx="206375" cy="4143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03" name="Google Shape;2703;p14"/>
            <p:cNvCxnSpPr/>
            <p:nvPr/>
          </p:nvCxnSpPr>
          <p:spPr>
            <a:xfrm>
              <a:off x="1952625" y="2205038"/>
              <a:ext cx="139700" cy="1587"/>
            </a:xfrm>
            <a:prstGeom prst="straightConnector1">
              <a:avLst/>
            </a:prstGeom>
            <a:noFill/>
            <a:ln cap="flat" cmpd="sng" w="9525">
              <a:solidFill>
                <a:schemeClr val="dk1"/>
              </a:solidFill>
              <a:prstDash val="solid"/>
              <a:miter lim="800000"/>
              <a:headEnd len="med" w="med" type="none"/>
              <a:tailEnd len="med" w="med" type="none"/>
            </a:ln>
          </p:spPr>
        </p:cxnSp>
        <p:sp>
          <p:nvSpPr>
            <p:cNvPr id="2704" name="Google Shape;2704;p14"/>
            <p:cNvSpPr/>
            <p:nvPr/>
          </p:nvSpPr>
          <p:spPr>
            <a:xfrm>
              <a:off x="3043238" y="1387475"/>
              <a:ext cx="2046287" cy="2049463"/>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05" name="Google Shape;2705;p14"/>
            <p:cNvSpPr/>
            <p:nvPr/>
          </p:nvSpPr>
          <p:spPr>
            <a:xfrm>
              <a:off x="3227388" y="1857375"/>
              <a:ext cx="193675" cy="193675"/>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06" name="Google Shape;2706;p14"/>
            <p:cNvSpPr/>
            <p:nvPr/>
          </p:nvSpPr>
          <p:spPr>
            <a:xfrm>
              <a:off x="4543425" y="2163763"/>
              <a:ext cx="193675" cy="193675"/>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07" name="Google Shape;2707;p14"/>
            <p:cNvSpPr/>
            <p:nvPr/>
          </p:nvSpPr>
          <p:spPr>
            <a:xfrm>
              <a:off x="4017963" y="2701925"/>
              <a:ext cx="193675" cy="193675"/>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08" name="Google Shape;2708;p14"/>
            <p:cNvCxnSpPr/>
            <p:nvPr/>
          </p:nvCxnSpPr>
          <p:spPr>
            <a:xfrm flipH="1" rot="10800000">
              <a:off x="2312988" y="1981200"/>
              <a:ext cx="928687" cy="247650"/>
            </a:xfrm>
            <a:prstGeom prst="straightConnector1">
              <a:avLst/>
            </a:prstGeom>
            <a:noFill/>
            <a:ln cap="flat" cmpd="sng" w="9525">
              <a:solidFill>
                <a:schemeClr val="dk1"/>
              </a:solidFill>
              <a:prstDash val="solid"/>
              <a:miter lim="800000"/>
              <a:headEnd len="med" w="med" type="none"/>
              <a:tailEnd len="med" w="med" type="none"/>
            </a:ln>
          </p:spPr>
        </p:cxnSp>
        <p:cxnSp>
          <p:nvCxnSpPr>
            <p:cNvPr id="2709" name="Google Shape;2709;p14"/>
            <p:cNvCxnSpPr/>
            <p:nvPr/>
          </p:nvCxnSpPr>
          <p:spPr>
            <a:xfrm>
              <a:off x="3367088" y="2008188"/>
              <a:ext cx="720725" cy="720725"/>
            </a:xfrm>
            <a:prstGeom prst="straightConnector1">
              <a:avLst/>
            </a:prstGeom>
            <a:noFill/>
            <a:ln cap="flat" cmpd="sng" w="9525">
              <a:solidFill>
                <a:schemeClr val="dk1"/>
              </a:solidFill>
              <a:prstDash val="solid"/>
              <a:miter lim="800000"/>
              <a:headEnd len="med" w="med" type="none"/>
              <a:tailEnd len="med" w="med" type="none"/>
            </a:ln>
          </p:spPr>
        </p:cxnSp>
        <p:cxnSp>
          <p:nvCxnSpPr>
            <p:cNvPr id="2710" name="Google Shape;2710;p14"/>
            <p:cNvCxnSpPr/>
            <p:nvPr/>
          </p:nvCxnSpPr>
          <p:spPr>
            <a:xfrm flipH="1" rot="10800000">
              <a:off x="4197350" y="2312988"/>
              <a:ext cx="388938" cy="403225"/>
            </a:xfrm>
            <a:prstGeom prst="straightConnector1">
              <a:avLst/>
            </a:prstGeom>
            <a:noFill/>
            <a:ln cap="flat" cmpd="sng" w="9525">
              <a:solidFill>
                <a:schemeClr val="dk1"/>
              </a:solidFill>
              <a:prstDash val="solid"/>
              <a:miter lim="800000"/>
              <a:headEnd len="med" w="med" type="none"/>
              <a:tailEnd len="med" w="med" type="none"/>
            </a:ln>
          </p:spPr>
        </p:cxnSp>
        <p:sp>
          <p:nvSpPr>
            <p:cNvPr id="2711" name="Google Shape;2711;p14"/>
            <p:cNvSpPr txBox="1"/>
            <p:nvPr/>
          </p:nvSpPr>
          <p:spPr>
            <a:xfrm>
              <a:off x="3816350" y="1517650"/>
              <a:ext cx="993775"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telephone</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network</a:t>
              </a:r>
              <a:endParaRPr/>
            </a:p>
          </p:txBody>
        </p:sp>
        <p:cxnSp>
          <p:nvCxnSpPr>
            <p:cNvPr id="2712" name="Google Shape;2712;p14"/>
            <p:cNvCxnSpPr/>
            <p:nvPr/>
          </p:nvCxnSpPr>
          <p:spPr>
            <a:xfrm flipH="1" rot="10800000">
              <a:off x="4681538" y="2244725"/>
              <a:ext cx="485775" cy="14288"/>
            </a:xfrm>
            <a:prstGeom prst="straightConnector1">
              <a:avLst/>
            </a:prstGeom>
            <a:noFill/>
            <a:ln cap="flat" cmpd="sng" w="9525">
              <a:solidFill>
                <a:schemeClr val="dk1"/>
              </a:solidFill>
              <a:prstDash val="solid"/>
              <a:miter lim="800000"/>
              <a:headEnd len="med" w="med" type="none"/>
              <a:tailEnd len="med" w="med" type="none"/>
            </a:ln>
          </p:spPr>
        </p:cxnSp>
        <p:sp>
          <p:nvSpPr>
            <p:cNvPr id="2713" name="Google Shape;2713;p14"/>
            <p:cNvSpPr/>
            <p:nvPr/>
          </p:nvSpPr>
          <p:spPr>
            <a:xfrm>
              <a:off x="5511800" y="1443038"/>
              <a:ext cx="2046288" cy="2049462"/>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714" name="Google Shape;2714;p14"/>
            <p:cNvGrpSpPr/>
            <p:nvPr/>
          </p:nvGrpSpPr>
          <p:grpSpPr>
            <a:xfrm>
              <a:off x="5665788" y="2116138"/>
              <a:ext cx="569912" cy="285750"/>
              <a:chOff x="533" y="321"/>
              <a:chExt cx="359" cy="180"/>
            </a:xfrm>
          </p:grpSpPr>
          <p:grpSp>
            <p:nvGrpSpPr>
              <p:cNvPr id="2715" name="Google Shape;2715;p14"/>
              <p:cNvGrpSpPr/>
              <p:nvPr/>
            </p:nvGrpSpPr>
            <p:grpSpPr>
              <a:xfrm>
                <a:off x="533" y="321"/>
                <a:ext cx="359" cy="180"/>
                <a:chOff x="1009" y="655"/>
                <a:chExt cx="359" cy="180"/>
              </a:xfrm>
            </p:grpSpPr>
            <p:sp>
              <p:nvSpPr>
                <p:cNvPr id="2716" name="Google Shape;2716;p14"/>
                <p:cNvSpPr/>
                <p:nvPr/>
              </p:nvSpPr>
              <p:spPr>
                <a:xfrm>
                  <a:off x="1012" y="735"/>
                  <a:ext cx="356" cy="100"/>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17" name="Google Shape;2717;p14"/>
                <p:cNvCxnSpPr/>
                <p:nvPr/>
              </p:nvCxnSpPr>
              <p:spPr>
                <a:xfrm>
                  <a:off x="1012" y="727"/>
                  <a:ext cx="0" cy="62"/>
                </a:xfrm>
                <a:prstGeom prst="straightConnector1">
                  <a:avLst/>
                </a:prstGeom>
                <a:noFill/>
                <a:ln cap="flat" cmpd="sng" w="12700">
                  <a:solidFill>
                    <a:schemeClr val="dk1"/>
                  </a:solidFill>
                  <a:prstDash val="solid"/>
                  <a:miter lim="800000"/>
                  <a:headEnd len="med" w="med" type="none"/>
                  <a:tailEnd len="med" w="med" type="none"/>
                </a:ln>
              </p:spPr>
            </p:cxnSp>
            <p:cxnSp>
              <p:nvCxnSpPr>
                <p:cNvPr id="2718" name="Google Shape;2718;p14"/>
                <p:cNvCxnSpPr/>
                <p:nvPr/>
              </p:nvCxnSpPr>
              <p:spPr>
                <a:xfrm>
                  <a:off x="1368" y="727"/>
                  <a:ext cx="0" cy="62"/>
                </a:xfrm>
                <a:prstGeom prst="straightConnector1">
                  <a:avLst/>
                </a:prstGeom>
                <a:noFill/>
                <a:ln cap="flat" cmpd="sng" w="12700">
                  <a:solidFill>
                    <a:schemeClr val="dk1"/>
                  </a:solidFill>
                  <a:prstDash val="solid"/>
                  <a:miter lim="800000"/>
                  <a:headEnd len="med" w="med" type="none"/>
                  <a:tailEnd len="med" w="med" type="none"/>
                </a:ln>
              </p:spPr>
            </p:cxnSp>
            <p:sp>
              <p:nvSpPr>
                <p:cNvPr id="2719" name="Google Shape;2719;p14"/>
                <p:cNvSpPr txBox="1"/>
                <p:nvPr/>
              </p:nvSpPr>
              <p:spPr>
                <a:xfrm>
                  <a:off x="1012" y="727"/>
                  <a:ext cx="353" cy="61"/>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20" name="Google Shape;2720;p14"/>
                <p:cNvSpPr/>
                <p:nvPr/>
              </p:nvSpPr>
              <p:spPr>
                <a:xfrm>
                  <a:off x="1009" y="655"/>
                  <a:ext cx="356" cy="116"/>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721" name="Google Shape;2721;p14"/>
                <p:cNvGrpSpPr/>
                <p:nvPr/>
              </p:nvGrpSpPr>
              <p:grpSpPr>
                <a:xfrm>
                  <a:off x="1095" y="681"/>
                  <a:ext cx="176" cy="68"/>
                  <a:chOff x="2848" y="848"/>
                  <a:chExt cx="140" cy="98"/>
                </a:xfrm>
              </p:grpSpPr>
              <p:cxnSp>
                <p:nvCxnSpPr>
                  <p:cNvPr id="2722" name="Google Shape;2722;p1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723" name="Google Shape;2723;p1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724" name="Google Shape;2724;p1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725" name="Google Shape;2725;p14"/>
                <p:cNvGrpSpPr/>
                <p:nvPr/>
              </p:nvGrpSpPr>
              <p:grpSpPr>
                <a:xfrm flipH="1" rot="10800000">
                  <a:off x="1095" y="680"/>
                  <a:ext cx="176" cy="68"/>
                  <a:chOff x="2848" y="848"/>
                  <a:chExt cx="140" cy="98"/>
                </a:xfrm>
              </p:grpSpPr>
              <p:cxnSp>
                <p:nvCxnSpPr>
                  <p:cNvPr id="2726" name="Google Shape;2726;p1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727" name="Google Shape;2727;p1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728" name="Google Shape;2728;p1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2729" name="Google Shape;2729;p14"/>
              <p:cNvCxnSpPr/>
              <p:nvPr/>
            </p:nvCxnSpPr>
            <p:spPr>
              <a:xfrm>
                <a:off x="535" y="368"/>
                <a:ext cx="0" cy="62"/>
              </a:xfrm>
              <a:prstGeom prst="straightConnector1">
                <a:avLst/>
              </a:prstGeom>
              <a:noFill/>
              <a:ln cap="flat" cmpd="sng" w="12700">
                <a:solidFill>
                  <a:schemeClr val="dk1"/>
                </a:solidFill>
                <a:prstDash val="solid"/>
                <a:miter lim="800000"/>
                <a:headEnd len="med" w="med" type="none"/>
                <a:tailEnd len="med" w="med" type="none"/>
              </a:ln>
            </p:spPr>
          </p:cxnSp>
        </p:grpSp>
        <p:cxnSp>
          <p:nvCxnSpPr>
            <p:cNvPr id="2730" name="Google Shape;2730;p14"/>
            <p:cNvCxnSpPr/>
            <p:nvPr/>
          </p:nvCxnSpPr>
          <p:spPr>
            <a:xfrm rot="10800000">
              <a:off x="5346700" y="2244725"/>
              <a:ext cx="319088" cy="14288"/>
            </a:xfrm>
            <a:prstGeom prst="straightConnector1">
              <a:avLst/>
            </a:prstGeom>
            <a:noFill/>
            <a:ln cap="flat" cmpd="sng" w="9525">
              <a:solidFill>
                <a:schemeClr val="dk1"/>
              </a:solidFill>
              <a:prstDash val="solid"/>
              <a:miter lim="800000"/>
              <a:headEnd len="med" w="med" type="none"/>
              <a:tailEnd len="med" w="med" type="none"/>
            </a:ln>
          </p:spPr>
        </p:cxnSp>
        <p:sp>
          <p:nvSpPr>
            <p:cNvPr id="2731" name="Google Shape;2731;p14"/>
            <p:cNvSpPr txBox="1"/>
            <p:nvPr/>
          </p:nvSpPr>
          <p:spPr>
            <a:xfrm>
              <a:off x="6045200" y="1727200"/>
              <a:ext cx="91598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Internet</a:t>
              </a:r>
              <a:endParaRPr/>
            </a:p>
          </p:txBody>
        </p:sp>
        <p:sp>
          <p:nvSpPr>
            <p:cNvPr id="2732" name="Google Shape;2732;p14"/>
            <p:cNvSpPr txBox="1"/>
            <p:nvPr/>
          </p:nvSpPr>
          <p:spPr>
            <a:xfrm>
              <a:off x="2070100" y="2500313"/>
              <a:ext cx="755650" cy="730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home</a:t>
              </a:r>
              <a:br>
                <a:rPr b="0" i="0" lang="en-US" sz="1400" u="none">
                  <a:solidFill>
                    <a:schemeClr val="dk1"/>
                  </a:solidFill>
                  <a:latin typeface="Times New Roman"/>
                  <a:ea typeface="Times New Roman"/>
                  <a:cs typeface="Times New Roman"/>
                  <a:sym typeface="Times New Roman"/>
                </a:rPr>
              </a:br>
              <a:r>
                <a:rPr b="0" i="0" lang="en-US" sz="1400" u="none">
                  <a:solidFill>
                    <a:schemeClr val="dk1"/>
                  </a:solidFill>
                  <a:latin typeface="Times New Roman"/>
                  <a:ea typeface="Times New Roman"/>
                  <a:cs typeface="Times New Roman"/>
                  <a:sym typeface="Times New Roman"/>
                </a:rPr>
                <a:t>dial-up</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modem</a:t>
              </a:r>
              <a:endParaRPr/>
            </a:p>
          </p:txBody>
        </p:sp>
        <p:sp>
          <p:nvSpPr>
            <p:cNvPr id="2733" name="Google Shape;2733;p14"/>
            <p:cNvSpPr txBox="1"/>
            <p:nvPr/>
          </p:nvSpPr>
          <p:spPr>
            <a:xfrm>
              <a:off x="4992688" y="2584450"/>
              <a:ext cx="1065212" cy="730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ISP</a:t>
              </a:r>
              <a:br>
                <a:rPr b="0" i="0" lang="en-US" sz="1400" u="none">
                  <a:solidFill>
                    <a:schemeClr val="dk1"/>
                  </a:solidFill>
                  <a:latin typeface="Times New Roman"/>
                  <a:ea typeface="Times New Roman"/>
                  <a:cs typeface="Times New Roman"/>
                  <a:sym typeface="Times New Roman"/>
                </a:rPr>
              </a:br>
              <a:r>
                <a:rPr b="0" i="0" lang="en-US" sz="1400" u="none">
                  <a:solidFill>
                    <a:schemeClr val="dk1"/>
                  </a:solidFill>
                  <a:latin typeface="Times New Roman"/>
                  <a:ea typeface="Times New Roman"/>
                  <a:cs typeface="Times New Roman"/>
                  <a:sym typeface="Times New Roman"/>
                </a:rPr>
                <a:t>modem</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(e.g., AOL)</a:t>
              </a:r>
              <a:endParaRPr/>
            </a:p>
          </p:txBody>
        </p:sp>
        <p:sp>
          <p:nvSpPr>
            <p:cNvPr id="2734" name="Google Shape;2734;p14"/>
            <p:cNvSpPr txBox="1"/>
            <p:nvPr/>
          </p:nvSpPr>
          <p:spPr>
            <a:xfrm>
              <a:off x="1182688" y="2598738"/>
              <a:ext cx="6159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home</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PC</a:t>
              </a:r>
              <a:endParaRPr/>
            </a:p>
          </p:txBody>
        </p:sp>
        <p:sp>
          <p:nvSpPr>
            <p:cNvPr id="2735" name="Google Shape;2735;p14"/>
            <p:cNvSpPr txBox="1"/>
            <p:nvPr/>
          </p:nvSpPr>
          <p:spPr>
            <a:xfrm>
              <a:off x="3019425" y="1677988"/>
              <a:ext cx="623888" cy="54133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36" name="Google Shape;2736;p14"/>
            <p:cNvSpPr txBox="1"/>
            <p:nvPr/>
          </p:nvSpPr>
          <p:spPr>
            <a:xfrm>
              <a:off x="2554288" y="1198563"/>
              <a:ext cx="828675"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central </a:t>
              </a:r>
              <a:br>
                <a:rPr b="0" i="0" lang="en-US" sz="1400" u="none">
                  <a:solidFill>
                    <a:schemeClr val="dk1"/>
                  </a:solidFill>
                  <a:latin typeface="Times New Roman"/>
                  <a:ea typeface="Times New Roman"/>
                  <a:cs typeface="Times New Roman"/>
                  <a:sym typeface="Times New Roman"/>
                </a:rPr>
              </a:br>
              <a:r>
                <a:rPr b="0" i="0" lang="en-US" sz="1400" u="none">
                  <a:solidFill>
                    <a:schemeClr val="dk1"/>
                  </a:solidFill>
                  <a:latin typeface="Times New Roman"/>
                  <a:ea typeface="Times New Roman"/>
                  <a:cs typeface="Times New Roman"/>
                  <a:sym typeface="Times New Roman"/>
                </a:rPr>
                <a:t>office</a:t>
              </a:r>
              <a:endParaRPr/>
            </a:p>
          </p:txBody>
        </p:sp>
        <p:sp>
          <p:nvSpPr>
            <p:cNvPr id="2737" name="Google Shape;2737;p14"/>
            <p:cNvSpPr txBox="1"/>
            <p:nvPr/>
          </p:nvSpPr>
          <p:spPr>
            <a:xfrm>
              <a:off x="5095386" y="2052417"/>
              <a:ext cx="206375" cy="4143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738" name="Google Shape;2738;p14"/>
          <p:cNvSpPr txBox="1"/>
          <p:nvPr/>
        </p:nvSpPr>
        <p:spPr>
          <a:xfrm>
            <a:off x="717550" y="3867150"/>
            <a:ext cx="7920037" cy="2587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342900" lvl="0" marL="342900" marR="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Uses existing telephony infrastructure</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Home is connected to </a:t>
            </a:r>
            <a:r>
              <a:rPr b="0" i="0" lang="en-US" sz="2400" u="none" cap="none" strike="noStrike">
                <a:solidFill>
                  <a:srgbClr val="FF0000"/>
                </a:solidFill>
                <a:latin typeface="Comic Sans MS"/>
                <a:ea typeface="Comic Sans MS"/>
                <a:cs typeface="Comic Sans MS"/>
                <a:sym typeface="Comic Sans MS"/>
              </a:rPr>
              <a:t>central office</a:t>
            </a:r>
            <a:endParaRPr/>
          </a:p>
          <a:p>
            <a:pPr indent="-342900" lvl="0" marL="342900" marR="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up to 56Kbps direct access to router (often less)</a:t>
            </a:r>
            <a:endParaRPr/>
          </a:p>
          <a:p>
            <a:pPr indent="-342900" lvl="0" marL="342900" marR="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Can’t surf and phone at same time: not </a:t>
            </a:r>
            <a:r>
              <a:rPr b="0" i="0" lang="en-US" sz="2400" u="none">
                <a:solidFill>
                  <a:srgbClr val="FF0000"/>
                </a:solidFill>
                <a:latin typeface="Comic Sans MS"/>
                <a:ea typeface="Comic Sans MS"/>
                <a:cs typeface="Comic Sans MS"/>
                <a:sym typeface="Comic Sans MS"/>
              </a:rPr>
              <a:t>“always on”</a:t>
            </a:r>
            <a:endParaRPr/>
          </a:p>
        </p:txBody>
      </p:sp>
      <p:sp>
        <p:nvSpPr>
          <p:cNvPr id="2739" name="Google Shape;2739;p14"/>
          <p:cNvSpPr txBox="1"/>
          <p:nvPr>
            <p:ph type="title"/>
          </p:nvPr>
        </p:nvSpPr>
        <p:spPr>
          <a:xfrm>
            <a:off x="392112" y="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Dial-up Modem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3" name="Shape 2743"/>
        <p:cNvGrpSpPr/>
        <p:nvPr/>
      </p:nvGrpSpPr>
      <p:grpSpPr>
        <a:xfrm>
          <a:off x="0" y="0"/>
          <a:ext cx="0" cy="0"/>
          <a:chOff x="0" y="0"/>
          <a:chExt cx="0" cy="0"/>
        </a:xfrm>
      </p:grpSpPr>
      <p:grpSp>
        <p:nvGrpSpPr>
          <p:cNvPr id="2744" name="Google Shape;2744;p15"/>
          <p:cNvGrpSpPr/>
          <p:nvPr/>
        </p:nvGrpSpPr>
        <p:grpSpPr>
          <a:xfrm>
            <a:off x="854075" y="899719"/>
            <a:ext cx="5551487" cy="3877068"/>
            <a:chOff x="738188" y="861620"/>
            <a:chExt cx="5551487" cy="3877068"/>
          </a:xfrm>
        </p:grpSpPr>
        <p:graphicFrame>
          <p:nvGraphicFramePr>
            <p:cNvPr id="2745" name="Google Shape;2745;p15"/>
            <p:cNvGraphicFramePr/>
            <p:nvPr/>
          </p:nvGraphicFramePr>
          <p:xfrm>
            <a:off x="768350" y="3381375"/>
            <a:ext cx="611188" cy="520700"/>
          </p:xfrm>
          <a:graphic>
            <a:graphicData uri="http://schemas.openxmlformats.org/presentationml/2006/ole">
              <mc:AlternateContent>
                <mc:Choice Requires="v">
                  <p:oleObj r:id="rId4" imgH="520700" imgW="611188" progId="MS_ClipArt_Gallery.2" spid="_x0000_s1">
                    <p:embed/>
                  </p:oleObj>
                </mc:Choice>
                <mc:Fallback>
                  <p:oleObj r:id="rId5" imgH="520700" imgW="611188" progId="MS_ClipArt_Gallery.2">
                    <p:embed/>
                    <p:pic>
                      <p:nvPicPr>
                        <p:cNvPr id="2745" name="Google Shape;2745;p15"/>
                        <p:cNvPicPr preferRelativeResize="0"/>
                        <p:nvPr/>
                      </p:nvPicPr>
                      <p:blipFill rotWithShape="1">
                        <a:blip r:embed="rId6">
                          <a:alphaModFix/>
                        </a:blip>
                        <a:srcRect b="0" l="0" r="0" t="0"/>
                        <a:stretch/>
                      </p:blipFill>
                      <p:spPr>
                        <a:xfrm>
                          <a:off x="768350" y="3381375"/>
                          <a:ext cx="611188" cy="520700"/>
                        </a:xfrm>
                        <a:prstGeom prst="rect">
                          <a:avLst/>
                        </a:prstGeom>
                        <a:noFill/>
                        <a:ln>
                          <a:noFill/>
                        </a:ln>
                      </p:spPr>
                    </p:pic>
                  </p:oleObj>
                </mc:Fallback>
              </mc:AlternateContent>
            </a:graphicData>
          </a:graphic>
        </p:graphicFrame>
        <p:sp>
          <p:nvSpPr>
            <p:cNvPr id="2746" name="Google Shape;2746;p15"/>
            <p:cNvSpPr txBox="1"/>
            <p:nvPr/>
          </p:nvSpPr>
          <p:spPr>
            <a:xfrm>
              <a:off x="1731963" y="2867025"/>
              <a:ext cx="288925" cy="62388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747" name="Google Shape;2747;p15"/>
            <p:cNvGrpSpPr/>
            <p:nvPr/>
          </p:nvGrpSpPr>
          <p:grpSpPr>
            <a:xfrm>
              <a:off x="4192588" y="2689225"/>
              <a:ext cx="2097087" cy="2049463"/>
              <a:chOff x="1769" y="1380"/>
              <a:chExt cx="1321" cy="1291"/>
            </a:xfrm>
          </p:grpSpPr>
          <p:sp>
            <p:nvSpPr>
              <p:cNvPr id="2748" name="Google Shape;2748;p15"/>
              <p:cNvSpPr/>
              <p:nvPr/>
            </p:nvSpPr>
            <p:spPr>
              <a:xfrm>
                <a:off x="1769" y="1380"/>
                <a:ext cx="1289" cy="1291"/>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49" name="Google Shape;2749;p15"/>
              <p:cNvSpPr/>
              <p:nvPr/>
            </p:nvSpPr>
            <p:spPr>
              <a:xfrm>
                <a:off x="1885" y="1676"/>
                <a:ext cx="122" cy="122"/>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50" name="Google Shape;2750;p15"/>
              <p:cNvSpPr/>
              <p:nvPr/>
            </p:nvSpPr>
            <p:spPr>
              <a:xfrm>
                <a:off x="2714" y="1869"/>
                <a:ext cx="122" cy="122"/>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51" name="Google Shape;2751;p15"/>
              <p:cNvSpPr/>
              <p:nvPr/>
            </p:nvSpPr>
            <p:spPr>
              <a:xfrm>
                <a:off x="2383" y="2208"/>
                <a:ext cx="122" cy="122"/>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52" name="Google Shape;2752;p15"/>
              <p:cNvCxnSpPr/>
              <p:nvPr/>
            </p:nvCxnSpPr>
            <p:spPr>
              <a:xfrm>
                <a:off x="1973" y="1771"/>
                <a:ext cx="454" cy="454"/>
              </a:xfrm>
              <a:prstGeom prst="straightConnector1">
                <a:avLst/>
              </a:prstGeom>
              <a:noFill/>
              <a:ln cap="flat" cmpd="sng" w="9525">
                <a:solidFill>
                  <a:schemeClr val="dk1"/>
                </a:solidFill>
                <a:prstDash val="solid"/>
                <a:miter lim="800000"/>
                <a:headEnd len="med" w="med" type="none"/>
                <a:tailEnd len="med" w="med" type="none"/>
              </a:ln>
            </p:spPr>
          </p:cxnSp>
          <p:cxnSp>
            <p:nvCxnSpPr>
              <p:cNvPr id="2753" name="Google Shape;2753;p15"/>
              <p:cNvCxnSpPr/>
              <p:nvPr/>
            </p:nvCxnSpPr>
            <p:spPr>
              <a:xfrm flipH="1" rot="10800000">
                <a:off x="2496" y="1963"/>
                <a:ext cx="245" cy="254"/>
              </a:xfrm>
              <a:prstGeom prst="straightConnector1">
                <a:avLst/>
              </a:prstGeom>
              <a:noFill/>
              <a:ln cap="flat" cmpd="sng" w="9525">
                <a:solidFill>
                  <a:schemeClr val="dk1"/>
                </a:solidFill>
                <a:prstDash val="solid"/>
                <a:miter lim="800000"/>
                <a:headEnd len="med" w="med" type="none"/>
                <a:tailEnd len="med" w="med" type="none"/>
              </a:ln>
            </p:spPr>
          </p:cxnSp>
          <p:sp>
            <p:nvSpPr>
              <p:cNvPr id="2754" name="Google Shape;2754;p15"/>
              <p:cNvSpPr txBox="1"/>
              <p:nvPr/>
            </p:nvSpPr>
            <p:spPr>
              <a:xfrm>
                <a:off x="2063" y="1514"/>
                <a:ext cx="626" cy="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telephone</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network</a:t>
                </a:r>
                <a:endParaRPr/>
              </a:p>
            </p:txBody>
          </p:sp>
          <p:cxnSp>
            <p:nvCxnSpPr>
              <p:cNvPr id="2755" name="Google Shape;2755;p15"/>
              <p:cNvCxnSpPr/>
              <p:nvPr/>
            </p:nvCxnSpPr>
            <p:spPr>
              <a:xfrm flipH="1" rot="10800000">
                <a:off x="2784" y="1911"/>
                <a:ext cx="306" cy="9"/>
              </a:xfrm>
              <a:prstGeom prst="straightConnector1">
                <a:avLst/>
              </a:prstGeom>
              <a:noFill/>
              <a:ln cap="flat" cmpd="sng" w="9525">
                <a:solidFill>
                  <a:schemeClr val="dk1"/>
                </a:solidFill>
                <a:prstDash val="solid"/>
                <a:miter lim="800000"/>
                <a:headEnd len="med" w="med" type="none"/>
                <a:tailEnd len="med" w="med" type="none"/>
              </a:ln>
            </p:spPr>
          </p:cxnSp>
        </p:grpSp>
        <p:sp>
          <p:nvSpPr>
            <p:cNvPr id="2756" name="Google Shape;2756;p15"/>
            <p:cNvSpPr txBox="1"/>
            <p:nvPr/>
          </p:nvSpPr>
          <p:spPr>
            <a:xfrm>
              <a:off x="1585913" y="3511550"/>
              <a:ext cx="7556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DSL</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modem</a:t>
              </a:r>
              <a:endParaRPr/>
            </a:p>
          </p:txBody>
        </p:sp>
        <p:sp>
          <p:nvSpPr>
            <p:cNvPr id="2757" name="Google Shape;2757;p15"/>
            <p:cNvSpPr txBox="1"/>
            <p:nvPr/>
          </p:nvSpPr>
          <p:spPr>
            <a:xfrm>
              <a:off x="738188" y="3983038"/>
              <a:ext cx="6159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home</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PC</a:t>
              </a:r>
              <a:endParaRPr/>
            </a:p>
          </p:txBody>
        </p:sp>
        <p:graphicFrame>
          <p:nvGraphicFramePr>
            <p:cNvPr id="2758" name="Google Shape;2758;p15"/>
            <p:cNvGraphicFramePr/>
            <p:nvPr/>
          </p:nvGraphicFramePr>
          <p:xfrm>
            <a:off x="1179513" y="2239963"/>
            <a:ext cx="490537" cy="369887"/>
          </p:xfrm>
          <a:graphic>
            <a:graphicData uri="http://schemas.openxmlformats.org/presentationml/2006/ole">
              <mc:AlternateContent>
                <mc:Choice Requires="v">
                  <p:oleObj r:id="rId7" imgH="369887" imgW="490537" progId="MS_ClipArt_Gallery.2" spid="_x0000_s2">
                    <p:embed/>
                  </p:oleObj>
                </mc:Choice>
                <mc:Fallback>
                  <p:oleObj r:id="rId8" imgH="369887" imgW="490537" progId="MS_ClipArt_Gallery.2">
                    <p:embed/>
                    <p:pic>
                      <p:nvPicPr>
                        <p:cNvPr id="2758" name="Google Shape;2758;p15"/>
                        <p:cNvPicPr preferRelativeResize="0"/>
                        <p:nvPr/>
                      </p:nvPicPr>
                      <p:blipFill rotWithShape="1">
                        <a:blip r:embed="rId9">
                          <a:alphaModFix/>
                        </a:blip>
                        <a:srcRect b="0" l="0" r="0" t="0"/>
                        <a:stretch/>
                      </p:blipFill>
                      <p:spPr>
                        <a:xfrm>
                          <a:off x="1179513" y="2239963"/>
                          <a:ext cx="490537" cy="369887"/>
                        </a:xfrm>
                        <a:prstGeom prst="rect">
                          <a:avLst/>
                        </a:prstGeom>
                        <a:noFill/>
                        <a:ln>
                          <a:noFill/>
                        </a:ln>
                      </p:spPr>
                    </p:pic>
                  </p:oleObj>
                </mc:Fallback>
              </mc:AlternateContent>
            </a:graphicData>
          </a:graphic>
        </p:graphicFrame>
        <p:sp>
          <p:nvSpPr>
            <p:cNvPr id="2759" name="Google Shape;2759;p15"/>
            <p:cNvSpPr txBox="1"/>
            <p:nvPr/>
          </p:nvSpPr>
          <p:spPr>
            <a:xfrm>
              <a:off x="1001713" y="1641475"/>
              <a:ext cx="6667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home</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phone</a:t>
              </a:r>
              <a:endParaRPr/>
            </a:p>
          </p:txBody>
        </p:sp>
        <p:cxnSp>
          <p:nvCxnSpPr>
            <p:cNvPr id="2760" name="Google Shape;2760;p15"/>
            <p:cNvCxnSpPr/>
            <p:nvPr/>
          </p:nvCxnSpPr>
          <p:spPr>
            <a:xfrm>
              <a:off x="1568450" y="2479675"/>
              <a:ext cx="885825" cy="525463"/>
            </a:xfrm>
            <a:prstGeom prst="straightConnector1">
              <a:avLst/>
            </a:prstGeom>
            <a:noFill/>
            <a:ln cap="flat" cmpd="sng" w="9525">
              <a:solidFill>
                <a:schemeClr val="dk1"/>
              </a:solidFill>
              <a:prstDash val="solid"/>
              <a:miter lim="800000"/>
              <a:headEnd len="med" w="med" type="none"/>
              <a:tailEnd len="med" w="med" type="none"/>
            </a:ln>
          </p:spPr>
        </p:cxnSp>
        <p:cxnSp>
          <p:nvCxnSpPr>
            <p:cNvPr id="2761" name="Google Shape;2761;p15"/>
            <p:cNvCxnSpPr/>
            <p:nvPr/>
          </p:nvCxnSpPr>
          <p:spPr>
            <a:xfrm flipH="1" rot="10800000">
              <a:off x="1233488" y="3227388"/>
              <a:ext cx="511175" cy="360362"/>
            </a:xfrm>
            <a:prstGeom prst="straightConnector1">
              <a:avLst/>
            </a:prstGeom>
            <a:noFill/>
            <a:ln cap="flat" cmpd="sng" w="9525">
              <a:solidFill>
                <a:schemeClr val="dk1"/>
              </a:solidFill>
              <a:prstDash val="solid"/>
              <a:miter lim="800000"/>
              <a:headEnd len="med" w="med" type="none"/>
              <a:tailEnd len="med" w="med" type="none"/>
            </a:ln>
          </p:spPr>
        </p:cxnSp>
        <p:sp>
          <p:nvSpPr>
            <p:cNvPr id="2762" name="Google Shape;2762;p15"/>
            <p:cNvSpPr txBox="1"/>
            <p:nvPr/>
          </p:nvSpPr>
          <p:spPr>
            <a:xfrm>
              <a:off x="3700463" y="2728913"/>
              <a:ext cx="288925" cy="623887"/>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63" name="Google Shape;2763;p15"/>
            <p:cNvCxnSpPr/>
            <p:nvPr/>
          </p:nvCxnSpPr>
          <p:spPr>
            <a:xfrm>
              <a:off x="2438400" y="3089275"/>
              <a:ext cx="1247775" cy="0"/>
            </a:xfrm>
            <a:prstGeom prst="straightConnector1">
              <a:avLst/>
            </a:prstGeom>
            <a:noFill/>
            <a:ln cap="flat" cmpd="sng" w="9525">
              <a:solidFill>
                <a:schemeClr val="dk1"/>
              </a:solidFill>
              <a:prstDash val="solid"/>
              <a:miter lim="800000"/>
              <a:headEnd len="med" w="med" type="none"/>
              <a:tailEnd len="med" w="med" type="none"/>
            </a:ln>
          </p:spPr>
        </p:cxnSp>
        <p:sp>
          <p:nvSpPr>
            <p:cNvPr id="2764" name="Google Shape;2764;p15"/>
            <p:cNvSpPr/>
            <p:nvPr/>
          </p:nvSpPr>
          <p:spPr>
            <a:xfrm rot="4860000">
              <a:off x="4356100" y="1041400"/>
              <a:ext cx="1770062" cy="1646237"/>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65" name="Google Shape;2765;p15"/>
            <p:cNvSpPr txBox="1"/>
            <p:nvPr/>
          </p:nvSpPr>
          <p:spPr>
            <a:xfrm>
              <a:off x="5062538" y="1350963"/>
              <a:ext cx="9159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Internet</a:t>
              </a:r>
              <a:endParaRPr/>
            </a:p>
          </p:txBody>
        </p:sp>
        <p:grpSp>
          <p:nvGrpSpPr>
            <p:cNvPr id="2766" name="Google Shape;2766;p15"/>
            <p:cNvGrpSpPr/>
            <p:nvPr/>
          </p:nvGrpSpPr>
          <p:grpSpPr>
            <a:xfrm>
              <a:off x="4144963" y="2365375"/>
              <a:ext cx="473075" cy="244475"/>
              <a:chOff x="533" y="321"/>
              <a:chExt cx="359" cy="180"/>
            </a:xfrm>
          </p:grpSpPr>
          <p:grpSp>
            <p:nvGrpSpPr>
              <p:cNvPr id="2767" name="Google Shape;2767;p15"/>
              <p:cNvGrpSpPr/>
              <p:nvPr/>
            </p:nvGrpSpPr>
            <p:grpSpPr>
              <a:xfrm>
                <a:off x="533" y="321"/>
                <a:ext cx="359" cy="180"/>
                <a:chOff x="1009" y="655"/>
                <a:chExt cx="359" cy="180"/>
              </a:xfrm>
            </p:grpSpPr>
            <p:sp>
              <p:nvSpPr>
                <p:cNvPr id="2768" name="Google Shape;2768;p15"/>
                <p:cNvSpPr/>
                <p:nvPr/>
              </p:nvSpPr>
              <p:spPr>
                <a:xfrm>
                  <a:off x="1012" y="735"/>
                  <a:ext cx="356" cy="100"/>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69" name="Google Shape;2769;p15"/>
                <p:cNvCxnSpPr/>
                <p:nvPr/>
              </p:nvCxnSpPr>
              <p:spPr>
                <a:xfrm>
                  <a:off x="1012" y="727"/>
                  <a:ext cx="0" cy="62"/>
                </a:xfrm>
                <a:prstGeom prst="straightConnector1">
                  <a:avLst/>
                </a:prstGeom>
                <a:noFill/>
                <a:ln cap="flat" cmpd="sng" w="12700">
                  <a:solidFill>
                    <a:schemeClr val="dk1"/>
                  </a:solidFill>
                  <a:prstDash val="solid"/>
                  <a:miter lim="800000"/>
                  <a:headEnd len="med" w="med" type="none"/>
                  <a:tailEnd len="med" w="med" type="none"/>
                </a:ln>
              </p:spPr>
            </p:cxnSp>
            <p:cxnSp>
              <p:nvCxnSpPr>
                <p:cNvPr id="2770" name="Google Shape;2770;p15"/>
                <p:cNvCxnSpPr/>
                <p:nvPr/>
              </p:nvCxnSpPr>
              <p:spPr>
                <a:xfrm>
                  <a:off x="1368" y="727"/>
                  <a:ext cx="0" cy="62"/>
                </a:xfrm>
                <a:prstGeom prst="straightConnector1">
                  <a:avLst/>
                </a:prstGeom>
                <a:noFill/>
                <a:ln cap="flat" cmpd="sng" w="12700">
                  <a:solidFill>
                    <a:schemeClr val="dk1"/>
                  </a:solidFill>
                  <a:prstDash val="solid"/>
                  <a:miter lim="800000"/>
                  <a:headEnd len="med" w="med" type="none"/>
                  <a:tailEnd len="med" w="med" type="none"/>
                </a:ln>
              </p:spPr>
            </p:cxnSp>
            <p:sp>
              <p:nvSpPr>
                <p:cNvPr id="2771" name="Google Shape;2771;p15"/>
                <p:cNvSpPr txBox="1"/>
                <p:nvPr/>
              </p:nvSpPr>
              <p:spPr>
                <a:xfrm>
                  <a:off x="1012" y="727"/>
                  <a:ext cx="353" cy="61"/>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72" name="Google Shape;2772;p15"/>
                <p:cNvSpPr/>
                <p:nvPr/>
              </p:nvSpPr>
              <p:spPr>
                <a:xfrm>
                  <a:off x="1009" y="655"/>
                  <a:ext cx="356" cy="116"/>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773" name="Google Shape;2773;p15"/>
                <p:cNvGrpSpPr/>
                <p:nvPr/>
              </p:nvGrpSpPr>
              <p:grpSpPr>
                <a:xfrm>
                  <a:off x="1095" y="681"/>
                  <a:ext cx="176" cy="68"/>
                  <a:chOff x="2848" y="848"/>
                  <a:chExt cx="140" cy="98"/>
                </a:xfrm>
              </p:grpSpPr>
              <p:cxnSp>
                <p:nvCxnSpPr>
                  <p:cNvPr id="2774" name="Google Shape;2774;p15"/>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775" name="Google Shape;2775;p15"/>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776" name="Google Shape;2776;p15"/>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2777" name="Google Shape;2777;p15"/>
                <p:cNvGrpSpPr/>
                <p:nvPr/>
              </p:nvGrpSpPr>
              <p:grpSpPr>
                <a:xfrm flipH="1" rot="10800000">
                  <a:off x="1095" y="680"/>
                  <a:ext cx="176" cy="68"/>
                  <a:chOff x="2848" y="848"/>
                  <a:chExt cx="140" cy="98"/>
                </a:xfrm>
              </p:grpSpPr>
              <p:cxnSp>
                <p:nvCxnSpPr>
                  <p:cNvPr id="2778" name="Google Shape;2778;p15"/>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2779" name="Google Shape;2779;p15"/>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2780" name="Google Shape;2780;p15"/>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2781" name="Google Shape;2781;p15"/>
              <p:cNvCxnSpPr/>
              <p:nvPr/>
            </p:nvCxnSpPr>
            <p:spPr>
              <a:xfrm>
                <a:off x="535" y="368"/>
                <a:ext cx="0" cy="62"/>
              </a:xfrm>
              <a:prstGeom prst="straightConnector1">
                <a:avLst/>
              </a:prstGeom>
              <a:noFill/>
              <a:ln cap="flat" cmpd="sng" w="12700">
                <a:solidFill>
                  <a:schemeClr val="dk1"/>
                </a:solidFill>
                <a:prstDash val="solid"/>
                <a:miter lim="800000"/>
                <a:headEnd len="med" w="med" type="none"/>
                <a:tailEnd len="med" w="med" type="none"/>
              </a:ln>
            </p:spPr>
          </p:cxnSp>
        </p:grpSp>
        <p:cxnSp>
          <p:nvCxnSpPr>
            <p:cNvPr id="2782" name="Google Shape;2782;p15"/>
            <p:cNvCxnSpPr/>
            <p:nvPr/>
          </p:nvCxnSpPr>
          <p:spPr>
            <a:xfrm flipH="1" rot="10800000">
              <a:off x="3989388" y="2563813"/>
              <a:ext cx="392112" cy="442912"/>
            </a:xfrm>
            <a:prstGeom prst="straightConnector1">
              <a:avLst/>
            </a:prstGeom>
            <a:noFill/>
            <a:ln cap="flat" cmpd="sng" w="9525">
              <a:solidFill>
                <a:schemeClr val="dk1"/>
              </a:solidFill>
              <a:prstDash val="solid"/>
              <a:miter lim="800000"/>
              <a:headEnd len="med" w="med" type="none"/>
              <a:tailEnd len="med" w="med" type="none"/>
            </a:ln>
          </p:spPr>
        </p:cxnSp>
        <p:cxnSp>
          <p:nvCxnSpPr>
            <p:cNvPr id="2783" name="Google Shape;2783;p15"/>
            <p:cNvCxnSpPr/>
            <p:nvPr/>
          </p:nvCxnSpPr>
          <p:spPr>
            <a:xfrm>
              <a:off x="3976688" y="3200400"/>
              <a:ext cx="484187" cy="53975"/>
            </a:xfrm>
            <a:prstGeom prst="straightConnector1">
              <a:avLst/>
            </a:prstGeom>
            <a:noFill/>
            <a:ln cap="flat" cmpd="sng" w="9525">
              <a:solidFill>
                <a:schemeClr val="dk1"/>
              </a:solidFill>
              <a:prstDash val="solid"/>
              <a:miter lim="800000"/>
              <a:headEnd len="med" w="med" type="none"/>
              <a:tailEnd len="med" w="med" type="none"/>
            </a:ln>
          </p:spPr>
        </p:cxnSp>
        <p:sp>
          <p:nvSpPr>
            <p:cNvPr id="2784" name="Google Shape;2784;p15"/>
            <p:cNvSpPr txBox="1"/>
            <p:nvPr/>
          </p:nvSpPr>
          <p:spPr>
            <a:xfrm>
              <a:off x="3425825" y="2493963"/>
              <a:ext cx="73025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DSLAM</a:t>
              </a:r>
              <a:endParaRPr/>
            </a:p>
          </p:txBody>
        </p:sp>
        <p:sp>
          <p:nvSpPr>
            <p:cNvPr id="2785" name="Google Shape;2785;p15"/>
            <p:cNvSpPr/>
            <p:nvPr/>
          </p:nvSpPr>
          <p:spPr>
            <a:xfrm>
              <a:off x="2438400" y="1262063"/>
              <a:ext cx="2009775" cy="930275"/>
            </a:xfrm>
            <a:prstGeom prst="wedgeRoundRectCallout">
              <a:avLst>
                <a:gd fmla="val 4931" name="adj1"/>
                <a:gd fmla="val 40177" name="adj2"/>
                <a:gd fmla="val 0" name="adj3"/>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86" name="Google Shape;2786;p15"/>
            <p:cNvSpPr txBox="1"/>
            <p:nvPr/>
          </p:nvSpPr>
          <p:spPr>
            <a:xfrm>
              <a:off x="2416175" y="1316038"/>
              <a:ext cx="20447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Existing phone line:</a:t>
              </a:r>
              <a:br>
                <a:rPr b="0" i="0" lang="en-US" sz="1200" u="none">
                  <a:solidFill>
                    <a:schemeClr val="dk1"/>
                  </a:solidFill>
                  <a:latin typeface="Times New Roman"/>
                  <a:ea typeface="Times New Roman"/>
                  <a:cs typeface="Times New Roman"/>
                  <a:sym typeface="Times New Roman"/>
                </a:rPr>
              </a:br>
              <a:r>
                <a:rPr b="0" i="0" lang="en-US" sz="1200" u="none">
                  <a:solidFill>
                    <a:schemeClr val="dk1"/>
                  </a:solidFill>
                  <a:latin typeface="Times New Roman"/>
                  <a:ea typeface="Times New Roman"/>
                  <a:cs typeface="Times New Roman"/>
                  <a:sym typeface="Times New Roman"/>
                </a:rPr>
                <a:t>0-4KHz phone; 4-50KHz upstream data; 50KHz-1MHz downstream data</a:t>
              </a:r>
              <a:endParaRPr/>
            </a:p>
          </p:txBody>
        </p:sp>
        <p:sp>
          <p:nvSpPr>
            <p:cNvPr id="2787" name="Google Shape;2787;p15"/>
            <p:cNvSpPr txBox="1"/>
            <p:nvPr/>
          </p:nvSpPr>
          <p:spPr>
            <a:xfrm>
              <a:off x="2273300" y="2951163"/>
              <a:ext cx="207963" cy="2349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788" name="Google Shape;2788;p15"/>
            <p:cNvCxnSpPr/>
            <p:nvPr/>
          </p:nvCxnSpPr>
          <p:spPr>
            <a:xfrm>
              <a:off x="2008188" y="3089275"/>
              <a:ext cx="292100" cy="0"/>
            </a:xfrm>
            <a:prstGeom prst="straightConnector1">
              <a:avLst/>
            </a:prstGeom>
            <a:noFill/>
            <a:ln cap="flat" cmpd="sng" w="9525">
              <a:solidFill>
                <a:schemeClr val="dk1"/>
              </a:solidFill>
              <a:prstDash val="solid"/>
              <a:miter lim="800000"/>
              <a:headEnd len="med" w="med" type="none"/>
              <a:tailEnd len="med" w="med" type="none"/>
            </a:ln>
          </p:spPr>
        </p:cxnSp>
        <p:sp>
          <p:nvSpPr>
            <p:cNvPr id="2789" name="Google Shape;2789;p15"/>
            <p:cNvSpPr txBox="1"/>
            <p:nvPr/>
          </p:nvSpPr>
          <p:spPr>
            <a:xfrm>
              <a:off x="2000250" y="3157538"/>
              <a:ext cx="9937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splitter</a:t>
              </a:r>
              <a:endParaRPr/>
            </a:p>
          </p:txBody>
        </p:sp>
        <p:sp>
          <p:nvSpPr>
            <p:cNvPr id="2790" name="Google Shape;2790;p15"/>
            <p:cNvSpPr txBox="1"/>
            <p:nvPr/>
          </p:nvSpPr>
          <p:spPr>
            <a:xfrm>
              <a:off x="3406775" y="2287588"/>
              <a:ext cx="1233488" cy="13430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91" name="Google Shape;2791;p15"/>
            <p:cNvSpPr txBox="1"/>
            <p:nvPr/>
          </p:nvSpPr>
          <p:spPr>
            <a:xfrm>
              <a:off x="3316288" y="3638550"/>
              <a:ext cx="776287"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central</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office</a:t>
              </a:r>
              <a:endParaRPr/>
            </a:p>
          </p:txBody>
        </p:sp>
      </p:grpSp>
      <p:sp>
        <p:nvSpPr>
          <p:cNvPr id="2792" name="Google Shape;2792;p15"/>
          <p:cNvSpPr txBox="1"/>
          <p:nvPr>
            <p:ph type="title"/>
          </p:nvPr>
        </p:nvSpPr>
        <p:spPr>
          <a:xfrm>
            <a:off x="520700" y="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Digital Subscriber Line (DSL)</a:t>
            </a:r>
            <a:endParaRPr/>
          </a:p>
        </p:txBody>
      </p:sp>
      <p:sp>
        <p:nvSpPr>
          <p:cNvPr id="2793" name="Google Shape;2793;p15"/>
          <p:cNvSpPr txBox="1"/>
          <p:nvPr/>
        </p:nvSpPr>
        <p:spPr>
          <a:xfrm>
            <a:off x="180975" y="4262437"/>
            <a:ext cx="8693150" cy="2235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Times New Roman"/>
              <a:buNone/>
            </a:pPr>
            <a:r>
              <a:t/>
            </a:r>
            <a:endParaRPr b="0" i="0" sz="2400" u="none">
              <a:solidFill>
                <a:srgbClr val="FF0000"/>
              </a:solidFill>
              <a:latin typeface="Comic Sans MS"/>
              <a:ea typeface="Comic Sans MS"/>
              <a:cs typeface="Comic Sans MS"/>
              <a:sym typeface="Comic Sans MS"/>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Also uses existing telephone infrastruture</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up to 1 Mbps upstream (today typically &lt; 256 kbps)</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up to 8 Mbps downstream (today typically &lt; 1 Mbps)</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dedicated physical line to telephone central office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98" name="Shape 2798"/>
        <p:cNvGrpSpPr/>
        <p:nvPr/>
      </p:nvGrpSpPr>
      <p:grpSpPr>
        <a:xfrm>
          <a:off x="0" y="0"/>
          <a:ext cx="0" cy="0"/>
          <a:chOff x="0" y="0"/>
          <a:chExt cx="0" cy="0"/>
        </a:xfrm>
      </p:grpSpPr>
      <p:sp>
        <p:nvSpPr>
          <p:cNvPr id="2799" name="Google Shape;2799;p1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800" name="Google Shape;2800;p1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801" name="Google Shape;2801;p16"/>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Residential access: cable modems</a:t>
            </a:r>
            <a:endParaRPr/>
          </a:p>
        </p:txBody>
      </p:sp>
      <p:sp>
        <p:nvSpPr>
          <p:cNvPr id="2802" name="Google Shape;2802;p16"/>
          <p:cNvSpPr txBox="1"/>
          <p:nvPr>
            <p:ph idx="1" type="body"/>
          </p:nvPr>
        </p:nvSpPr>
        <p:spPr>
          <a:xfrm>
            <a:off x="533400" y="1697037"/>
            <a:ext cx="7337425" cy="3976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Does not use telephone infrastructure</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Instead uses cable TV infrastructure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HFC: hybrid fiber coax</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asymmetric: up to 30Mbps downstream, 2 Mbps upstream</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network</a:t>
            </a:r>
            <a:r>
              <a:rPr b="0" i="0" lang="en-US" sz="2400" u="none">
                <a:solidFill>
                  <a:schemeClr val="dk1"/>
                </a:solidFill>
                <a:latin typeface="Comic Sans MS"/>
                <a:ea typeface="Comic Sans MS"/>
                <a:cs typeface="Comic Sans MS"/>
                <a:sym typeface="Comic Sans MS"/>
              </a:rPr>
              <a:t> of cable and fiber attaches homes to ISP router</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homes </a:t>
            </a:r>
            <a:r>
              <a:rPr b="0" i="0" lang="en-US" sz="2400" u="none">
                <a:solidFill>
                  <a:srgbClr val="FF0000"/>
                </a:solidFill>
                <a:latin typeface="Comic Sans MS"/>
                <a:ea typeface="Comic Sans MS"/>
                <a:cs typeface="Comic Sans MS"/>
                <a:sym typeface="Comic Sans MS"/>
              </a:rPr>
              <a:t>share access </a:t>
            </a:r>
            <a:r>
              <a:rPr b="0" i="0" lang="en-US" sz="2400" u="none">
                <a:solidFill>
                  <a:schemeClr val="dk1"/>
                </a:solidFill>
                <a:latin typeface="Comic Sans MS"/>
                <a:ea typeface="Comic Sans MS"/>
                <a:cs typeface="Comic Sans MS"/>
                <a:sym typeface="Comic Sans MS"/>
              </a:rPr>
              <a:t>to router </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unlike DSL, which has </a:t>
            </a:r>
            <a:r>
              <a:rPr b="0" i="0" lang="en-US" sz="2400" u="none">
                <a:solidFill>
                  <a:srgbClr val="FF0000"/>
                </a:solidFill>
                <a:latin typeface="Comic Sans MS"/>
                <a:ea typeface="Comic Sans MS"/>
                <a:cs typeface="Comic Sans MS"/>
                <a:sym typeface="Comic Sans MS"/>
              </a:rPr>
              <a:t>dedicated access</a:t>
            </a:r>
            <a:endParaRPr b="0" i="0" sz="2400" u="none">
              <a:solidFill>
                <a:schemeClr val="dk1"/>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7" name="Shape 2807"/>
        <p:cNvGrpSpPr/>
        <p:nvPr/>
      </p:nvGrpSpPr>
      <p:grpSpPr>
        <a:xfrm>
          <a:off x="0" y="0"/>
          <a:ext cx="0" cy="0"/>
          <a:chOff x="0" y="0"/>
          <a:chExt cx="0" cy="0"/>
        </a:xfrm>
      </p:grpSpPr>
      <p:sp>
        <p:nvSpPr>
          <p:cNvPr id="2808" name="Google Shape;2808;p1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809" name="Google Shape;2809;p1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810" name="Google Shape;2810;p17"/>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Residential access: cable modems</a:t>
            </a:r>
            <a:endParaRPr/>
          </a:p>
        </p:txBody>
      </p:sp>
      <p:pic>
        <p:nvPicPr>
          <p:cNvPr descr="transport" id="2811" name="Google Shape;2811;p17"/>
          <p:cNvPicPr preferRelativeResize="0"/>
          <p:nvPr/>
        </p:nvPicPr>
        <p:blipFill rotWithShape="1">
          <a:blip r:embed="rId3">
            <a:alphaModFix/>
          </a:blip>
          <a:srcRect b="0" l="0" r="0" t="0"/>
          <a:stretch/>
        </p:blipFill>
        <p:spPr>
          <a:xfrm>
            <a:off x="1189037" y="1246187"/>
            <a:ext cx="6465887" cy="4745037"/>
          </a:xfrm>
          <a:prstGeom prst="rect">
            <a:avLst/>
          </a:prstGeom>
          <a:noFill/>
          <a:ln>
            <a:noFill/>
          </a:ln>
        </p:spPr>
      </p:pic>
      <p:sp>
        <p:nvSpPr>
          <p:cNvPr id="2812" name="Google Shape;2812;p17"/>
          <p:cNvSpPr txBox="1"/>
          <p:nvPr/>
        </p:nvSpPr>
        <p:spPr>
          <a:xfrm>
            <a:off x="622300" y="6392862"/>
            <a:ext cx="450215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Diagram: http://www.cabledatacomnews.com/cmic/diagram.html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7" name="Shape 2817"/>
        <p:cNvGrpSpPr/>
        <p:nvPr/>
      </p:nvGrpSpPr>
      <p:grpSpPr>
        <a:xfrm>
          <a:off x="0" y="0"/>
          <a:ext cx="0" cy="0"/>
          <a:chOff x="0" y="0"/>
          <a:chExt cx="0" cy="0"/>
        </a:xfrm>
      </p:grpSpPr>
      <p:sp>
        <p:nvSpPr>
          <p:cNvPr id="2818" name="Google Shape;2818;p1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819" name="Google Shape;2819;p1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820" name="Google Shape;2820;p18"/>
          <p:cNvSpPr txBox="1"/>
          <p:nvPr>
            <p:ph type="title"/>
          </p:nvPr>
        </p:nvSpPr>
        <p:spPr>
          <a:xfrm>
            <a:off x="419100" y="2111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2800"/>
              <a:buFont typeface="Comic Sans MS"/>
              <a:buNone/>
            </a:pPr>
            <a:r>
              <a:rPr b="0" i="0" lang="en-US" sz="2800" u="sng">
                <a:solidFill>
                  <a:schemeClr val="accent2"/>
                </a:solidFill>
                <a:latin typeface="Comic Sans MS"/>
                <a:ea typeface="Comic Sans MS"/>
                <a:cs typeface="Comic Sans MS"/>
                <a:sym typeface="Comic Sans MS"/>
              </a:rPr>
              <a:t>Cable Network Architecture: Overview</a:t>
            </a:r>
            <a:endParaRPr/>
          </a:p>
        </p:txBody>
      </p:sp>
      <p:pic>
        <p:nvPicPr>
          <p:cNvPr descr="house_small" id="2821" name="Google Shape;2821;p18"/>
          <p:cNvPicPr preferRelativeResize="0"/>
          <p:nvPr/>
        </p:nvPicPr>
        <p:blipFill rotWithShape="1">
          <a:blip r:embed="rId3">
            <a:alphaModFix/>
          </a:blip>
          <a:srcRect b="0" l="0" r="0" t="0"/>
          <a:stretch/>
        </p:blipFill>
        <p:spPr>
          <a:xfrm>
            <a:off x="5416550" y="3873500"/>
            <a:ext cx="1019175" cy="279400"/>
          </a:xfrm>
          <a:prstGeom prst="rect">
            <a:avLst/>
          </a:prstGeom>
          <a:noFill/>
          <a:ln>
            <a:noFill/>
          </a:ln>
        </p:spPr>
      </p:pic>
      <p:pic>
        <p:nvPicPr>
          <p:cNvPr descr="house_small" id="2822" name="Google Shape;2822;p18"/>
          <p:cNvPicPr preferRelativeResize="0"/>
          <p:nvPr/>
        </p:nvPicPr>
        <p:blipFill rotWithShape="1">
          <a:blip r:embed="rId3">
            <a:alphaModFix/>
          </a:blip>
          <a:srcRect b="0" l="0" r="0" t="0"/>
          <a:stretch/>
        </p:blipFill>
        <p:spPr>
          <a:xfrm>
            <a:off x="5916612" y="4308475"/>
            <a:ext cx="1019175" cy="279400"/>
          </a:xfrm>
          <a:prstGeom prst="rect">
            <a:avLst/>
          </a:prstGeom>
          <a:noFill/>
          <a:ln>
            <a:noFill/>
          </a:ln>
        </p:spPr>
      </p:pic>
      <p:pic>
        <p:nvPicPr>
          <p:cNvPr descr="house_small" id="2823" name="Google Shape;2823;p18"/>
          <p:cNvPicPr preferRelativeResize="0"/>
          <p:nvPr/>
        </p:nvPicPr>
        <p:blipFill rotWithShape="1">
          <a:blip r:embed="rId4">
            <a:alphaModFix/>
          </a:blip>
          <a:srcRect b="0" l="0" r="0" t="0"/>
          <a:stretch/>
        </p:blipFill>
        <p:spPr>
          <a:xfrm>
            <a:off x="4097337" y="4064000"/>
            <a:ext cx="1000125" cy="274637"/>
          </a:xfrm>
          <a:prstGeom prst="rect">
            <a:avLst/>
          </a:prstGeom>
          <a:noFill/>
          <a:ln>
            <a:noFill/>
          </a:ln>
        </p:spPr>
      </p:pic>
      <p:grpSp>
        <p:nvGrpSpPr>
          <p:cNvPr id="2824" name="Google Shape;2824;p18"/>
          <p:cNvGrpSpPr/>
          <p:nvPr/>
        </p:nvGrpSpPr>
        <p:grpSpPr>
          <a:xfrm>
            <a:off x="3913981" y="4227512"/>
            <a:ext cx="257968" cy="634206"/>
            <a:chOff x="2053" y="2297"/>
            <a:chExt cx="162" cy="400"/>
          </a:xfrm>
        </p:grpSpPr>
        <p:sp>
          <p:nvSpPr>
            <p:cNvPr id="2825" name="Google Shape;2825;p18"/>
            <p:cNvSpPr txBox="1"/>
            <p:nvPr/>
          </p:nvSpPr>
          <p:spPr>
            <a:xfrm rot="-5400000">
              <a:off x="1868" y="2484"/>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26" name="Google Shape;2826;p18"/>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house_small" id="2827" name="Google Shape;2827;p18"/>
          <p:cNvPicPr preferRelativeResize="0"/>
          <p:nvPr/>
        </p:nvPicPr>
        <p:blipFill rotWithShape="1">
          <a:blip r:embed="rId4">
            <a:alphaModFix/>
          </a:blip>
          <a:srcRect b="0" l="0" r="0" t="0"/>
          <a:stretch/>
        </p:blipFill>
        <p:spPr>
          <a:xfrm>
            <a:off x="7323137" y="4076700"/>
            <a:ext cx="1000125" cy="274637"/>
          </a:xfrm>
          <a:prstGeom prst="rect">
            <a:avLst/>
          </a:prstGeom>
          <a:noFill/>
          <a:ln>
            <a:noFill/>
          </a:ln>
        </p:spPr>
      </p:pic>
      <p:pic>
        <p:nvPicPr>
          <p:cNvPr descr="house_small" id="2828" name="Google Shape;2828;p18"/>
          <p:cNvPicPr preferRelativeResize="0"/>
          <p:nvPr/>
        </p:nvPicPr>
        <p:blipFill rotWithShape="1">
          <a:blip r:embed="rId4">
            <a:alphaModFix/>
          </a:blip>
          <a:srcRect b="0" l="0" r="0" t="0"/>
          <a:stretch/>
        </p:blipFill>
        <p:spPr>
          <a:xfrm>
            <a:off x="4262437" y="5334000"/>
            <a:ext cx="1000125" cy="274637"/>
          </a:xfrm>
          <a:prstGeom prst="rect">
            <a:avLst/>
          </a:prstGeom>
          <a:noFill/>
          <a:ln>
            <a:noFill/>
          </a:ln>
        </p:spPr>
      </p:pic>
      <p:pic>
        <p:nvPicPr>
          <p:cNvPr descr="house_small" id="2829" name="Google Shape;2829;p18"/>
          <p:cNvPicPr preferRelativeResize="0"/>
          <p:nvPr/>
        </p:nvPicPr>
        <p:blipFill rotWithShape="1">
          <a:blip r:embed="rId3">
            <a:alphaModFix/>
          </a:blip>
          <a:srcRect b="0" l="0" r="0" t="0"/>
          <a:stretch/>
        </p:blipFill>
        <p:spPr>
          <a:xfrm>
            <a:off x="5738812" y="5070475"/>
            <a:ext cx="1019175" cy="279400"/>
          </a:xfrm>
          <a:prstGeom prst="rect">
            <a:avLst/>
          </a:prstGeom>
          <a:noFill/>
          <a:ln>
            <a:noFill/>
          </a:ln>
        </p:spPr>
      </p:pic>
      <p:pic>
        <p:nvPicPr>
          <p:cNvPr descr="house_small" id="2830" name="Google Shape;2830;p18"/>
          <p:cNvPicPr preferRelativeResize="0"/>
          <p:nvPr/>
        </p:nvPicPr>
        <p:blipFill rotWithShape="1">
          <a:blip r:embed="rId4">
            <a:alphaModFix/>
          </a:blip>
          <a:srcRect b="0" l="0" r="0" t="0"/>
          <a:stretch/>
        </p:blipFill>
        <p:spPr>
          <a:xfrm>
            <a:off x="6954837" y="5524500"/>
            <a:ext cx="1000125" cy="274637"/>
          </a:xfrm>
          <a:prstGeom prst="rect">
            <a:avLst/>
          </a:prstGeom>
          <a:noFill/>
          <a:ln>
            <a:noFill/>
          </a:ln>
        </p:spPr>
      </p:pic>
      <p:grpSp>
        <p:nvGrpSpPr>
          <p:cNvPr id="2831" name="Google Shape;2831;p18"/>
          <p:cNvGrpSpPr/>
          <p:nvPr/>
        </p:nvGrpSpPr>
        <p:grpSpPr>
          <a:xfrm flipH="1" rot="10800000">
            <a:off x="6768306" y="4907756"/>
            <a:ext cx="257968" cy="819943"/>
            <a:chOff x="2458" y="2251"/>
            <a:chExt cx="162" cy="516"/>
          </a:xfrm>
        </p:grpSpPr>
        <p:sp>
          <p:nvSpPr>
            <p:cNvPr id="2832" name="Google Shape;2832;p18"/>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33" name="Google Shape;2833;p18"/>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34" name="Google Shape;2834;p18"/>
          <p:cNvGrpSpPr/>
          <p:nvPr/>
        </p:nvGrpSpPr>
        <p:grpSpPr>
          <a:xfrm flipH="1" rot="10800000">
            <a:off x="5526881" y="4888706"/>
            <a:ext cx="257968" cy="378618"/>
            <a:chOff x="2314" y="2599"/>
            <a:chExt cx="162" cy="239"/>
          </a:xfrm>
        </p:grpSpPr>
        <p:sp>
          <p:nvSpPr>
            <p:cNvPr id="2835" name="Google Shape;2835;p18"/>
            <p:cNvSpPr txBox="1"/>
            <p:nvPr/>
          </p:nvSpPr>
          <p:spPr>
            <a:xfrm rot="-5400000">
              <a:off x="2208" y="2705"/>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36" name="Google Shape;2836;p18"/>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37" name="Google Shape;2837;p18"/>
          <p:cNvGrpSpPr/>
          <p:nvPr/>
        </p:nvGrpSpPr>
        <p:grpSpPr>
          <a:xfrm flipH="1" rot="10800000">
            <a:off x="4091781" y="4901406"/>
            <a:ext cx="257968" cy="632618"/>
            <a:chOff x="2053" y="2297"/>
            <a:chExt cx="162" cy="399"/>
          </a:xfrm>
        </p:grpSpPr>
        <p:sp>
          <p:nvSpPr>
            <p:cNvPr id="2838" name="Google Shape;2838;p18"/>
            <p:cNvSpPr txBox="1"/>
            <p:nvPr/>
          </p:nvSpPr>
          <p:spPr>
            <a:xfrm rot="-5400000">
              <a:off x="1868" y="2483"/>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39" name="Google Shape;2839;p18"/>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40" name="Google Shape;2840;p18"/>
          <p:cNvGrpSpPr/>
          <p:nvPr/>
        </p:nvGrpSpPr>
        <p:grpSpPr>
          <a:xfrm>
            <a:off x="7123906" y="4246562"/>
            <a:ext cx="257968" cy="629443"/>
            <a:chOff x="3560" y="2643"/>
            <a:chExt cx="162" cy="397"/>
          </a:xfrm>
        </p:grpSpPr>
        <p:sp>
          <p:nvSpPr>
            <p:cNvPr id="2841" name="Google Shape;2841;p18"/>
            <p:cNvSpPr txBox="1"/>
            <p:nvPr/>
          </p:nvSpPr>
          <p:spPr>
            <a:xfrm rot="-5400000">
              <a:off x="3375" y="2828"/>
              <a:ext cx="39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42" name="Google Shape;2842;p18"/>
            <p:cNvSpPr txBox="1"/>
            <p:nvPr/>
          </p:nvSpPr>
          <p:spPr>
            <a:xfrm>
              <a:off x="3562" y="2643"/>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43" name="Google Shape;2843;p18"/>
          <p:cNvGrpSpPr/>
          <p:nvPr/>
        </p:nvGrpSpPr>
        <p:grpSpPr>
          <a:xfrm>
            <a:off x="5755481" y="4468812"/>
            <a:ext cx="257968" cy="380206"/>
            <a:chOff x="2314" y="2599"/>
            <a:chExt cx="162" cy="240"/>
          </a:xfrm>
        </p:grpSpPr>
        <p:sp>
          <p:nvSpPr>
            <p:cNvPr id="2844" name="Google Shape;2844;p18"/>
            <p:cNvSpPr txBox="1"/>
            <p:nvPr/>
          </p:nvSpPr>
          <p:spPr>
            <a:xfrm rot="-5400000">
              <a:off x="2208" y="2706"/>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45" name="Google Shape;2845;p18"/>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46" name="Google Shape;2846;p18"/>
          <p:cNvGrpSpPr/>
          <p:nvPr/>
        </p:nvGrpSpPr>
        <p:grpSpPr>
          <a:xfrm>
            <a:off x="5218906" y="4030662"/>
            <a:ext cx="257968" cy="819943"/>
            <a:chOff x="2458" y="2251"/>
            <a:chExt cx="162" cy="516"/>
          </a:xfrm>
        </p:grpSpPr>
        <p:sp>
          <p:nvSpPr>
            <p:cNvPr id="2847" name="Google Shape;2847;p18"/>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48" name="Google Shape;2848;p18"/>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849" name="Google Shape;2849;p18"/>
          <p:cNvSpPr txBox="1"/>
          <p:nvPr/>
        </p:nvSpPr>
        <p:spPr>
          <a:xfrm flipH="1" rot="10800000">
            <a:off x="2613025" y="4846637"/>
            <a:ext cx="5092700" cy="42862"/>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50" name="Google Shape;2850;p18"/>
          <p:cNvSpPr txBox="1"/>
          <p:nvPr/>
        </p:nvSpPr>
        <p:spPr>
          <a:xfrm>
            <a:off x="4416425" y="5584825"/>
            <a:ext cx="6921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home</a:t>
            </a:r>
            <a:endParaRPr/>
          </a:p>
        </p:txBody>
      </p:sp>
      <p:pic>
        <p:nvPicPr>
          <p:cNvPr descr="building2" id="2851" name="Google Shape;2851;p18"/>
          <p:cNvPicPr preferRelativeResize="0"/>
          <p:nvPr/>
        </p:nvPicPr>
        <p:blipFill rotWithShape="1">
          <a:blip r:embed="rId5">
            <a:alphaModFix/>
          </a:blip>
          <a:srcRect b="0" l="0" r="0" t="0"/>
          <a:stretch/>
        </p:blipFill>
        <p:spPr>
          <a:xfrm>
            <a:off x="1127125" y="4356100"/>
            <a:ext cx="1504950" cy="782637"/>
          </a:xfrm>
          <a:prstGeom prst="rect">
            <a:avLst/>
          </a:prstGeom>
          <a:noFill/>
          <a:ln>
            <a:noFill/>
          </a:ln>
        </p:spPr>
      </p:pic>
      <p:sp>
        <p:nvSpPr>
          <p:cNvPr id="2852" name="Google Shape;2852;p18"/>
          <p:cNvSpPr txBox="1"/>
          <p:nvPr/>
        </p:nvSpPr>
        <p:spPr>
          <a:xfrm>
            <a:off x="1127125" y="5140325"/>
            <a:ext cx="151447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headend</a:t>
            </a:r>
            <a:endParaRPr/>
          </a:p>
        </p:txBody>
      </p:sp>
      <p:sp>
        <p:nvSpPr>
          <p:cNvPr id="2853" name="Google Shape;2853;p18"/>
          <p:cNvSpPr txBox="1"/>
          <p:nvPr/>
        </p:nvSpPr>
        <p:spPr>
          <a:xfrm>
            <a:off x="2146300" y="5711825"/>
            <a:ext cx="1933575"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distribution</a:t>
            </a:r>
            <a:endParaRPr/>
          </a:p>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network (simplified)</a:t>
            </a:r>
            <a:endParaRPr/>
          </a:p>
        </p:txBody>
      </p:sp>
      <p:cxnSp>
        <p:nvCxnSpPr>
          <p:cNvPr id="2854" name="Google Shape;2854;p18"/>
          <p:cNvCxnSpPr/>
          <p:nvPr/>
        </p:nvCxnSpPr>
        <p:spPr>
          <a:xfrm flipH="1" rot="10800000">
            <a:off x="3124200" y="4940300"/>
            <a:ext cx="406400" cy="762000"/>
          </a:xfrm>
          <a:prstGeom prst="straightConnector1">
            <a:avLst/>
          </a:prstGeom>
          <a:noFill/>
          <a:ln cap="flat" cmpd="sng" w="9525">
            <a:solidFill>
              <a:schemeClr val="dk1"/>
            </a:solidFill>
            <a:prstDash val="solid"/>
            <a:miter lim="800000"/>
            <a:headEnd len="med" w="med" type="none"/>
            <a:tailEnd len="med" w="med" type="triangle"/>
          </a:ln>
        </p:spPr>
      </p:cxnSp>
      <p:sp>
        <p:nvSpPr>
          <p:cNvPr id="2855" name="Google Shape;2855;p18"/>
          <p:cNvSpPr txBox="1"/>
          <p:nvPr/>
        </p:nvSpPr>
        <p:spPr>
          <a:xfrm>
            <a:off x="4133850" y="3057525"/>
            <a:ext cx="43767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Typically 500 to 5,000 homes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0" name="Shape 2860"/>
        <p:cNvGrpSpPr/>
        <p:nvPr/>
      </p:nvGrpSpPr>
      <p:grpSpPr>
        <a:xfrm>
          <a:off x="0" y="0"/>
          <a:ext cx="0" cy="0"/>
          <a:chOff x="0" y="0"/>
          <a:chExt cx="0" cy="0"/>
        </a:xfrm>
      </p:grpSpPr>
      <p:sp>
        <p:nvSpPr>
          <p:cNvPr id="2861" name="Google Shape;2861;p1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862" name="Google Shape;2862;p1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863" name="Google Shape;2863;p19"/>
          <p:cNvSpPr txBox="1"/>
          <p:nvPr>
            <p:ph type="title"/>
          </p:nvPr>
        </p:nvSpPr>
        <p:spPr>
          <a:xfrm>
            <a:off x="419100" y="2111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2800"/>
              <a:buFont typeface="Comic Sans MS"/>
              <a:buNone/>
            </a:pPr>
            <a:r>
              <a:rPr b="0" i="0" lang="en-US" sz="2800" u="sng">
                <a:solidFill>
                  <a:schemeClr val="accent2"/>
                </a:solidFill>
                <a:latin typeface="Comic Sans MS"/>
                <a:ea typeface="Comic Sans MS"/>
                <a:cs typeface="Comic Sans MS"/>
                <a:sym typeface="Comic Sans MS"/>
              </a:rPr>
              <a:t>Cable Network Architecture: Overview</a:t>
            </a:r>
            <a:endParaRPr/>
          </a:p>
        </p:txBody>
      </p:sp>
      <p:pic>
        <p:nvPicPr>
          <p:cNvPr descr="house_small" id="2864" name="Google Shape;2864;p19"/>
          <p:cNvPicPr preferRelativeResize="0"/>
          <p:nvPr/>
        </p:nvPicPr>
        <p:blipFill rotWithShape="1">
          <a:blip r:embed="rId3">
            <a:alphaModFix/>
          </a:blip>
          <a:srcRect b="0" l="0" r="0" t="0"/>
          <a:stretch/>
        </p:blipFill>
        <p:spPr>
          <a:xfrm>
            <a:off x="5416550" y="3873500"/>
            <a:ext cx="1019175" cy="279400"/>
          </a:xfrm>
          <a:prstGeom prst="rect">
            <a:avLst/>
          </a:prstGeom>
          <a:noFill/>
          <a:ln>
            <a:noFill/>
          </a:ln>
        </p:spPr>
      </p:pic>
      <p:pic>
        <p:nvPicPr>
          <p:cNvPr descr="house_small" id="2865" name="Google Shape;2865;p19"/>
          <p:cNvPicPr preferRelativeResize="0"/>
          <p:nvPr/>
        </p:nvPicPr>
        <p:blipFill rotWithShape="1">
          <a:blip r:embed="rId3">
            <a:alphaModFix/>
          </a:blip>
          <a:srcRect b="0" l="0" r="0" t="0"/>
          <a:stretch/>
        </p:blipFill>
        <p:spPr>
          <a:xfrm>
            <a:off x="5916612" y="4308475"/>
            <a:ext cx="1019175" cy="279400"/>
          </a:xfrm>
          <a:prstGeom prst="rect">
            <a:avLst/>
          </a:prstGeom>
          <a:noFill/>
          <a:ln>
            <a:noFill/>
          </a:ln>
        </p:spPr>
      </p:pic>
      <p:pic>
        <p:nvPicPr>
          <p:cNvPr descr="house_small" id="2866" name="Google Shape;2866;p19"/>
          <p:cNvPicPr preferRelativeResize="0"/>
          <p:nvPr/>
        </p:nvPicPr>
        <p:blipFill rotWithShape="1">
          <a:blip r:embed="rId4">
            <a:alphaModFix/>
          </a:blip>
          <a:srcRect b="0" l="0" r="0" t="0"/>
          <a:stretch/>
        </p:blipFill>
        <p:spPr>
          <a:xfrm>
            <a:off x="4097337" y="4064000"/>
            <a:ext cx="1000125" cy="274637"/>
          </a:xfrm>
          <a:prstGeom prst="rect">
            <a:avLst/>
          </a:prstGeom>
          <a:noFill/>
          <a:ln>
            <a:noFill/>
          </a:ln>
        </p:spPr>
      </p:pic>
      <p:grpSp>
        <p:nvGrpSpPr>
          <p:cNvPr id="2867" name="Google Shape;2867;p19"/>
          <p:cNvGrpSpPr/>
          <p:nvPr/>
        </p:nvGrpSpPr>
        <p:grpSpPr>
          <a:xfrm>
            <a:off x="3913981" y="4227512"/>
            <a:ext cx="257968" cy="634206"/>
            <a:chOff x="2053" y="2297"/>
            <a:chExt cx="162" cy="400"/>
          </a:xfrm>
        </p:grpSpPr>
        <p:sp>
          <p:nvSpPr>
            <p:cNvPr id="2868" name="Google Shape;2868;p19"/>
            <p:cNvSpPr txBox="1"/>
            <p:nvPr/>
          </p:nvSpPr>
          <p:spPr>
            <a:xfrm rot="-5400000">
              <a:off x="1868" y="2484"/>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69" name="Google Shape;2869;p19"/>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house_small" id="2870" name="Google Shape;2870;p19"/>
          <p:cNvPicPr preferRelativeResize="0"/>
          <p:nvPr/>
        </p:nvPicPr>
        <p:blipFill rotWithShape="1">
          <a:blip r:embed="rId4">
            <a:alphaModFix/>
          </a:blip>
          <a:srcRect b="0" l="0" r="0" t="0"/>
          <a:stretch/>
        </p:blipFill>
        <p:spPr>
          <a:xfrm>
            <a:off x="7323137" y="4076700"/>
            <a:ext cx="1000125" cy="274637"/>
          </a:xfrm>
          <a:prstGeom prst="rect">
            <a:avLst/>
          </a:prstGeom>
          <a:noFill/>
          <a:ln>
            <a:noFill/>
          </a:ln>
        </p:spPr>
      </p:pic>
      <p:pic>
        <p:nvPicPr>
          <p:cNvPr descr="house_small" id="2871" name="Google Shape;2871;p19"/>
          <p:cNvPicPr preferRelativeResize="0"/>
          <p:nvPr/>
        </p:nvPicPr>
        <p:blipFill rotWithShape="1">
          <a:blip r:embed="rId4">
            <a:alphaModFix/>
          </a:blip>
          <a:srcRect b="0" l="0" r="0" t="0"/>
          <a:stretch/>
        </p:blipFill>
        <p:spPr>
          <a:xfrm>
            <a:off x="4262437" y="5334000"/>
            <a:ext cx="1000125" cy="274637"/>
          </a:xfrm>
          <a:prstGeom prst="rect">
            <a:avLst/>
          </a:prstGeom>
          <a:noFill/>
          <a:ln>
            <a:noFill/>
          </a:ln>
        </p:spPr>
      </p:pic>
      <p:pic>
        <p:nvPicPr>
          <p:cNvPr descr="house_small" id="2872" name="Google Shape;2872;p19"/>
          <p:cNvPicPr preferRelativeResize="0"/>
          <p:nvPr/>
        </p:nvPicPr>
        <p:blipFill rotWithShape="1">
          <a:blip r:embed="rId3">
            <a:alphaModFix/>
          </a:blip>
          <a:srcRect b="0" l="0" r="0" t="0"/>
          <a:stretch/>
        </p:blipFill>
        <p:spPr>
          <a:xfrm>
            <a:off x="5738812" y="5070475"/>
            <a:ext cx="1019175" cy="279400"/>
          </a:xfrm>
          <a:prstGeom prst="rect">
            <a:avLst/>
          </a:prstGeom>
          <a:noFill/>
          <a:ln>
            <a:noFill/>
          </a:ln>
        </p:spPr>
      </p:pic>
      <p:pic>
        <p:nvPicPr>
          <p:cNvPr descr="house_small" id="2873" name="Google Shape;2873;p19"/>
          <p:cNvPicPr preferRelativeResize="0"/>
          <p:nvPr/>
        </p:nvPicPr>
        <p:blipFill rotWithShape="1">
          <a:blip r:embed="rId4">
            <a:alphaModFix/>
          </a:blip>
          <a:srcRect b="0" l="0" r="0" t="0"/>
          <a:stretch/>
        </p:blipFill>
        <p:spPr>
          <a:xfrm>
            <a:off x="6954837" y="5524500"/>
            <a:ext cx="1000125" cy="274637"/>
          </a:xfrm>
          <a:prstGeom prst="rect">
            <a:avLst/>
          </a:prstGeom>
          <a:noFill/>
          <a:ln>
            <a:noFill/>
          </a:ln>
        </p:spPr>
      </p:pic>
      <p:grpSp>
        <p:nvGrpSpPr>
          <p:cNvPr id="2874" name="Google Shape;2874;p19"/>
          <p:cNvGrpSpPr/>
          <p:nvPr/>
        </p:nvGrpSpPr>
        <p:grpSpPr>
          <a:xfrm flipH="1" rot="10800000">
            <a:off x="6768306" y="4907756"/>
            <a:ext cx="257968" cy="819943"/>
            <a:chOff x="2458" y="2251"/>
            <a:chExt cx="162" cy="516"/>
          </a:xfrm>
        </p:grpSpPr>
        <p:sp>
          <p:nvSpPr>
            <p:cNvPr id="2875" name="Google Shape;2875;p19"/>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76" name="Google Shape;2876;p19"/>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77" name="Google Shape;2877;p19"/>
          <p:cNvGrpSpPr/>
          <p:nvPr/>
        </p:nvGrpSpPr>
        <p:grpSpPr>
          <a:xfrm flipH="1" rot="10800000">
            <a:off x="5526881" y="4888706"/>
            <a:ext cx="257968" cy="378618"/>
            <a:chOff x="2314" y="2599"/>
            <a:chExt cx="162" cy="239"/>
          </a:xfrm>
        </p:grpSpPr>
        <p:sp>
          <p:nvSpPr>
            <p:cNvPr id="2878" name="Google Shape;2878;p19"/>
            <p:cNvSpPr txBox="1"/>
            <p:nvPr/>
          </p:nvSpPr>
          <p:spPr>
            <a:xfrm rot="-5400000">
              <a:off x="2208" y="2705"/>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79" name="Google Shape;2879;p19"/>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80" name="Google Shape;2880;p19"/>
          <p:cNvGrpSpPr/>
          <p:nvPr/>
        </p:nvGrpSpPr>
        <p:grpSpPr>
          <a:xfrm flipH="1" rot="10800000">
            <a:off x="4091781" y="4901406"/>
            <a:ext cx="257968" cy="632618"/>
            <a:chOff x="2053" y="2297"/>
            <a:chExt cx="162" cy="399"/>
          </a:xfrm>
        </p:grpSpPr>
        <p:sp>
          <p:nvSpPr>
            <p:cNvPr id="2881" name="Google Shape;2881;p19"/>
            <p:cNvSpPr txBox="1"/>
            <p:nvPr/>
          </p:nvSpPr>
          <p:spPr>
            <a:xfrm rot="-5400000">
              <a:off x="1868" y="2483"/>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82" name="Google Shape;2882;p19"/>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83" name="Google Shape;2883;p19"/>
          <p:cNvGrpSpPr/>
          <p:nvPr/>
        </p:nvGrpSpPr>
        <p:grpSpPr>
          <a:xfrm>
            <a:off x="7123906" y="4246562"/>
            <a:ext cx="257968" cy="629443"/>
            <a:chOff x="3560" y="2643"/>
            <a:chExt cx="162" cy="397"/>
          </a:xfrm>
        </p:grpSpPr>
        <p:sp>
          <p:nvSpPr>
            <p:cNvPr id="2884" name="Google Shape;2884;p19"/>
            <p:cNvSpPr txBox="1"/>
            <p:nvPr/>
          </p:nvSpPr>
          <p:spPr>
            <a:xfrm rot="-5400000">
              <a:off x="3375" y="2828"/>
              <a:ext cx="39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85" name="Google Shape;2885;p19"/>
            <p:cNvSpPr txBox="1"/>
            <p:nvPr/>
          </p:nvSpPr>
          <p:spPr>
            <a:xfrm>
              <a:off x="3562" y="2643"/>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86" name="Google Shape;2886;p19"/>
          <p:cNvGrpSpPr/>
          <p:nvPr/>
        </p:nvGrpSpPr>
        <p:grpSpPr>
          <a:xfrm>
            <a:off x="5755481" y="4468812"/>
            <a:ext cx="257968" cy="380206"/>
            <a:chOff x="2314" y="2599"/>
            <a:chExt cx="162" cy="240"/>
          </a:xfrm>
        </p:grpSpPr>
        <p:sp>
          <p:nvSpPr>
            <p:cNvPr id="2887" name="Google Shape;2887;p19"/>
            <p:cNvSpPr txBox="1"/>
            <p:nvPr/>
          </p:nvSpPr>
          <p:spPr>
            <a:xfrm rot="-5400000">
              <a:off x="2208" y="2706"/>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88" name="Google Shape;2888;p19"/>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889" name="Google Shape;2889;p19"/>
          <p:cNvGrpSpPr/>
          <p:nvPr/>
        </p:nvGrpSpPr>
        <p:grpSpPr>
          <a:xfrm>
            <a:off x="5218906" y="4030662"/>
            <a:ext cx="257968" cy="819943"/>
            <a:chOff x="2458" y="2251"/>
            <a:chExt cx="162" cy="516"/>
          </a:xfrm>
        </p:grpSpPr>
        <p:sp>
          <p:nvSpPr>
            <p:cNvPr id="2890" name="Google Shape;2890;p19"/>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91" name="Google Shape;2891;p19"/>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892" name="Google Shape;2892;p19"/>
          <p:cNvSpPr txBox="1"/>
          <p:nvPr/>
        </p:nvSpPr>
        <p:spPr>
          <a:xfrm flipH="1" rot="10800000">
            <a:off x="2613025" y="4846637"/>
            <a:ext cx="5092700" cy="42862"/>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93" name="Google Shape;2893;p19"/>
          <p:cNvSpPr txBox="1"/>
          <p:nvPr/>
        </p:nvSpPr>
        <p:spPr>
          <a:xfrm>
            <a:off x="4416425" y="5584825"/>
            <a:ext cx="6921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home</a:t>
            </a:r>
            <a:endParaRPr/>
          </a:p>
        </p:txBody>
      </p:sp>
      <p:pic>
        <p:nvPicPr>
          <p:cNvPr descr="building2" id="2894" name="Google Shape;2894;p19"/>
          <p:cNvPicPr preferRelativeResize="0"/>
          <p:nvPr/>
        </p:nvPicPr>
        <p:blipFill rotWithShape="1">
          <a:blip r:embed="rId5">
            <a:alphaModFix/>
          </a:blip>
          <a:srcRect b="0" l="0" r="0" t="0"/>
          <a:stretch/>
        </p:blipFill>
        <p:spPr>
          <a:xfrm>
            <a:off x="1127125" y="4356100"/>
            <a:ext cx="1504950" cy="782637"/>
          </a:xfrm>
          <a:prstGeom prst="rect">
            <a:avLst/>
          </a:prstGeom>
          <a:noFill/>
          <a:ln>
            <a:noFill/>
          </a:ln>
        </p:spPr>
      </p:pic>
      <p:sp>
        <p:nvSpPr>
          <p:cNvPr id="2895" name="Google Shape;2895;p19"/>
          <p:cNvSpPr txBox="1"/>
          <p:nvPr/>
        </p:nvSpPr>
        <p:spPr>
          <a:xfrm>
            <a:off x="1127125" y="5140325"/>
            <a:ext cx="151447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headend</a:t>
            </a:r>
            <a:endParaRPr/>
          </a:p>
        </p:txBody>
      </p:sp>
      <p:sp>
        <p:nvSpPr>
          <p:cNvPr id="2896" name="Google Shape;2896;p19"/>
          <p:cNvSpPr txBox="1"/>
          <p:nvPr/>
        </p:nvSpPr>
        <p:spPr>
          <a:xfrm>
            <a:off x="2257425" y="5711825"/>
            <a:ext cx="17065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distribution</a:t>
            </a:r>
            <a:endParaRPr/>
          </a:p>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network</a:t>
            </a:r>
            <a:endParaRPr/>
          </a:p>
        </p:txBody>
      </p:sp>
      <p:cxnSp>
        <p:nvCxnSpPr>
          <p:cNvPr id="2897" name="Google Shape;2897;p19"/>
          <p:cNvCxnSpPr/>
          <p:nvPr/>
        </p:nvCxnSpPr>
        <p:spPr>
          <a:xfrm flipH="1" rot="10800000">
            <a:off x="3124200" y="4940300"/>
            <a:ext cx="406400" cy="762000"/>
          </a:xfrm>
          <a:prstGeom prst="straightConnector1">
            <a:avLst/>
          </a:prstGeom>
          <a:noFill/>
          <a:ln cap="flat" cmpd="sng" w="9525">
            <a:solidFill>
              <a:schemeClr val="dk1"/>
            </a:solidFill>
            <a:prstDash val="solid"/>
            <a:miter lim="800000"/>
            <a:headEnd len="med" w="med" type="none"/>
            <a:tailEnd len="med" w="med" type="triangle"/>
          </a:ln>
        </p:spPr>
      </p:cxnSp>
      <p:grpSp>
        <p:nvGrpSpPr>
          <p:cNvPr id="2898" name="Google Shape;2898;p19"/>
          <p:cNvGrpSpPr/>
          <p:nvPr/>
        </p:nvGrpSpPr>
        <p:grpSpPr>
          <a:xfrm>
            <a:off x="304800" y="1520825"/>
            <a:ext cx="2552700" cy="2873375"/>
            <a:chOff x="192" y="958"/>
            <a:chExt cx="1608" cy="1810"/>
          </a:xfrm>
        </p:grpSpPr>
        <p:sp>
          <p:nvSpPr>
            <p:cNvPr id="2899" name="Google Shape;2899;p19"/>
            <p:cNvSpPr/>
            <p:nvPr/>
          </p:nvSpPr>
          <p:spPr>
            <a:xfrm>
              <a:off x="336" y="1856"/>
              <a:ext cx="1432" cy="912"/>
            </a:xfrm>
            <a:custGeom>
              <a:rect b="b" l="l" r="r" t="t"/>
              <a:pathLst>
                <a:path extrusionOk="0" h="912" w="1432">
                  <a:moveTo>
                    <a:pt x="544" y="912"/>
                  </a:moveTo>
                  <a:lnTo>
                    <a:pt x="0" y="224"/>
                  </a:lnTo>
                  <a:lnTo>
                    <a:pt x="288" y="400"/>
                  </a:lnTo>
                  <a:lnTo>
                    <a:pt x="672" y="512"/>
                  </a:lnTo>
                  <a:lnTo>
                    <a:pt x="960" y="464"/>
                  </a:lnTo>
                  <a:lnTo>
                    <a:pt x="1176" y="336"/>
                  </a:lnTo>
                  <a:lnTo>
                    <a:pt x="1432" y="0"/>
                  </a:lnTo>
                  <a:lnTo>
                    <a:pt x="1016" y="896"/>
                  </a:lnTo>
                  <a:lnTo>
                    <a:pt x="544" y="912"/>
                  </a:lnTo>
                  <a:close/>
                </a:path>
              </a:pathLst>
            </a:custGeom>
            <a:gradFill>
              <a:gsLst>
                <a:gs pos="0">
                  <a:schemeClr val="dk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00" name="Google Shape;2900;p19"/>
            <p:cNvSpPr/>
            <p:nvPr/>
          </p:nvSpPr>
          <p:spPr>
            <a:xfrm>
              <a:off x="192" y="968"/>
              <a:ext cx="1608" cy="139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901" name="Google Shape;2901;p19"/>
            <p:cNvGrpSpPr/>
            <p:nvPr/>
          </p:nvGrpSpPr>
          <p:grpSpPr>
            <a:xfrm>
              <a:off x="399" y="958"/>
              <a:ext cx="1215" cy="1341"/>
              <a:chOff x="351" y="918"/>
              <a:chExt cx="1215" cy="1341"/>
            </a:xfrm>
          </p:grpSpPr>
          <p:sp>
            <p:nvSpPr>
              <p:cNvPr id="2902" name="Google Shape;2902;p19"/>
              <p:cNvSpPr txBox="1"/>
              <p:nvPr/>
            </p:nvSpPr>
            <p:spPr>
              <a:xfrm flipH="1" rot="5400000">
                <a:off x="713" y="1845"/>
                <a:ext cx="31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03" name="Google Shape;2903;p19"/>
              <p:cNvSpPr txBox="1"/>
              <p:nvPr/>
            </p:nvSpPr>
            <p:spPr>
              <a:xfrm flipH="1" rot="5400000">
                <a:off x="537" y="1541"/>
                <a:ext cx="31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04" name="Google Shape;2904;p19"/>
              <p:cNvSpPr txBox="1"/>
              <p:nvPr/>
            </p:nvSpPr>
            <p:spPr>
              <a:xfrm flipH="1" rot="5400000">
                <a:off x="1073" y="1533"/>
                <a:ext cx="31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pedge_6600" id="2905" name="Google Shape;2905;p19"/>
              <p:cNvPicPr preferRelativeResize="0"/>
              <p:nvPr/>
            </p:nvPicPr>
            <p:blipFill rotWithShape="1">
              <a:blip r:embed="rId6">
                <a:alphaModFix/>
              </a:blip>
              <a:srcRect b="0" l="0" r="0" t="0"/>
              <a:stretch/>
            </p:blipFill>
            <p:spPr>
              <a:xfrm>
                <a:off x="351" y="1126"/>
                <a:ext cx="461" cy="437"/>
              </a:xfrm>
              <a:prstGeom prst="rect">
                <a:avLst/>
              </a:prstGeom>
              <a:noFill/>
              <a:ln>
                <a:noFill/>
              </a:ln>
            </p:spPr>
          </p:pic>
          <p:pic>
            <p:nvPicPr>
              <p:cNvPr descr="pedge_6600" id="2906" name="Google Shape;2906;p19"/>
              <p:cNvPicPr preferRelativeResize="0"/>
              <p:nvPr/>
            </p:nvPicPr>
            <p:blipFill rotWithShape="1">
              <a:blip r:embed="rId6">
                <a:alphaModFix/>
              </a:blip>
              <a:srcRect b="0" l="0" r="0" t="0"/>
              <a:stretch/>
            </p:blipFill>
            <p:spPr>
              <a:xfrm>
                <a:off x="1055" y="1150"/>
                <a:ext cx="461" cy="437"/>
              </a:xfrm>
              <a:prstGeom prst="rect">
                <a:avLst/>
              </a:prstGeom>
              <a:noFill/>
              <a:ln>
                <a:noFill/>
              </a:ln>
            </p:spPr>
          </p:pic>
          <p:pic>
            <p:nvPicPr>
              <p:cNvPr descr="pedge_6600" id="2907" name="Google Shape;2907;p19"/>
              <p:cNvPicPr preferRelativeResize="0"/>
              <p:nvPr/>
            </p:nvPicPr>
            <p:blipFill rotWithShape="1">
              <a:blip r:embed="rId6">
                <a:alphaModFix/>
              </a:blip>
              <a:srcRect b="0" l="0" r="0" t="0"/>
              <a:stretch/>
            </p:blipFill>
            <p:spPr>
              <a:xfrm>
                <a:off x="591" y="1822"/>
                <a:ext cx="461" cy="437"/>
              </a:xfrm>
              <a:prstGeom prst="rect">
                <a:avLst/>
              </a:prstGeom>
              <a:noFill/>
              <a:ln>
                <a:noFill/>
              </a:ln>
            </p:spPr>
          </p:pic>
          <p:sp>
            <p:nvSpPr>
              <p:cNvPr id="2908" name="Google Shape;2908;p19"/>
              <p:cNvSpPr txBox="1"/>
              <p:nvPr/>
            </p:nvSpPr>
            <p:spPr>
              <a:xfrm flipH="1" rot="10800000">
                <a:off x="454" y="1685"/>
                <a:ext cx="1112"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09" name="Google Shape;2909;p19"/>
              <p:cNvSpPr txBox="1"/>
              <p:nvPr/>
            </p:nvSpPr>
            <p:spPr>
              <a:xfrm>
                <a:off x="710" y="918"/>
                <a:ext cx="622"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server(s)</a:t>
                </a:r>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4" name="Shape 2914"/>
        <p:cNvGrpSpPr/>
        <p:nvPr/>
      </p:nvGrpSpPr>
      <p:grpSpPr>
        <a:xfrm>
          <a:off x="0" y="0"/>
          <a:ext cx="0" cy="0"/>
          <a:chOff x="0" y="0"/>
          <a:chExt cx="0" cy="0"/>
        </a:xfrm>
      </p:grpSpPr>
      <p:sp>
        <p:nvSpPr>
          <p:cNvPr id="2915" name="Google Shape;2915;p2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916" name="Google Shape;2916;p2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917" name="Google Shape;2917;p20"/>
          <p:cNvSpPr txBox="1"/>
          <p:nvPr>
            <p:ph type="title"/>
          </p:nvPr>
        </p:nvSpPr>
        <p:spPr>
          <a:xfrm>
            <a:off x="419100" y="2111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2800"/>
              <a:buFont typeface="Comic Sans MS"/>
              <a:buNone/>
            </a:pPr>
            <a:r>
              <a:rPr b="0" i="0" lang="en-US" sz="2800" u="sng">
                <a:solidFill>
                  <a:schemeClr val="accent2"/>
                </a:solidFill>
                <a:latin typeface="Comic Sans MS"/>
                <a:ea typeface="Comic Sans MS"/>
                <a:cs typeface="Comic Sans MS"/>
                <a:sym typeface="Comic Sans MS"/>
              </a:rPr>
              <a:t>Cable Network Architecture: Overview</a:t>
            </a:r>
            <a:endParaRPr/>
          </a:p>
        </p:txBody>
      </p:sp>
      <p:pic>
        <p:nvPicPr>
          <p:cNvPr descr="house_small" id="2918" name="Google Shape;2918;p20"/>
          <p:cNvPicPr preferRelativeResize="0"/>
          <p:nvPr/>
        </p:nvPicPr>
        <p:blipFill rotWithShape="1">
          <a:blip r:embed="rId3">
            <a:alphaModFix/>
          </a:blip>
          <a:srcRect b="0" l="0" r="0" t="0"/>
          <a:stretch/>
        </p:blipFill>
        <p:spPr>
          <a:xfrm>
            <a:off x="5416550" y="3873500"/>
            <a:ext cx="1019175" cy="279400"/>
          </a:xfrm>
          <a:prstGeom prst="rect">
            <a:avLst/>
          </a:prstGeom>
          <a:noFill/>
          <a:ln>
            <a:noFill/>
          </a:ln>
        </p:spPr>
      </p:pic>
      <p:pic>
        <p:nvPicPr>
          <p:cNvPr descr="house_small" id="2919" name="Google Shape;2919;p20"/>
          <p:cNvPicPr preferRelativeResize="0"/>
          <p:nvPr/>
        </p:nvPicPr>
        <p:blipFill rotWithShape="1">
          <a:blip r:embed="rId3">
            <a:alphaModFix/>
          </a:blip>
          <a:srcRect b="0" l="0" r="0" t="0"/>
          <a:stretch/>
        </p:blipFill>
        <p:spPr>
          <a:xfrm>
            <a:off x="5916612" y="4308475"/>
            <a:ext cx="1019175" cy="279400"/>
          </a:xfrm>
          <a:prstGeom prst="rect">
            <a:avLst/>
          </a:prstGeom>
          <a:noFill/>
          <a:ln>
            <a:noFill/>
          </a:ln>
        </p:spPr>
      </p:pic>
      <p:pic>
        <p:nvPicPr>
          <p:cNvPr descr="house_small" id="2920" name="Google Shape;2920;p20"/>
          <p:cNvPicPr preferRelativeResize="0"/>
          <p:nvPr/>
        </p:nvPicPr>
        <p:blipFill rotWithShape="1">
          <a:blip r:embed="rId4">
            <a:alphaModFix/>
          </a:blip>
          <a:srcRect b="0" l="0" r="0" t="0"/>
          <a:stretch/>
        </p:blipFill>
        <p:spPr>
          <a:xfrm>
            <a:off x="4097337" y="4064000"/>
            <a:ext cx="1000125" cy="274637"/>
          </a:xfrm>
          <a:prstGeom prst="rect">
            <a:avLst/>
          </a:prstGeom>
          <a:noFill/>
          <a:ln>
            <a:noFill/>
          </a:ln>
        </p:spPr>
      </p:pic>
      <p:grpSp>
        <p:nvGrpSpPr>
          <p:cNvPr id="2921" name="Google Shape;2921;p20"/>
          <p:cNvGrpSpPr/>
          <p:nvPr/>
        </p:nvGrpSpPr>
        <p:grpSpPr>
          <a:xfrm>
            <a:off x="3913981" y="4227512"/>
            <a:ext cx="257968" cy="634206"/>
            <a:chOff x="2053" y="2297"/>
            <a:chExt cx="162" cy="400"/>
          </a:xfrm>
        </p:grpSpPr>
        <p:sp>
          <p:nvSpPr>
            <p:cNvPr id="2922" name="Google Shape;2922;p20"/>
            <p:cNvSpPr txBox="1"/>
            <p:nvPr/>
          </p:nvSpPr>
          <p:spPr>
            <a:xfrm rot="-5400000">
              <a:off x="1868" y="2484"/>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23" name="Google Shape;2923;p20"/>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house_small" id="2924" name="Google Shape;2924;p20"/>
          <p:cNvPicPr preferRelativeResize="0"/>
          <p:nvPr/>
        </p:nvPicPr>
        <p:blipFill rotWithShape="1">
          <a:blip r:embed="rId4">
            <a:alphaModFix/>
          </a:blip>
          <a:srcRect b="0" l="0" r="0" t="0"/>
          <a:stretch/>
        </p:blipFill>
        <p:spPr>
          <a:xfrm>
            <a:off x="7323137" y="4076700"/>
            <a:ext cx="1000125" cy="274637"/>
          </a:xfrm>
          <a:prstGeom prst="rect">
            <a:avLst/>
          </a:prstGeom>
          <a:noFill/>
          <a:ln>
            <a:noFill/>
          </a:ln>
        </p:spPr>
      </p:pic>
      <p:pic>
        <p:nvPicPr>
          <p:cNvPr descr="house_small" id="2925" name="Google Shape;2925;p20"/>
          <p:cNvPicPr preferRelativeResize="0"/>
          <p:nvPr/>
        </p:nvPicPr>
        <p:blipFill rotWithShape="1">
          <a:blip r:embed="rId4">
            <a:alphaModFix/>
          </a:blip>
          <a:srcRect b="0" l="0" r="0" t="0"/>
          <a:stretch/>
        </p:blipFill>
        <p:spPr>
          <a:xfrm>
            <a:off x="4262437" y="5334000"/>
            <a:ext cx="1000125" cy="274637"/>
          </a:xfrm>
          <a:prstGeom prst="rect">
            <a:avLst/>
          </a:prstGeom>
          <a:noFill/>
          <a:ln>
            <a:noFill/>
          </a:ln>
        </p:spPr>
      </p:pic>
      <p:pic>
        <p:nvPicPr>
          <p:cNvPr descr="house_small" id="2926" name="Google Shape;2926;p20"/>
          <p:cNvPicPr preferRelativeResize="0"/>
          <p:nvPr/>
        </p:nvPicPr>
        <p:blipFill rotWithShape="1">
          <a:blip r:embed="rId3">
            <a:alphaModFix/>
          </a:blip>
          <a:srcRect b="0" l="0" r="0" t="0"/>
          <a:stretch/>
        </p:blipFill>
        <p:spPr>
          <a:xfrm>
            <a:off x="5738812" y="5070475"/>
            <a:ext cx="1019175" cy="279400"/>
          </a:xfrm>
          <a:prstGeom prst="rect">
            <a:avLst/>
          </a:prstGeom>
          <a:noFill/>
          <a:ln>
            <a:noFill/>
          </a:ln>
        </p:spPr>
      </p:pic>
      <p:pic>
        <p:nvPicPr>
          <p:cNvPr descr="house_small" id="2927" name="Google Shape;2927;p20"/>
          <p:cNvPicPr preferRelativeResize="0"/>
          <p:nvPr/>
        </p:nvPicPr>
        <p:blipFill rotWithShape="1">
          <a:blip r:embed="rId4">
            <a:alphaModFix/>
          </a:blip>
          <a:srcRect b="0" l="0" r="0" t="0"/>
          <a:stretch/>
        </p:blipFill>
        <p:spPr>
          <a:xfrm>
            <a:off x="6954837" y="5524500"/>
            <a:ext cx="1000125" cy="274637"/>
          </a:xfrm>
          <a:prstGeom prst="rect">
            <a:avLst/>
          </a:prstGeom>
          <a:noFill/>
          <a:ln>
            <a:noFill/>
          </a:ln>
        </p:spPr>
      </p:pic>
      <p:grpSp>
        <p:nvGrpSpPr>
          <p:cNvPr id="2928" name="Google Shape;2928;p20"/>
          <p:cNvGrpSpPr/>
          <p:nvPr/>
        </p:nvGrpSpPr>
        <p:grpSpPr>
          <a:xfrm flipH="1" rot="10800000">
            <a:off x="6768306" y="4907756"/>
            <a:ext cx="257968" cy="819943"/>
            <a:chOff x="2458" y="2251"/>
            <a:chExt cx="162" cy="516"/>
          </a:xfrm>
        </p:grpSpPr>
        <p:sp>
          <p:nvSpPr>
            <p:cNvPr id="2929" name="Google Shape;2929;p20"/>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30" name="Google Shape;2930;p20"/>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31" name="Google Shape;2931;p20"/>
          <p:cNvGrpSpPr/>
          <p:nvPr/>
        </p:nvGrpSpPr>
        <p:grpSpPr>
          <a:xfrm flipH="1" rot="10800000">
            <a:off x="5526881" y="4888706"/>
            <a:ext cx="257968" cy="378618"/>
            <a:chOff x="2314" y="2599"/>
            <a:chExt cx="162" cy="239"/>
          </a:xfrm>
        </p:grpSpPr>
        <p:sp>
          <p:nvSpPr>
            <p:cNvPr id="2932" name="Google Shape;2932;p20"/>
            <p:cNvSpPr txBox="1"/>
            <p:nvPr/>
          </p:nvSpPr>
          <p:spPr>
            <a:xfrm rot="-5400000">
              <a:off x="2208" y="2705"/>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33" name="Google Shape;2933;p20"/>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34" name="Google Shape;2934;p20"/>
          <p:cNvGrpSpPr/>
          <p:nvPr/>
        </p:nvGrpSpPr>
        <p:grpSpPr>
          <a:xfrm flipH="1" rot="10800000">
            <a:off x="4091781" y="4901406"/>
            <a:ext cx="257968" cy="632618"/>
            <a:chOff x="2053" y="2297"/>
            <a:chExt cx="162" cy="399"/>
          </a:xfrm>
        </p:grpSpPr>
        <p:sp>
          <p:nvSpPr>
            <p:cNvPr id="2935" name="Google Shape;2935;p20"/>
            <p:cNvSpPr txBox="1"/>
            <p:nvPr/>
          </p:nvSpPr>
          <p:spPr>
            <a:xfrm rot="-5400000">
              <a:off x="1868" y="2483"/>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36" name="Google Shape;2936;p20"/>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37" name="Google Shape;2937;p20"/>
          <p:cNvGrpSpPr/>
          <p:nvPr/>
        </p:nvGrpSpPr>
        <p:grpSpPr>
          <a:xfrm>
            <a:off x="7123906" y="4246562"/>
            <a:ext cx="257968" cy="629443"/>
            <a:chOff x="3560" y="2643"/>
            <a:chExt cx="162" cy="397"/>
          </a:xfrm>
        </p:grpSpPr>
        <p:sp>
          <p:nvSpPr>
            <p:cNvPr id="2938" name="Google Shape;2938;p20"/>
            <p:cNvSpPr txBox="1"/>
            <p:nvPr/>
          </p:nvSpPr>
          <p:spPr>
            <a:xfrm rot="-5400000">
              <a:off x="3375" y="2828"/>
              <a:ext cx="39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39" name="Google Shape;2939;p20"/>
            <p:cNvSpPr txBox="1"/>
            <p:nvPr/>
          </p:nvSpPr>
          <p:spPr>
            <a:xfrm>
              <a:off x="3562" y="2643"/>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40" name="Google Shape;2940;p20"/>
          <p:cNvGrpSpPr/>
          <p:nvPr/>
        </p:nvGrpSpPr>
        <p:grpSpPr>
          <a:xfrm>
            <a:off x="5755481" y="4468812"/>
            <a:ext cx="257968" cy="380206"/>
            <a:chOff x="2314" y="2599"/>
            <a:chExt cx="162" cy="240"/>
          </a:xfrm>
        </p:grpSpPr>
        <p:sp>
          <p:nvSpPr>
            <p:cNvPr id="2941" name="Google Shape;2941;p20"/>
            <p:cNvSpPr txBox="1"/>
            <p:nvPr/>
          </p:nvSpPr>
          <p:spPr>
            <a:xfrm rot="-5400000">
              <a:off x="2208" y="2706"/>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42" name="Google Shape;2942;p20"/>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43" name="Google Shape;2943;p20"/>
          <p:cNvGrpSpPr/>
          <p:nvPr/>
        </p:nvGrpSpPr>
        <p:grpSpPr>
          <a:xfrm>
            <a:off x="5218906" y="4030662"/>
            <a:ext cx="257968" cy="819943"/>
            <a:chOff x="2458" y="2251"/>
            <a:chExt cx="162" cy="516"/>
          </a:xfrm>
        </p:grpSpPr>
        <p:sp>
          <p:nvSpPr>
            <p:cNvPr id="2944" name="Google Shape;2944;p20"/>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45" name="Google Shape;2945;p20"/>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946" name="Google Shape;2946;p20"/>
          <p:cNvSpPr txBox="1"/>
          <p:nvPr/>
        </p:nvSpPr>
        <p:spPr>
          <a:xfrm flipH="1" rot="10800000">
            <a:off x="2613025" y="4846637"/>
            <a:ext cx="5092700" cy="42862"/>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47" name="Google Shape;2947;p20"/>
          <p:cNvSpPr txBox="1"/>
          <p:nvPr/>
        </p:nvSpPr>
        <p:spPr>
          <a:xfrm>
            <a:off x="4416425" y="5584825"/>
            <a:ext cx="6921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home</a:t>
            </a:r>
            <a:endParaRPr/>
          </a:p>
        </p:txBody>
      </p:sp>
      <p:pic>
        <p:nvPicPr>
          <p:cNvPr descr="building2" id="2948" name="Google Shape;2948;p20"/>
          <p:cNvPicPr preferRelativeResize="0"/>
          <p:nvPr/>
        </p:nvPicPr>
        <p:blipFill rotWithShape="1">
          <a:blip r:embed="rId5">
            <a:alphaModFix/>
          </a:blip>
          <a:srcRect b="0" l="0" r="0" t="0"/>
          <a:stretch/>
        </p:blipFill>
        <p:spPr>
          <a:xfrm>
            <a:off x="1127125" y="4356100"/>
            <a:ext cx="1504950" cy="782637"/>
          </a:xfrm>
          <a:prstGeom prst="rect">
            <a:avLst/>
          </a:prstGeom>
          <a:noFill/>
          <a:ln>
            <a:noFill/>
          </a:ln>
        </p:spPr>
      </p:pic>
      <p:sp>
        <p:nvSpPr>
          <p:cNvPr id="2949" name="Google Shape;2949;p20"/>
          <p:cNvSpPr txBox="1"/>
          <p:nvPr/>
        </p:nvSpPr>
        <p:spPr>
          <a:xfrm>
            <a:off x="1127125" y="5140325"/>
            <a:ext cx="151447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headend</a:t>
            </a:r>
            <a:endParaRPr/>
          </a:p>
        </p:txBody>
      </p:sp>
      <p:sp>
        <p:nvSpPr>
          <p:cNvPr id="2950" name="Google Shape;2950;p20"/>
          <p:cNvSpPr txBox="1"/>
          <p:nvPr/>
        </p:nvSpPr>
        <p:spPr>
          <a:xfrm>
            <a:off x="2146300" y="5711825"/>
            <a:ext cx="1933575"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distribution</a:t>
            </a:r>
            <a:endParaRPr/>
          </a:p>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network (simplified)</a:t>
            </a:r>
            <a:endParaRPr/>
          </a:p>
        </p:txBody>
      </p:sp>
      <p:cxnSp>
        <p:nvCxnSpPr>
          <p:cNvPr id="2951" name="Google Shape;2951;p20"/>
          <p:cNvCxnSpPr/>
          <p:nvPr/>
        </p:nvCxnSpPr>
        <p:spPr>
          <a:xfrm flipH="1" rot="10800000">
            <a:off x="3124200" y="4940300"/>
            <a:ext cx="406400" cy="762000"/>
          </a:xfrm>
          <a:prstGeom prst="straightConnector1">
            <a:avLst/>
          </a:prstGeom>
          <a:noFill/>
          <a:ln cap="flat" cmpd="sng" w="9525">
            <a:solidFill>
              <a:schemeClr val="dk1"/>
            </a:solidFill>
            <a:prstDash val="solid"/>
            <a:miter lim="800000"/>
            <a:headEnd len="med" w="med" type="none"/>
            <a:tailEnd len="med" w="med" type="triangle"/>
          </a:ln>
        </p:spPr>
      </p:cxnSp>
      <p:grpSp>
        <p:nvGrpSpPr>
          <p:cNvPr id="2952" name="Google Shape;2952;p20"/>
          <p:cNvGrpSpPr/>
          <p:nvPr/>
        </p:nvGrpSpPr>
        <p:grpSpPr>
          <a:xfrm>
            <a:off x="3429000" y="1181100"/>
            <a:ext cx="5232400" cy="2806700"/>
            <a:chOff x="2160" y="744"/>
            <a:chExt cx="3296" cy="1768"/>
          </a:xfrm>
        </p:grpSpPr>
        <p:sp>
          <p:nvSpPr>
            <p:cNvPr id="2953" name="Google Shape;2953;p20"/>
            <p:cNvSpPr/>
            <p:nvPr/>
          </p:nvSpPr>
          <p:spPr>
            <a:xfrm>
              <a:off x="2544" y="2048"/>
              <a:ext cx="2432" cy="464"/>
            </a:xfrm>
            <a:custGeom>
              <a:rect b="b" l="l" r="r" t="t"/>
              <a:pathLst>
                <a:path extrusionOk="0" h="464" w="2432">
                  <a:moveTo>
                    <a:pt x="912" y="448"/>
                  </a:moveTo>
                  <a:lnTo>
                    <a:pt x="1496" y="464"/>
                  </a:lnTo>
                  <a:lnTo>
                    <a:pt x="2432" y="48"/>
                  </a:lnTo>
                  <a:lnTo>
                    <a:pt x="1784" y="176"/>
                  </a:lnTo>
                  <a:lnTo>
                    <a:pt x="864" y="208"/>
                  </a:lnTo>
                  <a:lnTo>
                    <a:pt x="0" y="0"/>
                  </a:lnTo>
                </a:path>
              </a:pathLst>
            </a:custGeom>
            <a:gradFill>
              <a:gsLst>
                <a:gs pos="0">
                  <a:schemeClr val="dk2"/>
                </a:gs>
                <a:gs pos="100000">
                  <a:schemeClr val="lt1"/>
                </a:gs>
              </a:gsLst>
              <a:lin ang="5400000" scaled="0"/>
            </a:grad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54" name="Google Shape;2954;p20"/>
            <p:cNvSpPr/>
            <p:nvPr/>
          </p:nvSpPr>
          <p:spPr>
            <a:xfrm>
              <a:off x="2160" y="744"/>
              <a:ext cx="3296" cy="156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house_2" id="2955" name="Google Shape;2955;p20"/>
            <p:cNvPicPr preferRelativeResize="0"/>
            <p:nvPr/>
          </p:nvPicPr>
          <p:blipFill rotWithShape="1">
            <a:blip r:embed="rId6">
              <a:alphaModFix/>
            </a:blip>
            <a:srcRect b="0" l="0" r="0" t="0"/>
            <a:stretch/>
          </p:blipFill>
          <p:spPr>
            <a:xfrm>
              <a:off x="2322" y="1044"/>
              <a:ext cx="2955" cy="1027"/>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0" name="Shape 2960"/>
        <p:cNvGrpSpPr/>
        <p:nvPr/>
      </p:nvGrpSpPr>
      <p:grpSpPr>
        <a:xfrm>
          <a:off x="0" y="0"/>
          <a:ext cx="0" cy="0"/>
          <a:chOff x="0" y="0"/>
          <a:chExt cx="0" cy="0"/>
        </a:xfrm>
      </p:grpSpPr>
      <p:sp>
        <p:nvSpPr>
          <p:cNvPr id="2961" name="Google Shape;2961;p2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2962" name="Google Shape;2962;p2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963" name="Google Shape;2963;p21"/>
          <p:cNvSpPr txBox="1"/>
          <p:nvPr>
            <p:ph type="title"/>
          </p:nvPr>
        </p:nvSpPr>
        <p:spPr>
          <a:xfrm>
            <a:off x="419100" y="2111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2800"/>
              <a:buFont typeface="Comic Sans MS"/>
              <a:buNone/>
            </a:pPr>
            <a:r>
              <a:rPr b="0" i="0" lang="en-US" sz="2800" u="sng">
                <a:solidFill>
                  <a:schemeClr val="accent2"/>
                </a:solidFill>
                <a:latin typeface="Comic Sans MS"/>
                <a:ea typeface="Comic Sans MS"/>
                <a:cs typeface="Comic Sans MS"/>
                <a:sym typeface="Comic Sans MS"/>
              </a:rPr>
              <a:t>Cable Network Architecture: Overview</a:t>
            </a:r>
            <a:endParaRPr/>
          </a:p>
        </p:txBody>
      </p:sp>
      <p:pic>
        <p:nvPicPr>
          <p:cNvPr descr="house_small" id="2964" name="Google Shape;2964;p21"/>
          <p:cNvPicPr preferRelativeResize="0"/>
          <p:nvPr/>
        </p:nvPicPr>
        <p:blipFill rotWithShape="1">
          <a:blip r:embed="rId3">
            <a:alphaModFix/>
          </a:blip>
          <a:srcRect b="0" l="0" r="0" t="0"/>
          <a:stretch/>
        </p:blipFill>
        <p:spPr>
          <a:xfrm>
            <a:off x="5416550" y="3873500"/>
            <a:ext cx="1019175" cy="279400"/>
          </a:xfrm>
          <a:prstGeom prst="rect">
            <a:avLst/>
          </a:prstGeom>
          <a:noFill/>
          <a:ln>
            <a:noFill/>
          </a:ln>
        </p:spPr>
      </p:pic>
      <p:pic>
        <p:nvPicPr>
          <p:cNvPr descr="house_small" id="2965" name="Google Shape;2965;p21"/>
          <p:cNvPicPr preferRelativeResize="0"/>
          <p:nvPr/>
        </p:nvPicPr>
        <p:blipFill rotWithShape="1">
          <a:blip r:embed="rId3">
            <a:alphaModFix/>
          </a:blip>
          <a:srcRect b="0" l="0" r="0" t="0"/>
          <a:stretch/>
        </p:blipFill>
        <p:spPr>
          <a:xfrm>
            <a:off x="5916612" y="4308475"/>
            <a:ext cx="1019175" cy="279400"/>
          </a:xfrm>
          <a:prstGeom prst="rect">
            <a:avLst/>
          </a:prstGeom>
          <a:noFill/>
          <a:ln>
            <a:noFill/>
          </a:ln>
        </p:spPr>
      </p:pic>
      <p:pic>
        <p:nvPicPr>
          <p:cNvPr descr="house_small" id="2966" name="Google Shape;2966;p21"/>
          <p:cNvPicPr preferRelativeResize="0"/>
          <p:nvPr/>
        </p:nvPicPr>
        <p:blipFill rotWithShape="1">
          <a:blip r:embed="rId4">
            <a:alphaModFix/>
          </a:blip>
          <a:srcRect b="0" l="0" r="0" t="0"/>
          <a:stretch/>
        </p:blipFill>
        <p:spPr>
          <a:xfrm>
            <a:off x="4097337" y="4064000"/>
            <a:ext cx="1000125" cy="274637"/>
          </a:xfrm>
          <a:prstGeom prst="rect">
            <a:avLst/>
          </a:prstGeom>
          <a:noFill/>
          <a:ln>
            <a:noFill/>
          </a:ln>
        </p:spPr>
      </p:pic>
      <p:grpSp>
        <p:nvGrpSpPr>
          <p:cNvPr id="2967" name="Google Shape;2967;p21"/>
          <p:cNvGrpSpPr/>
          <p:nvPr/>
        </p:nvGrpSpPr>
        <p:grpSpPr>
          <a:xfrm>
            <a:off x="3913981" y="4227512"/>
            <a:ext cx="257968" cy="634206"/>
            <a:chOff x="2053" y="2297"/>
            <a:chExt cx="162" cy="400"/>
          </a:xfrm>
        </p:grpSpPr>
        <p:sp>
          <p:nvSpPr>
            <p:cNvPr id="2968" name="Google Shape;2968;p21"/>
            <p:cNvSpPr txBox="1"/>
            <p:nvPr/>
          </p:nvSpPr>
          <p:spPr>
            <a:xfrm rot="-5400000">
              <a:off x="1868" y="2484"/>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69" name="Google Shape;2969;p21"/>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house_small" id="2970" name="Google Shape;2970;p21"/>
          <p:cNvPicPr preferRelativeResize="0"/>
          <p:nvPr/>
        </p:nvPicPr>
        <p:blipFill rotWithShape="1">
          <a:blip r:embed="rId4">
            <a:alphaModFix/>
          </a:blip>
          <a:srcRect b="0" l="0" r="0" t="0"/>
          <a:stretch/>
        </p:blipFill>
        <p:spPr>
          <a:xfrm>
            <a:off x="7323137" y="4076700"/>
            <a:ext cx="1000125" cy="274637"/>
          </a:xfrm>
          <a:prstGeom prst="rect">
            <a:avLst/>
          </a:prstGeom>
          <a:noFill/>
          <a:ln>
            <a:noFill/>
          </a:ln>
        </p:spPr>
      </p:pic>
      <p:pic>
        <p:nvPicPr>
          <p:cNvPr descr="house_small" id="2971" name="Google Shape;2971;p21"/>
          <p:cNvPicPr preferRelativeResize="0"/>
          <p:nvPr/>
        </p:nvPicPr>
        <p:blipFill rotWithShape="1">
          <a:blip r:embed="rId4">
            <a:alphaModFix/>
          </a:blip>
          <a:srcRect b="0" l="0" r="0" t="0"/>
          <a:stretch/>
        </p:blipFill>
        <p:spPr>
          <a:xfrm>
            <a:off x="4262437" y="5334000"/>
            <a:ext cx="1000125" cy="274637"/>
          </a:xfrm>
          <a:prstGeom prst="rect">
            <a:avLst/>
          </a:prstGeom>
          <a:noFill/>
          <a:ln>
            <a:noFill/>
          </a:ln>
        </p:spPr>
      </p:pic>
      <p:pic>
        <p:nvPicPr>
          <p:cNvPr descr="house_small" id="2972" name="Google Shape;2972;p21"/>
          <p:cNvPicPr preferRelativeResize="0"/>
          <p:nvPr/>
        </p:nvPicPr>
        <p:blipFill rotWithShape="1">
          <a:blip r:embed="rId3">
            <a:alphaModFix/>
          </a:blip>
          <a:srcRect b="0" l="0" r="0" t="0"/>
          <a:stretch/>
        </p:blipFill>
        <p:spPr>
          <a:xfrm>
            <a:off x="5738812" y="5070475"/>
            <a:ext cx="1019175" cy="279400"/>
          </a:xfrm>
          <a:prstGeom prst="rect">
            <a:avLst/>
          </a:prstGeom>
          <a:noFill/>
          <a:ln>
            <a:noFill/>
          </a:ln>
        </p:spPr>
      </p:pic>
      <p:pic>
        <p:nvPicPr>
          <p:cNvPr descr="house_small" id="2973" name="Google Shape;2973;p21"/>
          <p:cNvPicPr preferRelativeResize="0"/>
          <p:nvPr/>
        </p:nvPicPr>
        <p:blipFill rotWithShape="1">
          <a:blip r:embed="rId4">
            <a:alphaModFix/>
          </a:blip>
          <a:srcRect b="0" l="0" r="0" t="0"/>
          <a:stretch/>
        </p:blipFill>
        <p:spPr>
          <a:xfrm>
            <a:off x="6954837" y="5524500"/>
            <a:ext cx="1000125" cy="274637"/>
          </a:xfrm>
          <a:prstGeom prst="rect">
            <a:avLst/>
          </a:prstGeom>
          <a:noFill/>
          <a:ln>
            <a:noFill/>
          </a:ln>
        </p:spPr>
      </p:pic>
      <p:grpSp>
        <p:nvGrpSpPr>
          <p:cNvPr id="2974" name="Google Shape;2974;p21"/>
          <p:cNvGrpSpPr/>
          <p:nvPr/>
        </p:nvGrpSpPr>
        <p:grpSpPr>
          <a:xfrm flipH="1" rot="10800000">
            <a:off x="6768306" y="4907756"/>
            <a:ext cx="257968" cy="819943"/>
            <a:chOff x="2458" y="2251"/>
            <a:chExt cx="162" cy="516"/>
          </a:xfrm>
        </p:grpSpPr>
        <p:sp>
          <p:nvSpPr>
            <p:cNvPr id="2975" name="Google Shape;2975;p21"/>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76" name="Google Shape;2976;p21"/>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77" name="Google Shape;2977;p21"/>
          <p:cNvGrpSpPr/>
          <p:nvPr/>
        </p:nvGrpSpPr>
        <p:grpSpPr>
          <a:xfrm flipH="1" rot="10800000">
            <a:off x="5526881" y="4888706"/>
            <a:ext cx="257968" cy="378618"/>
            <a:chOff x="2314" y="2599"/>
            <a:chExt cx="162" cy="239"/>
          </a:xfrm>
        </p:grpSpPr>
        <p:sp>
          <p:nvSpPr>
            <p:cNvPr id="2978" name="Google Shape;2978;p21"/>
            <p:cNvSpPr txBox="1"/>
            <p:nvPr/>
          </p:nvSpPr>
          <p:spPr>
            <a:xfrm rot="-5400000">
              <a:off x="2208" y="2705"/>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79" name="Google Shape;2979;p21"/>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80" name="Google Shape;2980;p21"/>
          <p:cNvGrpSpPr/>
          <p:nvPr/>
        </p:nvGrpSpPr>
        <p:grpSpPr>
          <a:xfrm flipH="1" rot="10800000">
            <a:off x="4091781" y="4901406"/>
            <a:ext cx="257968" cy="632618"/>
            <a:chOff x="2053" y="2297"/>
            <a:chExt cx="162" cy="399"/>
          </a:xfrm>
        </p:grpSpPr>
        <p:sp>
          <p:nvSpPr>
            <p:cNvPr id="2981" name="Google Shape;2981;p21"/>
            <p:cNvSpPr txBox="1"/>
            <p:nvPr/>
          </p:nvSpPr>
          <p:spPr>
            <a:xfrm rot="-5400000">
              <a:off x="1868" y="2483"/>
              <a:ext cx="39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82" name="Google Shape;2982;p21"/>
            <p:cNvSpPr txBox="1"/>
            <p:nvPr/>
          </p:nvSpPr>
          <p:spPr>
            <a:xfrm>
              <a:off x="2056" y="2297"/>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83" name="Google Shape;2983;p21"/>
          <p:cNvGrpSpPr/>
          <p:nvPr/>
        </p:nvGrpSpPr>
        <p:grpSpPr>
          <a:xfrm>
            <a:off x="7123906" y="4246562"/>
            <a:ext cx="257968" cy="629443"/>
            <a:chOff x="3560" y="2643"/>
            <a:chExt cx="162" cy="397"/>
          </a:xfrm>
        </p:grpSpPr>
        <p:sp>
          <p:nvSpPr>
            <p:cNvPr id="2984" name="Google Shape;2984;p21"/>
            <p:cNvSpPr txBox="1"/>
            <p:nvPr/>
          </p:nvSpPr>
          <p:spPr>
            <a:xfrm rot="-5400000">
              <a:off x="3375" y="2828"/>
              <a:ext cx="39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85" name="Google Shape;2985;p21"/>
            <p:cNvSpPr txBox="1"/>
            <p:nvPr/>
          </p:nvSpPr>
          <p:spPr>
            <a:xfrm>
              <a:off x="3562" y="2643"/>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86" name="Google Shape;2986;p21"/>
          <p:cNvGrpSpPr/>
          <p:nvPr/>
        </p:nvGrpSpPr>
        <p:grpSpPr>
          <a:xfrm>
            <a:off x="5755481" y="4468812"/>
            <a:ext cx="257968" cy="380206"/>
            <a:chOff x="2314" y="2599"/>
            <a:chExt cx="162" cy="240"/>
          </a:xfrm>
        </p:grpSpPr>
        <p:sp>
          <p:nvSpPr>
            <p:cNvPr id="2987" name="Google Shape;2987;p21"/>
            <p:cNvSpPr txBox="1"/>
            <p:nvPr/>
          </p:nvSpPr>
          <p:spPr>
            <a:xfrm rot="-5400000">
              <a:off x="2208" y="2706"/>
              <a:ext cx="238"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88" name="Google Shape;2988;p21"/>
            <p:cNvSpPr txBox="1"/>
            <p:nvPr/>
          </p:nvSpPr>
          <p:spPr>
            <a:xfrm>
              <a:off x="2316" y="2599"/>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2989" name="Google Shape;2989;p21"/>
          <p:cNvGrpSpPr/>
          <p:nvPr/>
        </p:nvGrpSpPr>
        <p:grpSpPr>
          <a:xfrm>
            <a:off x="5218906" y="4030662"/>
            <a:ext cx="257968" cy="819943"/>
            <a:chOff x="2458" y="2251"/>
            <a:chExt cx="162" cy="516"/>
          </a:xfrm>
        </p:grpSpPr>
        <p:sp>
          <p:nvSpPr>
            <p:cNvPr id="2990" name="Google Shape;2990;p21"/>
            <p:cNvSpPr txBox="1"/>
            <p:nvPr/>
          </p:nvSpPr>
          <p:spPr>
            <a:xfrm rot="-5400000">
              <a:off x="2213" y="2496"/>
              <a:ext cx="516"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91" name="Google Shape;2991;p21"/>
            <p:cNvSpPr txBox="1"/>
            <p:nvPr/>
          </p:nvSpPr>
          <p:spPr>
            <a:xfrm>
              <a:off x="2460" y="2251"/>
              <a:ext cx="160" cy="27"/>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992" name="Google Shape;2992;p21"/>
          <p:cNvSpPr txBox="1"/>
          <p:nvPr/>
        </p:nvSpPr>
        <p:spPr>
          <a:xfrm flipH="1" rot="10800000">
            <a:off x="2613025" y="4846637"/>
            <a:ext cx="5092700" cy="42862"/>
          </a:xfrm>
          <a:prstGeom prst="rect">
            <a:avLst/>
          </a:prstGeom>
          <a:gradFill>
            <a:gsLst>
              <a:gs pos="0">
                <a:schemeClr val="dk1"/>
              </a:gs>
              <a:gs pos="50000">
                <a:schemeClr val="lt1"/>
              </a:gs>
              <a:gs pos="100000">
                <a:schemeClr val="dk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93" name="Google Shape;2993;p21"/>
          <p:cNvSpPr txBox="1"/>
          <p:nvPr/>
        </p:nvSpPr>
        <p:spPr>
          <a:xfrm>
            <a:off x="4416425" y="5584825"/>
            <a:ext cx="6921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home</a:t>
            </a:r>
            <a:endParaRPr/>
          </a:p>
        </p:txBody>
      </p:sp>
      <p:pic>
        <p:nvPicPr>
          <p:cNvPr descr="building2" id="2994" name="Google Shape;2994;p21"/>
          <p:cNvPicPr preferRelativeResize="0"/>
          <p:nvPr/>
        </p:nvPicPr>
        <p:blipFill rotWithShape="1">
          <a:blip r:embed="rId5">
            <a:alphaModFix/>
          </a:blip>
          <a:srcRect b="0" l="0" r="0" t="0"/>
          <a:stretch/>
        </p:blipFill>
        <p:spPr>
          <a:xfrm>
            <a:off x="1127125" y="4356100"/>
            <a:ext cx="1504950" cy="782637"/>
          </a:xfrm>
          <a:prstGeom prst="rect">
            <a:avLst/>
          </a:prstGeom>
          <a:noFill/>
          <a:ln>
            <a:noFill/>
          </a:ln>
        </p:spPr>
      </p:pic>
      <p:sp>
        <p:nvSpPr>
          <p:cNvPr id="2995" name="Google Shape;2995;p21"/>
          <p:cNvSpPr txBox="1"/>
          <p:nvPr/>
        </p:nvSpPr>
        <p:spPr>
          <a:xfrm>
            <a:off x="1127125" y="5140325"/>
            <a:ext cx="151447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headend</a:t>
            </a:r>
            <a:endParaRPr/>
          </a:p>
        </p:txBody>
      </p:sp>
      <p:sp>
        <p:nvSpPr>
          <p:cNvPr id="2996" name="Google Shape;2996;p21"/>
          <p:cNvSpPr txBox="1"/>
          <p:nvPr/>
        </p:nvSpPr>
        <p:spPr>
          <a:xfrm>
            <a:off x="2257425" y="5711825"/>
            <a:ext cx="1706562"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cable distribution</a:t>
            </a:r>
            <a:endParaRPr/>
          </a:p>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network</a:t>
            </a:r>
            <a:endParaRPr/>
          </a:p>
        </p:txBody>
      </p:sp>
      <p:cxnSp>
        <p:nvCxnSpPr>
          <p:cNvPr id="2997" name="Google Shape;2997;p21"/>
          <p:cNvCxnSpPr/>
          <p:nvPr/>
        </p:nvCxnSpPr>
        <p:spPr>
          <a:xfrm flipH="1" rot="10800000">
            <a:off x="3124200" y="4940300"/>
            <a:ext cx="406400" cy="762000"/>
          </a:xfrm>
          <a:prstGeom prst="straightConnector1">
            <a:avLst/>
          </a:prstGeom>
          <a:noFill/>
          <a:ln cap="flat" cmpd="sng" w="9525">
            <a:solidFill>
              <a:schemeClr val="dk1"/>
            </a:solidFill>
            <a:prstDash val="solid"/>
            <a:miter lim="800000"/>
            <a:headEnd len="med" w="med" type="none"/>
            <a:tailEnd len="med" w="med" type="triangle"/>
          </a:ln>
        </p:spPr>
      </p:cxnSp>
      <p:grpSp>
        <p:nvGrpSpPr>
          <p:cNvPr id="2998" name="Google Shape;2998;p21"/>
          <p:cNvGrpSpPr/>
          <p:nvPr/>
        </p:nvGrpSpPr>
        <p:grpSpPr>
          <a:xfrm>
            <a:off x="4846637" y="1352550"/>
            <a:ext cx="2043112" cy="958850"/>
            <a:chOff x="2505" y="826"/>
            <a:chExt cx="1287" cy="604"/>
          </a:xfrm>
        </p:grpSpPr>
        <p:cxnSp>
          <p:nvCxnSpPr>
            <p:cNvPr id="2999" name="Google Shape;2999;p21"/>
            <p:cNvCxnSpPr/>
            <p:nvPr/>
          </p:nvCxnSpPr>
          <p:spPr>
            <a:xfrm flipH="1">
              <a:off x="2505" y="1115"/>
              <a:ext cx="128" cy="293"/>
            </a:xfrm>
            <a:prstGeom prst="straightConnector1">
              <a:avLst/>
            </a:prstGeom>
            <a:noFill/>
            <a:ln cap="flat" cmpd="sng" w="9525">
              <a:solidFill>
                <a:schemeClr val="dk1"/>
              </a:solidFill>
              <a:prstDash val="solid"/>
              <a:miter lim="800000"/>
              <a:headEnd len="med" w="med" type="none"/>
              <a:tailEnd len="med" w="med" type="triangle"/>
            </a:ln>
          </p:spPr>
        </p:cxnSp>
        <p:sp>
          <p:nvSpPr>
            <p:cNvPr id="3000" name="Google Shape;3000;p21"/>
            <p:cNvSpPr/>
            <p:nvPr/>
          </p:nvSpPr>
          <p:spPr>
            <a:xfrm>
              <a:off x="2548" y="826"/>
              <a:ext cx="562" cy="266"/>
            </a:xfrm>
            <a:custGeom>
              <a:rect b="b" l="l" r="r" t="t"/>
              <a:pathLst>
                <a:path extrusionOk="0" h="266" w="562">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01" name="Google Shape;3001;p21"/>
            <p:cNvSpPr/>
            <p:nvPr/>
          </p:nvSpPr>
          <p:spPr>
            <a:xfrm>
              <a:off x="3523" y="830"/>
              <a:ext cx="269" cy="266"/>
            </a:xfrm>
            <a:custGeom>
              <a:rect b="b" l="l" r="r" t="t"/>
              <a:pathLst>
                <a:path extrusionOk="0" h="266" w="562">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002" name="Google Shape;3002;p21"/>
            <p:cNvCxnSpPr/>
            <p:nvPr/>
          </p:nvCxnSpPr>
          <p:spPr>
            <a:xfrm flipH="1">
              <a:off x="3433" y="1137"/>
              <a:ext cx="128" cy="293"/>
            </a:xfrm>
            <a:prstGeom prst="straightConnector1">
              <a:avLst/>
            </a:prstGeom>
            <a:noFill/>
            <a:ln cap="flat" cmpd="sng" w="9525">
              <a:solidFill>
                <a:schemeClr val="dk1"/>
              </a:solidFill>
              <a:prstDash val="solid"/>
              <a:miter lim="800000"/>
              <a:headEnd len="med" w="med" type="none"/>
              <a:tailEnd len="med" w="med" type="triangle"/>
            </a:ln>
          </p:spPr>
        </p:cxnSp>
      </p:grpSp>
      <p:grpSp>
        <p:nvGrpSpPr>
          <p:cNvPr id="3003" name="Google Shape;3003;p21"/>
          <p:cNvGrpSpPr/>
          <p:nvPr/>
        </p:nvGrpSpPr>
        <p:grpSpPr>
          <a:xfrm>
            <a:off x="4137025" y="1509712"/>
            <a:ext cx="3021012" cy="2114550"/>
            <a:chOff x="2606" y="951"/>
            <a:chExt cx="1903" cy="1332"/>
          </a:xfrm>
        </p:grpSpPr>
        <p:sp>
          <p:nvSpPr>
            <p:cNvPr id="3004" name="Google Shape;3004;p21"/>
            <p:cNvSpPr txBox="1"/>
            <p:nvPr/>
          </p:nvSpPr>
          <p:spPr>
            <a:xfrm>
              <a:off x="3378" y="2071"/>
              <a:ext cx="65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Channels</a:t>
              </a:r>
              <a:endParaRPr/>
            </a:p>
          </p:txBody>
        </p:sp>
        <p:cxnSp>
          <p:nvCxnSpPr>
            <p:cNvPr id="3005" name="Google Shape;3005;p21"/>
            <p:cNvCxnSpPr/>
            <p:nvPr/>
          </p:nvCxnSpPr>
          <p:spPr>
            <a:xfrm>
              <a:off x="2994" y="951"/>
              <a:ext cx="0" cy="978"/>
            </a:xfrm>
            <a:prstGeom prst="straightConnector1">
              <a:avLst/>
            </a:prstGeom>
            <a:noFill/>
            <a:ln cap="flat" cmpd="sng" w="9525">
              <a:solidFill>
                <a:schemeClr val="dk1"/>
              </a:solidFill>
              <a:prstDash val="solid"/>
              <a:miter lim="800000"/>
              <a:headEnd len="med" w="med" type="none"/>
              <a:tailEnd len="med" w="med" type="none"/>
            </a:ln>
          </p:spPr>
        </p:cxnSp>
        <p:cxnSp>
          <p:nvCxnSpPr>
            <p:cNvPr id="3006" name="Google Shape;3006;p21"/>
            <p:cNvCxnSpPr/>
            <p:nvPr/>
          </p:nvCxnSpPr>
          <p:spPr>
            <a:xfrm>
              <a:off x="2988" y="1935"/>
              <a:ext cx="1464" cy="0"/>
            </a:xfrm>
            <a:prstGeom prst="straightConnector1">
              <a:avLst/>
            </a:prstGeom>
            <a:noFill/>
            <a:ln cap="flat" cmpd="sng" w="9525">
              <a:solidFill>
                <a:schemeClr val="dk1"/>
              </a:solidFill>
              <a:prstDash val="solid"/>
              <a:miter lim="800000"/>
              <a:headEnd len="med" w="med" type="none"/>
              <a:tailEnd len="med" w="med" type="none"/>
            </a:ln>
          </p:spPr>
        </p:cxnSp>
        <p:sp>
          <p:nvSpPr>
            <p:cNvPr id="3007" name="Google Shape;3007;p21"/>
            <p:cNvSpPr txBox="1"/>
            <p:nvPr/>
          </p:nvSpPr>
          <p:spPr>
            <a:xfrm>
              <a:off x="2978"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p:txBody>
        </p:sp>
        <p:cxnSp>
          <p:nvCxnSpPr>
            <p:cNvPr id="3008" name="Google Shape;3008;p21"/>
            <p:cNvCxnSpPr/>
            <p:nvPr/>
          </p:nvCxnSpPr>
          <p:spPr>
            <a:xfrm>
              <a:off x="3150" y="1863"/>
              <a:ext cx="0" cy="144"/>
            </a:xfrm>
            <a:prstGeom prst="straightConnector1">
              <a:avLst/>
            </a:prstGeom>
            <a:noFill/>
            <a:ln cap="flat" cmpd="sng" w="9525">
              <a:solidFill>
                <a:schemeClr val="dk1"/>
              </a:solidFill>
              <a:prstDash val="solid"/>
              <a:miter lim="800000"/>
              <a:headEnd len="med" w="med" type="none"/>
              <a:tailEnd len="med" w="med" type="none"/>
            </a:ln>
          </p:spPr>
        </p:cxnSp>
        <p:sp>
          <p:nvSpPr>
            <p:cNvPr id="3009" name="Google Shape;3009;p21"/>
            <p:cNvSpPr txBox="1"/>
            <p:nvPr/>
          </p:nvSpPr>
          <p:spPr>
            <a:xfrm>
              <a:off x="3152"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p:txBody>
        </p:sp>
        <p:sp>
          <p:nvSpPr>
            <p:cNvPr id="3010" name="Google Shape;3010;p21"/>
            <p:cNvSpPr txBox="1"/>
            <p:nvPr/>
          </p:nvSpPr>
          <p:spPr>
            <a:xfrm>
              <a:off x="3338"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p:txBody>
        </p:sp>
        <p:sp>
          <p:nvSpPr>
            <p:cNvPr id="3011" name="Google Shape;3011;p21"/>
            <p:cNvSpPr txBox="1"/>
            <p:nvPr/>
          </p:nvSpPr>
          <p:spPr>
            <a:xfrm>
              <a:off x="3524"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p:txBody>
        </p:sp>
        <p:sp>
          <p:nvSpPr>
            <p:cNvPr id="3012" name="Google Shape;3012;p21"/>
            <p:cNvSpPr txBox="1"/>
            <p:nvPr/>
          </p:nvSpPr>
          <p:spPr>
            <a:xfrm>
              <a:off x="3710"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p:txBody>
        </p:sp>
        <p:sp>
          <p:nvSpPr>
            <p:cNvPr id="3013" name="Google Shape;3013;p21"/>
            <p:cNvSpPr txBox="1"/>
            <p:nvPr/>
          </p:nvSpPr>
          <p:spPr>
            <a:xfrm>
              <a:off x="3896"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p:txBody>
        </p:sp>
        <p:sp>
          <p:nvSpPr>
            <p:cNvPr id="3014" name="Google Shape;3014;p21"/>
            <p:cNvSpPr txBox="1"/>
            <p:nvPr/>
          </p:nvSpPr>
          <p:spPr>
            <a:xfrm>
              <a:off x="4058" y="1402"/>
              <a:ext cx="174"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Times New Roman"/>
                <a:buNone/>
              </a:pPr>
              <a:r>
                <a:t/>
              </a:r>
              <a:endParaRPr b="0" i="0" sz="10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a:t>
              </a:r>
              <a:endParaRPr/>
            </a:p>
          </p:txBody>
        </p:sp>
        <p:sp>
          <p:nvSpPr>
            <p:cNvPr id="3015" name="Google Shape;3015;p21"/>
            <p:cNvSpPr txBox="1"/>
            <p:nvPr/>
          </p:nvSpPr>
          <p:spPr>
            <a:xfrm>
              <a:off x="4202" y="1402"/>
              <a:ext cx="174"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Times New Roman"/>
                <a:buNone/>
              </a:pPr>
              <a:r>
                <a:t/>
              </a:r>
              <a:endParaRPr b="0" i="0" sz="10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a:t>
              </a:r>
              <a:endParaRPr/>
            </a:p>
          </p:txBody>
        </p:sp>
        <p:sp>
          <p:nvSpPr>
            <p:cNvPr id="3016" name="Google Shape;3016;p21"/>
            <p:cNvSpPr txBox="1"/>
            <p:nvPr/>
          </p:nvSpPr>
          <p:spPr>
            <a:xfrm>
              <a:off x="4330" y="1114"/>
              <a:ext cx="178"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Times New Roman"/>
                <a:buNone/>
              </a:pPr>
              <a:r>
                <a:t/>
              </a:r>
              <a:endParaRPr b="0" i="0" sz="10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N</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R</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O</a:t>
              </a:r>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a:t>
              </a:r>
              <a:endParaRPr/>
            </a:p>
          </p:txBody>
        </p:sp>
        <p:cxnSp>
          <p:nvCxnSpPr>
            <p:cNvPr id="3017" name="Google Shape;3017;p21"/>
            <p:cNvCxnSpPr/>
            <p:nvPr/>
          </p:nvCxnSpPr>
          <p:spPr>
            <a:xfrm>
              <a:off x="3334" y="1863"/>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3018" name="Google Shape;3018;p21"/>
            <p:cNvCxnSpPr/>
            <p:nvPr/>
          </p:nvCxnSpPr>
          <p:spPr>
            <a:xfrm>
              <a:off x="3514" y="1863"/>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3019" name="Google Shape;3019;p21"/>
            <p:cNvCxnSpPr/>
            <p:nvPr/>
          </p:nvCxnSpPr>
          <p:spPr>
            <a:xfrm>
              <a:off x="3698" y="1863"/>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3020" name="Google Shape;3020;p21"/>
            <p:cNvCxnSpPr/>
            <p:nvPr/>
          </p:nvCxnSpPr>
          <p:spPr>
            <a:xfrm>
              <a:off x="3886" y="1863"/>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3021" name="Google Shape;3021;p21"/>
            <p:cNvCxnSpPr/>
            <p:nvPr/>
          </p:nvCxnSpPr>
          <p:spPr>
            <a:xfrm>
              <a:off x="4062" y="1871"/>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3022" name="Google Shape;3022;p21"/>
            <p:cNvCxnSpPr/>
            <p:nvPr/>
          </p:nvCxnSpPr>
          <p:spPr>
            <a:xfrm>
              <a:off x="4218" y="1867"/>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3023" name="Google Shape;3023;p21"/>
            <p:cNvCxnSpPr/>
            <p:nvPr/>
          </p:nvCxnSpPr>
          <p:spPr>
            <a:xfrm>
              <a:off x="4362" y="1859"/>
              <a:ext cx="0" cy="144"/>
            </a:xfrm>
            <a:prstGeom prst="straightConnector1">
              <a:avLst/>
            </a:prstGeom>
            <a:noFill/>
            <a:ln cap="flat" cmpd="sng" w="9525">
              <a:solidFill>
                <a:schemeClr val="dk1"/>
              </a:solidFill>
              <a:prstDash val="solid"/>
              <a:miter lim="800000"/>
              <a:headEnd len="med" w="med" type="none"/>
              <a:tailEnd len="med" w="med" type="none"/>
            </a:ln>
          </p:spPr>
        </p:cxnSp>
        <p:sp>
          <p:nvSpPr>
            <p:cNvPr id="3024" name="Google Shape;3024;p21"/>
            <p:cNvSpPr txBox="1"/>
            <p:nvPr/>
          </p:nvSpPr>
          <p:spPr>
            <a:xfrm>
              <a:off x="2985"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1</a:t>
              </a:r>
              <a:endParaRPr/>
            </a:p>
          </p:txBody>
        </p:sp>
        <p:sp>
          <p:nvSpPr>
            <p:cNvPr id="3025" name="Google Shape;3025;p21"/>
            <p:cNvSpPr txBox="1"/>
            <p:nvPr/>
          </p:nvSpPr>
          <p:spPr>
            <a:xfrm>
              <a:off x="3153"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2</a:t>
              </a:r>
              <a:endParaRPr/>
            </a:p>
          </p:txBody>
        </p:sp>
        <p:sp>
          <p:nvSpPr>
            <p:cNvPr id="3026" name="Google Shape;3026;p21"/>
            <p:cNvSpPr txBox="1"/>
            <p:nvPr/>
          </p:nvSpPr>
          <p:spPr>
            <a:xfrm>
              <a:off x="3345"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3</a:t>
              </a:r>
              <a:endParaRPr/>
            </a:p>
          </p:txBody>
        </p:sp>
        <p:sp>
          <p:nvSpPr>
            <p:cNvPr id="3027" name="Google Shape;3027;p21"/>
            <p:cNvSpPr txBox="1"/>
            <p:nvPr/>
          </p:nvSpPr>
          <p:spPr>
            <a:xfrm>
              <a:off x="3517"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4</a:t>
              </a:r>
              <a:endParaRPr/>
            </a:p>
          </p:txBody>
        </p:sp>
        <p:sp>
          <p:nvSpPr>
            <p:cNvPr id="3028" name="Google Shape;3028;p21"/>
            <p:cNvSpPr txBox="1"/>
            <p:nvPr/>
          </p:nvSpPr>
          <p:spPr>
            <a:xfrm>
              <a:off x="3705"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5</a:t>
              </a:r>
              <a:endParaRPr/>
            </a:p>
          </p:txBody>
        </p:sp>
        <p:sp>
          <p:nvSpPr>
            <p:cNvPr id="3029" name="Google Shape;3029;p21"/>
            <p:cNvSpPr txBox="1"/>
            <p:nvPr/>
          </p:nvSpPr>
          <p:spPr>
            <a:xfrm>
              <a:off x="3893"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6</a:t>
              </a:r>
              <a:endParaRPr/>
            </a:p>
          </p:txBody>
        </p:sp>
        <p:sp>
          <p:nvSpPr>
            <p:cNvPr id="3030" name="Google Shape;3030;p21"/>
            <p:cNvSpPr txBox="1"/>
            <p:nvPr/>
          </p:nvSpPr>
          <p:spPr>
            <a:xfrm>
              <a:off x="4057"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7</a:t>
              </a:r>
              <a:endParaRPr/>
            </a:p>
          </p:txBody>
        </p:sp>
        <p:sp>
          <p:nvSpPr>
            <p:cNvPr id="3031" name="Google Shape;3031;p21"/>
            <p:cNvSpPr txBox="1"/>
            <p:nvPr/>
          </p:nvSpPr>
          <p:spPr>
            <a:xfrm>
              <a:off x="4205"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8</a:t>
              </a:r>
              <a:endParaRPr/>
            </a:p>
          </p:txBody>
        </p:sp>
        <p:sp>
          <p:nvSpPr>
            <p:cNvPr id="3032" name="Google Shape;3032;p21"/>
            <p:cNvSpPr txBox="1"/>
            <p:nvPr/>
          </p:nvSpPr>
          <p:spPr>
            <a:xfrm>
              <a:off x="4349"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9</a:t>
              </a:r>
              <a:endParaRPr/>
            </a:p>
          </p:txBody>
        </p:sp>
        <p:sp>
          <p:nvSpPr>
            <p:cNvPr id="3033" name="Google Shape;3033;p21"/>
            <p:cNvSpPr/>
            <p:nvPr/>
          </p:nvSpPr>
          <p:spPr>
            <a:xfrm>
              <a:off x="2606" y="969"/>
              <a:ext cx="375" cy="969"/>
            </a:xfrm>
            <a:custGeom>
              <a:rect b="b" l="l" r="r" t="t"/>
              <a:pathLst>
                <a:path extrusionOk="0" h="969" w="375">
                  <a:moveTo>
                    <a:pt x="375" y="0"/>
                  </a:moveTo>
                  <a:lnTo>
                    <a:pt x="0" y="485"/>
                  </a:lnTo>
                  <a:lnTo>
                    <a:pt x="375" y="969"/>
                  </a:lnTo>
                  <a:lnTo>
                    <a:pt x="375" y="0"/>
                  </a:lnTo>
                  <a:close/>
                </a:path>
              </a:pathLst>
            </a:custGeom>
            <a:gradFill>
              <a:gsLst>
                <a:gs pos="0">
                  <a:schemeClr val="dk1"/>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034" name="Google Shape;3034;p21"/>
          <p:cNvGrpSpPr/>
          <p:nvPr/>
        </p:nvGrpSpPr>
        <p:grpSpPr>
          <a:xfrm>
            <a:off x="2398712" y="2176462"/>
            <a:ext cx="1666875" cy="2062162"/>
            <a:chOff x="1511" y="1371"/>
            <a:chExt cx="1050" cy="1299"/>
          </a:xfrm>
        </p:grpSpPr>
        <p:grpSp>
          <p:nvGrpSpPr>
            <p:cNvPr id="3035" name="Google Shape;3035;p21"/>
            <p:cNvGrpSpPr/>
            <p:nvPr/>
          </p:nvGrpSpPr>
          <p:grpSpPr>
            <a:xfrm>
              <a:off x="1511" y="1371"/>
              <a:ext cx="1050" cy="198"/>
              <a:chOff x="1614" y="1494"/>
              <a:chExt cx="1050" cy="198"/>
            </a:xfrm>
          </p:grpSpPr>
          <p:sp>
            <p:nvSpPr>
              <p:cNvPr id="3036" name="Google Shape;3036;p21"/>
              <p:cNvSpPr txBox="1"/>
              <p:nvPr/>
            </p:nvSpPr>
            <p:spPr>
              <a:xfrm>
                <a:off x="2358" y="1500"/>
                <a:ext cx="168" cy="17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37" name="Google Shape;3037;p21"/>
              <p:cNvSpPr/>
              <p:nvPr/>
            </p:nvSpPr>
            <p:spPr>
              <a:xfrm>
                <a:off x="1614" y="1494"/>
                <a:ext cx="896" cy="198"/>
              </a:xfrm>
              <a:custGeom>
                <a:rect b="b" l="l" r="r" t="t"/>
                <a:pathLst>
                  <a:path extrusionOk="0" h="198" w="896">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a:gsLst>
                  <a:gs pos="0">
                    <a:schemeClr val="dk1"/>
                  </a:gs>
                  <a:gs pos="50000">
                    <a:schemeClr val="lt1"/>
                  </a:gs>
                  <a:gs pos="100000">
                    <a:schemeClr val="dk1"/>
                  </a:gs>
                </a:gsLst>
                <a:lin ang="54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38" name="Google Shape;3038;p21"/>
              <p:cNvSpPr/>
              <p:nvPr/>
            </p:nvSpPr>
            <p:spPr>
              <a:xfrm>
                <a:off x="2502" y="1506"/>
                <a:ext cx="62" cy="16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039" name="Google Shape;3039;p21"/>
              <p:cNvCxnSpPr/>
              <p:nvPr/>
            </p:nvCxnSpPr>
            <p:spPr>
              <a:xfrm>
                <a:off x="2526" y="1584"/>
                <a:ext cx="138" cy="0"/>
              </a:xfrm>
              <a:prstGeom prst="straightConnector1">
                <a:avLst/>
              </a:prstGeom>
              <a:noFill/>
              <a:ln cap="flat" cmpd="sng" w="28575">
                <a:solidFill>
                  <a:schemeClr val="dk1"/>
                </a:solidFill>
                <a:prstDash val="solid"/>
                <a:miter lim="800000"/>
                <a:headEnd len="med" w="med" type="none"/>
                <a:tailEnd len="med" w="med" type="none"/>
              </a:ln>
            </p:spPr>
          </p:cxnSp>
        </p:grpSp>
        <p:sp>
          <p:nvSpPr>
            <p:cNvPr id="3040" name="Google Shape;3040;p21"/>
            <p:cNvSpPr/>
            <p:nvPr/>
          </p:nvSpPr>
          <p:spPr>
            <a:xfrm>
              <a:off x="1536" y="1563"/>
              <a:ext cx="1015" cy="1107"/>
            </a:xfrm>
            <a:custGeom>
              <a:rect b="b" l="l" r="r" t="t"/>
              <a:pathLst>
                <a:path extrusionOk="0" h="1107" w="1015">
                  <a:moveTo>
                    <a:pt x="1015" y="1107"/>
                  </a:moveTo>
                  <a:lnTo>
                    <a:pt x="0" y="0"/>
                  </a:lnTo>
                  <a:lnTo>
                    <a:pt x="905" y="0"/>
                  </a:lnTo>
                  <a:lnTo>
                    <a:pt x="1015" y="1107"/>
                  </a:lnTo>
                  <a:close/>
                </a:path>
              </a:pathLst>
            </a:custGeom>
            <a:gradFill>
              <a:gsLst>
                <a:gs pos="0">
                  <a:schemeClr val="lt1"/>
                </a:gs>
                <a:gs pos="100000">
                  <a:schemeClr val="dk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3041" name="Google Shape;3041;p21"/>
          <p:cNvSpPr txBox="1"/>
          <p:nvPr/>
        </p:nvSpPr>
        <p:spPr>
          <a:xfrm>
            <a:off x="1311275" y="1347787"/>
            <a:ext cx="307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FDM (more shortly):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5" name="Shape 3045"/>
        <p:cNvGrpSpPr/>
        <p:nvPr/>
      </p:nvGrpSpPr>
      <p:grpSpPr>
        <a:xfrm>
          <a:off x="0" y="0"/>
          <a:ext cx="0" cy="0"/>
          <a:chOff x="0" y="0"/>
          <a:chExt cx="0" cy="0"/>
        </a:xfrm>
      </p:grpSpPr>
      <p:grpSp>
        <p:nvGrpSpPr>
          <p:cNvPr id="3046" name="Google Shape;3046;p22"/>
          <p:cNvGrpSpPr/>
          <p:nvPr/>
        </p:nvGrpSpPr>
        <p:grpSpPr>
          <a:xfrm>
            <a:off x="379007" y="917938"/>
            <a:ext cx="7547381" cy="3350849"/>
            <a:chOff x="379007" y="776651"/>
            <a:chExt cx="7547382" cy="3350849"/>
          </a:xfrm>
        </p:grpSpPr>
        <p:grpSp>
          <p:nvGrpSpPr>
            <p:cNvPr id="3047" name="Google Shape;3047;p22"/>
            <p:cNvGrpSpPr/>
            <p:nvPr/>
          </p:nvGrpSpPr>
          <p:grpSpPr>
            <a:xfrm>
              <a:off x="7246938" y="846138"/>
              <a:ext cx="609600" cy="747712"/>
              <a:chOff x="4565" y="533"/>
              <a:chExt cx="384" cy="471"/>
            </a:xfrm>
          </p:grpSpPr>
          <p:sp>
            <p:nvSpPr>
              <p:cNvPr id="3048" name="Google Shape;3048;p22"/>
              <p:cNvSpPr txBox="1"/>
              <p:nvPr/>
            </p:nvSpPr>
            <p:spPr>
              <a:xfrm>
                <a:off x="4565" y="533"/>
                <a:ext cx="384" cy="471"/>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49" name="Google Shape;3049;p22"/>
              <p:cNvSpPr txBox="1"/>
              <p:nvPr/>
            </p:nvSpPr>
            <p:spPr>
              <a:xfrm>
                <a:off x="4573" y="707"/>
                <a:ext cx="235" cy="14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ONT</a:t>
                </a:r>
                <a:endParaRPr/>
              </a:p>
            </p:txBody>
          </p:sp>
        </p:grpSp>
        <p:sp>
          <p:nvSpPr>
            <p:cNvPr id="3050" name="Google Shape;3050;p22"/>
            <p:cNvSpPr txBox="1"/>
            <p:nvPr/>
          </p:nvSpPr>
          <p:spPr>
            <a:xfrm>
              <a:off x="5127625" y="2246313"/>
              <a:ext cx="207963" cy="692150"/>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051" name="Google Shape;3051;p22"/>
            <p:cNvCxnSpPr/>
            <p:nvPr/>
          </p:nvCxnSpPr>
          <p:spPr>
            <a:xfrm flipH="1" rot="10800000">
              <a:off x="5181600" y="1204913"/>
              <a:ext cx="2078038" cy="1427162"/>
            </a:xfrm>
            <a:prstGeom prst="straightConnector1">
              <a:avLst/>
            </a:prstGeom>
            <a:noFill/>
            <a:ln cap="flat" cmpd="sng" w="9525">
              <a:solidFill>
                <a:schemeClr val="dk1"/>
              </a:solidFill>
              <a:prstDash val="solid"/>
              <a:miter lim="800000"/>
              <a:headEnd len="med" w="med" type="none"/>
              <a:tailEnd len="med" w="med" type="none"/>
            </a:ln>
          </p:spPr>
        </p:cxnSp>
        <p:cxnSp>
          <p:nvCxnSpPr>
            <p:cNvPr id="3052" name="Google Shape;3052;p22"/>
            <p:cNvCxnSpPr/>
            <p:nvPr/>
          </p:nvCxnSpPr>
          <p:spPr>
            <a:xfrm>
              <a:off x="3271838" y="2632075"/>
              <a:ext cx="1909762" cy="0"/>
            </a:xfrm>
            <a:prstGeom prst="straightConnector1">
              <a:avLst/>
            </a:prstGeom>
            <a:noFill/>
            <a:ln cap="flat" cmpd="sng" w="9525">
              <a:solidFill>
                <a:schemeClr val="dk1"/>
              </a:solidFill>
              <a:prstDash val="solid"/>
              <a:miter lim="800000"/>
              <a:headEnd len="med" w="med" type="none"/>
              <a:tailEnd len="med" w="med" type="none"/>
            </a:ln>
          </p:spPr>
        </p:cxnSp>
        <p:cxnSp>
          <p:nvCxnSpPr>
            <p:cNvPr id="3053" name="Google Shape;3053;p22"/>
            <p:cNvCxnSpPr/>
            <p:nvPr/>
          </p:nvCxnSpPr>
          <p:spPr>
            <a:xfrm flipH="1" rot="10800000">
              <a:off x="5181600" y="2230438"/>
              <a:ext cx="2092325" cy="401637"/>
            </a:xfrm>
            <a:prstGeom prst="straightConnector1">
              <a:avLst/>
            </a:prstGeom>
            <a:noFill/>
            <a:ln cap="flat" cmpd="sng" w="9525">
              <a:solidFill>
                <a:schemeClr val="dk1"/>
              </a:solidFill>
              <a:prstDash val="solid"/>
              <a:miter lim="800000"/>
              <a:headEnd len="med" w="med" type="none"/>
              <a:tailEnd len="med" w="med" type="none"/>
            </a:ln>
          </p:spPr>
        </p:cxnSp>
        <p:cxnSp>
          <p:nvCxnSpPr>
            <p:cNvPr id="3054" name="Google Shape;3054;p22"/>
            <p:cNvCxnSpPr/>
            <p:nvPr/>
          </p:nvCxnSpPr>
          <p:spPr>
            <a:xfrm>
              <a:off x="5195888" y="2617788"/>
              <a:ext cx="2119312" cy="1165225"/>
            </a:xfrm>
            <a:prstGeom prst="straightConnector1">
              <a:avLst/>
            </a:prstGeom>
            <a:noFill/>
            <a:ln cap="flat" cmpd="sng" w="9525">
              <a:solidFill>
                <a:schemeClr val="dk1"/>
              </a:solidFill>
              <a:prstDash val="solid"/>
              <a:miter lim="800000"/>
              <a:headEnd len="med" w="med" type="none"/>
              <a:tailEnd len="med" w="med" type="none"/>
            </a:ln>
          </p:spPr>
        </p:cxnSp>
        <p:sp>
          <p:nvSpPr>
            <p:cNvPr id="3055" name="Google Shape;3055;p22"/>
            <p:cNvSpPr txBox="1"/>
            <p:nvPr/>
          </p:nvSpPr>
          <p:spPr>
            <a:xfrm>
              <a:off x="2092325" y="2035175"/>
              <a:ext cx="1287463" cy="1219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56" name="Google Shape;3056;p22"/>
            <p:cNvSpPr txBox="1"/>
            <p:nvPr/>
          </p:nvSpPr>
          <p:spPr>
            <a:xfrm>
              <a:off x="2716213" y="2452688"/>
              <a:ext cx="539750" cy="3317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OLT</a:t>
              </a:r>
              <a:endParaRPr/>
            </a:p>
          </p:txBody>
        </p:sp>
        <p:sp>
          <p:nvSpPr>
            <p:cNvPr id="3057" name="Google Shape;3057;p22"/>
            <p:cNvSpPr txBox="1"/>
            <p:nvPr/>
          </p:nvSpPr>
          <p:spPr>
            <a:xfrm>
              <a:off x="2082800" y="3251200"/>
              <a:ext cx="13414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central office</a:t>
              </a:r>
              <a:endParaRPr/>
            </a:p>
          </p:txBody>
        </p:sp>
        <p:sp>
          <p:nvSpPr>
            <p:cNvPr id="3058" name="Google Shape;3058;p22"/>
            <p:cNvSpPr txBox="1"/>
            <p:nvPr/>
          </p:nvSpPr>
          <p:spPr>
            <a:xfrm>
              <a:off x="4813300" y="2986088"/>
              <a:ext cx="815975"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optical</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splitter</a:t>
              </a:r>
              <a:endParaRPr/>
            </a:p>
          </p:txBody>
        </p:sp>
        <p:grpSp>
          <p:nvGrpSpPr>
            <p:cNvPr id="3059" name="Google Shape;3059;p22"/>
            <p:cNvGrpSpPr/>
            <p:nvPr/>
          </p:nvGrpSpPr>
          <p:grpSpPr>
            <a:xfrm>
              <a:off x="7261225" y="1801813"/>
              <a:ext cx="609600" cy="747712"/>
              <a:chOff x="4565" y="533"/>
              <a:chExt cx="384" cy="471"/>
            </a:xfrm>
          </p:grpSpPr>
          <p:sp>
            <p:nvSpPr>
              <p:cNvPr id="3060" name="Google Shape;3060;p22"/>
              <p:cNvSpPr txBox="1"/>
              <p:nvPr/>
            </p:nvSpPr>
            <p:spPr>
              <a:xfrm>
                <a:off x="4565" y="533"/>
                <a:ext cx="384" cy="471"/>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61" name="Google Shape;3061;p22"/>
              <p:cNvSpPr txBox="1"/>
              <p:nvPr/>
            </p:nvSpPr>
            <p:spPr>
              <a:xfrm>
                <a:off x="4573" y="707"/>
                <a:ext cx="235" cy="14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ONT</a:t>
                </a:r>
                <a:endParaRPr/>
              </a:p>
            </p:txBody>
          </p:sp>
        </p:grpSp>
        <p:grpSp>
          <p:nvGrpSpPr>
            <p:cNvPr id="3062" name="Google Shape;3062;p22"/>
            <p:cNvGrpSpPr/>
            <p:nvPr/>
          </p:nvGrpSpPr>
          <p:grpSpPr>
            <a:xfrm>
              <a:off x="7316788" y="3379788"/>
              <a:ext cx="609600" cy="747712"/>
              <a:chOff x="4565" y="533"/>
              <a:chExt cx="384" cy="471"/>
            </a:xfrm>
          </p:grpSpPr>
          <p:sp>
            <p:nvSpPr>
              <p:cNvPr id="3063" name="Google Shape;3063;p22"/>
              <p:cNvSpPr txBox="1"/>
              <p:nvPr/>
            </p:nvSpPr>
            <p:spPr>
              <a:xfrm>
                <a:off x="4565" y="533"/>
                <a:ext cx="384" cy="471"/>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64" name="Google Shape;3064;p22"/>
              <p:cNvSpPr txBox="1"/>
              <p:nvPr/>
            </p:nvSpPr>
            <p:spPr>
              <a:xfrm>
                <a:off x="4573" y="707"/>
                <a:ext cx="235" cy="14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ONT</a:t>
                </a:r>
                <a:endParaRPr/>
              </a:p>
            </p:txBody>
          </p:sp>
        </p:grpSp>
        <p:sp>
          <p:nvSpPr>
            <p:cNvPr id="3065" name="Google Shape;3065;p22"/>
            <p:cNvSpPr txBox="1"/>
            <p:nvPr/>
          </p:nvSpPr>
          <p:spPr>
            <a:xfrm>
              <a:off x="3800475" y="2127250"/>
              <a:ext cx="738188"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optical</a:t>
              </a:r>
              <a:br>
                <a:rPr b="0" i="0" lang="en-US" sz="1400" u="none">
                  <a:solidFill>
                    <a:schemeClr val="dk1"/>
                  </a:solidFill>
                  <a:latin typeface="Times New Roman"/>
                  <a:ea typeface="Times New Roman"/>
                  <a:cs typeface="Times New Roman"/>
                  <a:sym typeface="Times New Roman"/>
                </a:rPr>
              </a:br>
              <a:r>
                <a:rPr b="0" i="0" lang="en-US" sz="1400" u="none">
                  <a:solidFill>
                    <a:schemeClr val="dk1"/>
                  </a:solidFill>
                  <a:latin typeface="Times New Roman"/>
                  <a:ea typeface="Times New Roman"/>
                  <a:cs typeface="Times New Roman"/>
                  <a:sym typeface="Times New Roman"/>
                </a:rPr>
                <a:t>fiber</a:t>
              </a:r>
              <a:endParaRPr/>
            </a:p>
          </p:txBody>
        </p:sp>
        <p:sp>
          <p:nvSpPr>
            <p:cNvPr id="3066" name="Google Shape;3066;p22"/>
            <p:cNvSpPr txBox="1"/>
            <p:nvPr/>
          </p:nvSpPr>
          <p:spPr>
            <a:xfrm>
              <a:off x="5518150" y="1462088"/>
              <a:ext cx="738188"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optical</a:t>
              </a:r>
              <a:br>
                <a:rPr b="0" i="0" lang="en-US" sz="1400" u="none">
                  <a:solidFill>
                    <a:schemeClr val="dk1"/>
                  </a:solidFill>
                  <a:latin typeface="Times New Roman"/>
                  <a:ea typeface="Times New Roman"/>
                  <a:cs typeface="Times New Roman"/>
                  <a:sym typeface="Times New Roman"/>
                </a:rPr>
              </a:br>
              <a:r>
                <a:rPr b="0" i="0" lang="en-US" sz="1400" u="none">
                  <a:solidFill>
                    <a:schemeClr val="dk1"/>
                  </a:solidFill>
                  <a:latin typeface="Times New Roman"/>
                  <a:ea typeface="Times New Roman"/>
                  <a:cs typeface="Times New Roman"/>
                  <a:sym typeface="Times New Roman"/>
                </a:rPr>
                <a:t>fibers</a:t>
              </a:r>
              <a:endParaRPr/>
            </a:p>
          </p:txBody>
        </p:sp>
        <p:grpSp>
          <p:nvGrpSpPr>
            <p:cNvPr id="3067" name="Google Shape;3067;p22"/>
            <p:cNvGrpSpPr/>
            <p:nvPr/>
          </p:nvGrpSpPr>
          <p:grpSpPr>
            <a:xfrm>
              <a:off x="2163763" y="2266950"/>
              <a:ext cx="376237" cy="217488"/>
              <a:chOff x="533" y="321"/>
              <a:chExt cx="359" cy="180"/>
            </a:xfrm>
          </p:grpSpPr>
          <p:grpSp>
            <p:nvGrpSpPr>
              <p:cNvPr id="3068" name="Google Shape;3068;p22"/>
              <p:cNvGrpSpPr/>
              <p:nvPr/>
            </p:nvGrpSpPr>
            <p:grpSpPr>
              <a:xfrm>
                <a:off x="533" y="321"/>
                <a:ext cx="359" cy="180"/>
                <a:chOff x="1009" y="655"/>
                <a:chExt cx="359" cy="180"/>
              </a:xfrm>
            </p:grpSpPr>
            <p:sp>
              <p:nvSpPr>
                <p:cNvPr id="3069" name="Google Shape;3069;p22"/>
                <p:cNvSpPr/>
                <p:nvPr/>
              </p:nvSpPr>
              <p:spPr>
                <a:xfrm>
                  <a:off x="1012" y="735"/>
                  <a:ext cx="356" cy="100"/>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070" name="Google Shape;3070;p22"/>
                <p:cNvCxnSpPr/>
                <p:nvPr/>
              </p:nvCxnSpPr>
              <p:spPr>
                <a:xfrm>
                  <a:off x="1012" y="727"/>
                  <a:ext cx="0" cy="62"/>
                </a:xfrm>
                <a:prstGeom prst="straightConnector1">
                  <a:avLst/>
                </a:prstGeom>
                <a:noFill/>
                <a:ln cap="flat" cmpd="sng" w="12700">
                  <a:solidFill>
                    <a:schemeClr val="dk1"/>
                  </a:solidFill>
                  <a:prstDash val="solid"/>
                  <a:miter lim="800000"/>
                  <a:headEnd len="med" w="med" type="none"/>
                  <a:tailEnd len="med" w="med" type="none"/>
                </a:ln>
              </p:spPr>
            </p:cxnSp>
            <p:cxnSp>
              <p:nvCxnSpPr>
                <p:cNvPr id="3071" name="Google Shape;3071;p22"/>
                <p:cNvCxnSpPr/>
                <p:nvPr/>
              </p:nvCxnSpPr>
              <p:spPr>
                <a:xfrm>
                  <a:off x="1368" y="727"/>
                  <a:ext cx="0" cy="62"/>
                </a:xfrm>
                <a:prstGeom prst="straightConnector1">
                  <a:avLst/>
                </a:prstGeom>
                <a:noFill/>
                <a:ln cap="flat" cmpd="sng" w="12700">
                  <a:solidFill>
                    <a:schemeClr val="dk1"/>
                  </a:solidFill>
                  <a:prstDash val="solid"/>
                  <a:miter lim="800000"/>
                  <a:headEnd len="med" w="med" type="none"/>
                  <a:tailEnd len="med" w="med" type="none"/>
                </a:ln>
              </p:spPr>
            </p:cxnSp>
            <p:sp>
              <p:nvSpPr>
                <p:cNvPr id="3072" name="Google Shape;3072;p22"/>
                <p:cNvSpPr txBox="1"/>
                <p:nvPr/>
              </p:nvSpPr>
              <p:spPr>
                <a:xfrm>
                  <a:off x="1012" y="727"/>
                  <a:ext cx="353" cy="61"/>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73" name="Google Shape;3073;p22"/>
                <p:cNvSpPr/>
                <p:nvPr/>
              </p:nvSpPr>
              <p:spPr>
                <a:xfrm>
                  <a:off x="1009" y="655"/>
                  <a:ext cx="356" cy="116"/>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074" name="Google Shape;3074;p22"/>
                <p:cNvGrpSpPr/>
                <p:nvPr/>
              </p:nvGrpSpPr>
              <p:grpSpPr>
                <a:xfrm>
                  <a:off x="1095" y="681"/>
                  <a:ext cx="176" cy="68"/>
                  <a:chOff x="2848" y="848"/>
                  <a:chExt cx="140" cy="98"/>
                </a:xfrm>
              </p:grpSpPr>
              <p:cxnSp>
                <p:nvCxnSpPr>
                  <p:cNvPr id="3075" name="Google Shape;3075;p2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076" name="Google Shape;3076;p2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077" name="Google Shape;3077;p2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078" name="Google Shape;3078;p22"/>
                <p:cNvGrpSpPr/>
                <p:nvPr/>
              </p:nvGrpSpPr>
              <p:grpSpPr>
                <a:xfrm flipH="1" rot="10800000">
                  <a:off x="1095" y="680"/>
                  <a:ext cx="176" cy="68"/>
                  <a:chOff x="2848" y="848"/>
                  <a:chExt cx="140" cy="98"/>
                </a:xfrm>
              </p:grpSpPr>
              <p:cxnSp>
                <p:nvCxnSpPr>
                  <p:cNvPr id="3079" name="Google Shape;3079;p2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080" name="Google Shape;3080;p2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081" name="Google Shape;3081;p2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3082" name="Google Shape;3082;p22"/>
              <p:cNvCxnSpPr/>
              <p:nvPr/>
            </p:nvCxnSpPr>
            <p:spPr>
              <a:xfrm>
                <a:off x="535" y="368"/>
                <a:ext cx="0" cy="62"/>
              </a:xfrm>
              <a:prstGeom prst="straightConnector1">
                <a:avLst/>
              </a:prstGeom>
              <a:noFill/>
              <a:ln cap="flat" cmpd="sng" w="12700">
                <a:solidFill>
                  <a:schemeClr val="dk1"/>
                </a:solidFill>
                <a:prstDash val="solid"/>
                <a:miter lim="800000"/>
                <a:headEnd len="med" w="med" type="none"/>
                <a:tailEnd len="med" w="med" type="none"/>
              </a:ln>
            </p:spPr>
          </p:cxnSp>
        </p:grpSp>
        <p:cxnSp>
          <p:nvCxnSpPr>
            <p:cNvPr id="3083" name="Google Shape;3083;p22"/>
            <p:cNvCxnSpPr/>
            <p:nvPr/>
          </p:nvCxnSpPr>
          <p:spPr>
            <a:xfrm>
              <a:off x="2508250" y="2424113"/>
              <a:ext cx="234950" cy="152400"/>
            </a:xfrm>
            <a:prstGeom prst="straightConnector1">
              <a:avLst/>
            </a:prstGeom>
            <a:noFill/>
            <a:ln cap="flat" cmpd="sng" w="9525">
              <a:solidFill>
                <a:schemeClr val="dk1"/>
              </a:solidFill>
              <a:prstDash val="solid"/>
              <a:miter lim="800000"/>
              <a:headEnd len="med" w="med" type="none"/>
              <a:tailEnd len="med" w="med" type="none"/>
            </a:ln>
          </p:spPr>
        </p:cxnSp>
        <p:sp>
          <p:nvSpPr>
            <p:cNvPr id="3084" name="Google Shape;3084;p22"/>
            <p:cNvSpPr/>
            <p:nvPr/>
          </p:nvSpPr>
          <p:spPr>
            <a:xfrm rot="4860000">
              <a:off x="431006" y="923131"/>
              <a:ext cx="1428750" cy="1325563"/>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085" name="Google Shape;3085;p22"/>
            <p:cNvCxnSpPr/>
            <p:nvPr/>
          </p:nvCxnSpPr>
          <p:spPr>
            <a:xfrm>
              <a:off x="1676400" y="2051050"/>
              <a:ext cx="498475" cy="261938"/>
            </a:xfrm>
            <a:prstGeom prst="straightConnector1">
              <a:avLst/>
            </a:prstGeom>
            <a:noFill/>
            <a:ln cap="flat" cmpd="sng" w="9525">
              <a:solidFill>
                <a:schemeClr val="dk1"/>
              </a:solidFill>
              <a:prstDash val="solid"/>
              <a:miter lim="800000"/>
              <a:headEnd len="med" w="med" type="none"/>
              <a:tailEnd len="med" w="med" type="none"/>
            </a:ln>
          </p:spPr>
        </p:cxnSp>
        <p:sp>
          <p:nvSpPr>
            <p:cNvPr id="3086" name="Google Shape;3086;p22"/>
            <p:cNvSpPr txBox="1"/>
            <p:nvPr/>
          </p:nvSpPr>
          <p:spPr>
            <a:xfrm>
              <a:off x="711200" y="1531938"/>
              <a:ext cx="91598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Internet</a:t>
              </a:r>
              <a:endParaRPr/>
            </a:p>
          </p:txBody>
        </p:sp>
      </p:grpSp>
      <p:sp>
        <p:nvSpPr>
          <p:cNvPr id="3087" name="Google Shape;3087;p22"/>
          <p:cNvSpPr txBox="1"/>
          <p:nvPr>
            <p:ph type="title"/>
          </p:nvPr>
        </p:nvSpPr>
        <p:spPr>
          <a:xfrm>
            <a:off x="546100" y="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Fiber to the Home</a:t>
            </a:r>
            <a:endParaRPr/>
          </a:p>
        </p:txBody>
      </p:sp>
      <p:sp>
        <p:nvSpPr>
          <p:cNvPr id="3088" name="Google Shape;3088;p22"/>
          <p:cNvSpPr txBox="1"/>
          <p:nvPr>
            <p:ph idx="1" type="body"/>
          </p:nvPr>
        </p:nvSpPr>
        <p:spPr>
          <a:xfrm>
            <a:off x="417512" y="4211637"/>
            <a:ext cx="7772400" cy="20859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0" lang="en-US" sz="2400" u="none" cap="none" strike="noStrike">
                <a:solidFill>
                  <a:schemeClr val="dk1"/>
                </a:solidFill>
                <a:latin typeface="Comic Sans MS"/>
                <a:ea typeface="Comic Sans MS"/>
                <a:cs typeface="Comic Sans MS"/>
                <a:sym typeface="Comic Sans MS"/>
              </a:rPr>
              <a:t>Optical links from central office to the home</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cap="none" strike="noStrike">
                <a:solidFill>
                  <a:schemeClr val="dk1"/>
                </a:solidFill>
                <a:latin typeface="Comic Sans MS"/>
                <a:ea typeface="Comic Sans MS"/>
                <a:cs typeface="Comic Sans MS"/>
                <a:sym typeface="Comic Sans MS"/>
              </a:rPr>
              <a:t>Two competing optical technologies: </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Passive Optical network (PON) </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Active Optical Network (PAN)</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cap="none" strike="noStrike">
                <a:solidFill>
                  <a:schemeClr val="dk1"/>
                </a:solidFill>
                <a:latin typeface="Comic Sans MS"/>
                <a:ea typeface="Comic Sans MS"/>
                <a:cs typeface="Comic Sans MS"/>
                <a:sym typeface="Comic Sans MS"/>
              </a:rPr>
              <a:t>Much higher Internet rates; fiber also carries television and phone services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2" name="Shape 3092"/>
        <p:cNvGrpSpPr/>
        <p:nvPr/>
      </p:nvGrpSpPr>
      <p:grpSpPr>
        <a:xfrm>
          <a:off x="0" y="0"/>
          <a:ext cx="0" cy="0"/>
          <a:chOff x="0" y="0"/>
          <a:chExt cx="0" cy="0"/>
        </a:xfrm>
      </p:grpSpPr>
      <p:grpSp>
        <p:nvGrpSpPr>
          <p:cNvPr id="3093" name="Google Shape;3093;p23"/>
          <p:cNvGrpSpPr/>
          <p:nvPr/>
        </p:nvGrpSpPr>
        <p:grpSpPr>
          <a:xfrm>
            <a:off x="1368425" y="1255712"/>
            <a:ext cx="6089650" cy="3444875"/>
            <a:chOff x="1433513" y="1757363"/>
            <a:chExt cx="6089650" cy="3444875"/>
          </a:xfrm>
        </p:grpSpPr>
        <p:graphicFrame>
          <p:nvGraphicFramePr>
            <p:cNvPr id="3094" name="Google Shape;3094;p23"/>
            <p:cNvGraphicFramePr/>
            <p:nvPr/>
          </p:nvGraphicFramePr>
          <p:xfrm>
            <a:off x="1433513" y="1757363"/>
            <a:ext cx="611187" cy="520700"/>
          </p:xfrm>
          <a:graphic>
            <a:graphicData uri="http://schemas.openxmlformats.org/presentationml/2006/ole">
              <mc:AlternateContent>
                <mc:Choice Requires="v">
                  <p:oleObj r:id="rId4" imgH="520700" imgW="611187" progId="MS_ClipArt_Gallery.2" spid="_x0000_s1">
                    <p:embed/>
                  </p:oleObj>
                </mc:Choice>
                <mc:Fallback>
                  <p:oleObj r:id="rId5" imgH="520700" imgW="611187" progId="MS_ClipArt_Gallery.2">
                    <p:embed/>
                    <p:pic>
                      <p:nvPicPr>
                        <p:cNvPr id="3094" name="Google Shape;3094;p23"/>
                        <p:cNvPicPr preferRelativeResize="0"/>
                        <p:nvPr/>
                      </p:nvPicPr>
                      <p:blipFill rotWithShape="1">
                        <a:blip r:embed="rId6">
                          <a:alphaModFix/>
                        </a:blip>
                        <a:srcRect b="0" l="0" r="0" t="0"/>
                        <a:stretch/>
                      </p:blipFill>
                      <p:spPr>
                        <a:xfrm>
                          <a:off x="1433513" y="1757363"/>
                          <a:ext cx="611187" cy="520700"/>
                        </a:xfrm>
                        <a:prstGeom prst="rect">
                          <a:avLst/>
                        </a:prstGeom>
                        <a:noFill/>
                        <a:ln>
                          <a:noFill/>
                        </a:ln>
                      </p:spPr>
                    </p:pic>
                  </p:oleObj>
                </mc:Fallback>
              </mc:AlternateContent>
            </a:graphicData>
          </a:graphic>
        </p:graphicFrame>
        <p:graphicFrame>
          <p:nvGraphicFramePr>
            <p:cNvPr id="3095" name="Google Shape;3095;p23"/>
            <p:cNvGraphicFramePr/>
            <p:nvPr/>
          </p:nvGraphicFramePr>
          <p:xfrm>
            <a:off x="1433513" y="2892425"/>
            <a:ext cx="611187" cy="520700"/>
          </p:xfrm>
          <a:graphic>
            <a:graphicData uri="http://schemas.openxmlformats.org/presentationml/2006/ole">
              <mc:AlternateContent>
                <mc:Choice Requires="v">
                  <p:oleObj r:id="rId7" imgH="520700" imgW="611187" progId="MS_ClipArt_Gallery.2" spid="_x0000_s2">
                    <p:embed/>
                  </p:oleObj>
                </mc:Choice>
                <mc:Fallback>
                  <p:oleObj r:id="rId8" imgH="520700" imgW="611187" progId="MS_ClipArt_Gallery.2">
                    <p:embed/>
                    <p:pic>
                      <p:nvPicPr>
                        <p:cNvPr id="3095" name="Google Shape;3095;p23"/>
                        <p:cNvPicPr preferRelativeResize="0"/>
                        <p:nvPr/>
                      </p:nvPicPr>
                      <p:blipFill rotWithShape="1">
                        <a:blip r:embed="rId6">
                          <a:alphaModFix/>
                        </a:blip>
                        <a:srcRect b="0" l="0" r="0" t="0"/>
                        <a:stretch/>
                      </p:blipFill>
                      <p:spPr>
                        <a:xfrm>
                          <a:off x="1433513" y="2892425"/>
                          <a:ext cx="611187" cy="520700"/>
                        </a:xfrm>
                        <a:prstGeom prst="rect">
                          <a:avLst/>
                        </a:prstGeom>
                        <a:noFill/>
                        <a:ln>
                          <a:noFill/>
                        </a:ln>
                      </p:spPr>
                    </p:pic>
                  </p:oleObj>
                </mc:Fallback>
              </mc:AlternateContent>
            </a:graphicData>
          </a:graphic>
        </p:graphicFrame>
        <p:graphicFrame>
          <p:nvGraphicFramePr>
            <p:cNvPr id="3096" name="Google Shape;3096;p23"/>
            <p:cNvGraphicFramePr/>
            <p:nvPr/>
          </p:nvGraphicFramePr>
          <p:xfrm>
            <a:off x="1489075" y="4125913"/>
            <a:ext cx="611188" cy="520700"/>
          </p:xfrm>
          <a:graphic>
            <a:graphicData uri="http://schemas.openxmlformats.org/presentationml/2006/ole">
              <mc:AlternateContent>
                <mc:Choice Requires="v">
                  <p:oleObj r:id="rId9" imgH="520700" imgW="611188" progId="MS_ClipArt_Gallery.2" spid="_x0000_s3">
                    <p:embed/>
                  </p:oleObj>
                </mc:Choice>
                <mc:Fallback>
                  <p:oleObj r:id="rId10" imgH="520700" imgW="611188" progId="MS_ClipArt_Gallery.2">
                    <p:embed/>
                    <p:pic>
                      <p:nvPicPr>
                        <p:cNvPr id="3096" name="Google Shape;3096;p23"/>
                        <p:cNvPicPr preferRelativeResize="0"/>
                        <p:nvPr/>
                      </p:nvPicPr>
                      <p:blipFill rotWithShape="1">
                        <a:blip r:embed="rId6">
                          <a:alphaModFix/>
                        </a:blip>
                        <a:srcRect b="0" l="0" r="0" t="0"/>
                        <a:stretch/>
                      </p:blipFill>
                      <p:spPr>
                        <a:xfrm>
                          <a:off x="1489075" y="4125913"/>
                          <a:ext cx="611188" cy="520700"/>
                        </a:xfrm>
                        <a:prstGeom prst="rect">
                          <a:avLst/>
                        </a:prstGeom>
                        <a:noFill/>
                        <a:ln>
                          <a:noFill/>
                        </a:ln>
                      </p:spPr>
                    </p:pic>
                  </p:oleObj>
                </mc:Fallback>
              </mc:AlternateContent>
            </a:graphicData>
          </a:graphic>
        </p:graphicFrame>
        <p:cxnSp>
          <p:nvCxnSpPr>
            <p:cNvPr id="3097" name="Google Shape;3097;p23"/>
            <p:cNvCxnSpPr/>
            <p:nvPr/>
          </p:nvCxnSpPr>
          <p:spPr>
            <a:xfrm>
              <a:off x="3922713" y="3033713"/>
              <a:ext cx="0" cy="0"/>
            </a:xfrm>
            <a:prstGeom prst="straightConnector1">
              <a:avLst/>
            </a:prstGeom>
            <a:noFill/>
            <a:ln cap="flat" cmpd="sng" w="9525">
              <a:solidFill>
                <a:schemeClr val="dk1"/>
              </a:solidFill>
              <a:prstDash val="solid"/>
              <a:miter lim="800000"/>
              <a:headEnd len="med" w="med" type="none"/>
              <a:tailEnd len="med" w="med" type="none"/>
            </a:ln>
          </p:spPr>
        </p:cxnSp>
        <p:sp>
          <p:nvSpPr>
            <p:cNvPr id="3098" name="Google Shape;3098;p23"/>
            <p:cNvSpPr txBox="1"/>
            <p:nvPr/>
          </p:nvSpPr>
          <p:spPr>
            <a:xfrm>
              <a:off x="3500438" y="3262313"/>
              <a:ext cx="388937" cy="103187"/>
            </a:xfrm>
            <a:prstGeom prst="rect">
              <a:avLst/>
            </a:prstGeom>
            <a:solidFill>
              <a:schemeClr val="hlink"/>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099" name="Google Shape;3099;p23"/>
            <p:cNvGrpSpPr/>
            <p:nvPr/>
          </p:nvGrpSpPr>
          <p:grpSpPr>
            <a:xfrm>
              <a:off x="3708400" y="3109913"/>
              <a:ext cx="158750" cy="144462"/>
              <a:chOff x="576" y="3456"/>
              <a:chExt cx="288" cy="240"/>
            </a:xfrm>
          </p:grpSpPr>
          <p:cxnSp>
            <p:nvCxnSpPr>
              <p:cNvPr id="3100" name="Google Shape;3100;p23"/>
              <p:cNvCxnSpPr/>
              <p:nvPr/>
            </p:nvCxnSpPr>
            <p:spPr>
              <a:xfrm>
                <a:off x="624" y="3456"/>
                <a:ext cx="192" cy="240"/>
              </a:xfrm>
              <a:prstGeom prst="straightConnector1">
                <a:avLst/>
              </a:prstGeom>
              <a:noFill/>
              <a:ln cap="flat" cmpd="sng" w="25400">
                <a:solidFill>
                  <a:schemeClr val="dk1"/>
                </a:solidFill>
                <a:prstDash val="solid"/>
                <a:miter lim="800000"/>
                <a:headEnd len="med" w="med" type="none"/>
                <a:tailEnd len="med" w="med" type="none"/>
              </a:ln>
            </p:spPr>
          </p:cxnSp>
          <p:cxnSp>
            <p:nvCxnSpPr>
              <p:cNvPr id="3101" name="Google Shape;3101;p23"/>
              <p:cNvCxnSpPr/>
              <p:nvPr/>
            </p:nvCxnSpPr>
            <p:spPr>
              <a:xfrm flipH="1">
                <a:off x="576" y="3456"/>
                <a:ext cx="288" cy="240"/>
              </a:xfrm>
              <a:prstGeom prst="straightConnector1">
                <a:avLst/>
              </a:prstGeom>
              <a:noFill/>
              <a:ln cap="flat" cmpd="sng" w="25400">
                <a:solidFill>
                  <a:schemeClr val="dk1"/>
                </a:solidFill>
                <a:prstDash val="solid"/>
                <a:miter lim="800000"/>
                <a:headEnd len="med" w="med" type="none"/>
                <a:tailEnd len="med" w="med" type="none"/>
              </a:ln>
            </p:spPr>
          </p:cxnSp>
        </p:grpSp>
        <p:grpSp>
          <p:nvGrpSpPr>
            <p:cNvPr id="3102" name="Google Shape;3102;p23"/>
            <p:cNvGrpSpPr/>
            <p:nvPr/>
          </p:nvGrpSpPr>
          <p:grpSpPr>
            <a:xfrm>
              <a:off x="4778375" y="2655888"/>
              <a:ext cx="569913" cy="285750"/>
              <a:chOff x="533" y="321"/>
              <a:chExt cx="359" cy="180"/>
            </a:xfrm>
          </p:grpSpPr>
          <p:grpSp>
            <p:nvGrpSpPr>
              <p:cNvPr id="3103" name="Google Shape;3103;p23"/>
              <p:cNvGrpSpPr/>
              <p:nvPr/>
            </p:nvGrpSpPr>
            <p:grpSpPr>
              <a:xfrm>
                <a:off x="533" y="321"/>
                <a:ext cx="359" cy="180"/>
                <a:chOff x="1009" y="655"/>
                <a:chExt cx="359" cy="180"/>
              </a:xfrm>
            </p:grpSpPr>
            <p:sp>
              <p:nvSpPr>
                <p:cNvPr id="3104" name="Google Shape;3104;p23"/>
                <p:cNvSpPr/>
                <p:nvPr/>
              </p:nvSpPr>
              <p:spPr>
                <a:xfrm>
                  <a:off x="1012" y="735"/>
                  <a:ext cx="356" cy="100"/>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105" name="Google Shape;3105;p23"/>
                <p:cNvCxnSpPr/>
                <p:nvPr/>
              </p:nvCxnSpPr>
              <p:spPr>
                <a:xfrm>
                  <a:off x="1012" y="727"/>
                  <a:ext cx="0" cy="62"/>
                </a:xfrm>
                <a:prstGeom prst="straightConnector1">
                  <a:avLst/>
                </a:prstGeom>
                <a:noFill/>
                <a:ln cap="flat" cmpd="sng" w="12700">
                  <a:solidFill>
                    <a:schemeClr val="dk1"/>
                  </a:solidFill>
                  <a:prstDash val="solid"/>
                  <a:miter lim="800000"/>
                  <a:headEnd len="med" w="med" type="none"/>
                  <a:tailEnd len="med" w="med" type="none"/>
                </a:ln>
              </p:spPr>
            </p:cxnSp>
            <p:cxnSp>
              <p:nvCxnSpPr>
                <p:cNvPr id="3106" name="Google Shape;3106;p23"/>
                <p:cNvCxnSpPr/>
                <p:nvPr/>
              </p:nvCxnSpPr>
              <p:spPr>
                <a:xfrm>
                  <a:off x="1368" y="727"/>
                  <a:ext cx="0" cy="62"/>
                </a:xfrm>
                <a:prstGeom prst="straightConnector1">
                  <a:avLst/>
                </a:prstGeom>
                <a:noFill/>
                <a:ln cap="flat" cmpd="sng" w="12700">
                  <a:solidFill>
                    <a:schemeClr val="dk1"/>
                  </a:solidFill>
                  <a:prstDash val="solid"/>
                  <a:miter lim="800000"/>
                  <a:headEnd len="med" w="med" type="none"/>
                  <a:tailEnd len="med" w="med" type="none"/>
                </a:ln>
              </p:spPr>
            </p:cxnSp>
            <p:sp>
              <p:nvSpPr>
                <p:cNvPr id="3107" name="Google Shape;3107;p23"/>
                <p:cNvSpPr txBox="1"/>
                <p:nvPr/>
              </p:nvSpPr>
              <p:spPr>
                <a:xfrm>
                  <a:off x="1012" y="727"/>
                  <a:ext cx="353" cy="61"/>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08" name="Google Shape;3108;p23"/>
                <p:cNvSpPr/>
                <p:nvPr/>
              </p:nvSpPr>
              <p:spPr>
                <a:xfrm>
                  <a:off x="1009" y="655"/>
                  <a:ext cx="356" cy="116"/>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109" name="Google Shape;3109;p23"/>
                <p:cNvGrpSpPr/>
                <p:nvPr/>
              </p:nvGrpSpPr>
              <p:grpSpPr>
                <a:xfrm>
                  <a:off x="1095" y="681"/>
                  <a:ext cx="176" cy="68"/>
                  <a:chOff x="2848" y="848"/>
                  <a:chExt cx="140" cy="98"/>
                </a:xfrm>
              </p:grpSpPr>
              <p:cxnSp>
                <p:nvCxnSpPr>
                  <p:cNvPr id="3110" name="Google Shape;3110;p2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111" name="Google Shape;3111;p2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112" name="Google Shape;3112;p2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113" name="Google Shape;3113;p23"/>
                <p:cNvGrpSpPr/>
                <p:nvPr/>
              </p:nvGrpSpPr>
              <p:grpSpPr>
                <a:xfrm flipH="1" rot="10800000">
                  <a:off x="1095" y="680"/>
                  <a:ext cx="176" cy="68"/>
                  <a:chOff x="2848" y="848"/>
                  <a:chExt cx="140" cy="98"/>
                </a:xfrm>
              </p:grpSpPr>
              <p:cxnSp>
                <p:nvCxnSpPr>
                  <p:cNvPr id="3114" name="Google Shape;3114;p2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115" name="Google Shape;3115;p2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116" name="Google Shape;3116;p2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3117" name="Google Shape;3117;p23"/>
              <p:cNvCxnSpPr/>
              <p:nvPr/>
            </p:nvCxnSpPr>
            <p:spPr>
              <a:xfrm>
                <a:off x="535" y="368"/>
                <a:ext cx="0" cy="62"/>
              </a:xfrm>
              <a:prstGeom prst="straightConnector1">
                <a:avLst/>
              </a:prstGeom>
              <a:noFill/>
              <a:ln cap="flat" cmpd="sng" w="12700">
                <a:solidFill>
                  <a:schemeClr val="dk1"/>
                </a:solidFill>
                <a:prstDash val="solid"/>
                <a:miter lim="800000"/>
                <a:headEnd len="med" w="med" type="none"/>
                <a:tailEnd len="med" w="med" type="none"/>
              </a:ln>
            </p:spPr>
          </p:cxnSp>
        </p:grpSp>
        <p:grpSp>
          <p:nvGrpSpPr>
            <p:cNvPr id="3118" name="Google Shape;3118;p23"/>
            <p:cNvGrpSpPr/>
            <p:nvPr/>
          </p:nvGrpSpPr>
          <p:grpSpPr>
            <a:xfrm>
              <a:off x="3705225" y="4356100"/>
              <a:ext cx="238125" cy="484188"/>
              <a:chOff x="4180" y="783"/>
              <a:chExt cx="150" cy="307"/>
            </a:xfrm>
          </p:grpSpPr>
          <p:sp>
            <p:nvSpPr>
              <p:cNvPr id="3119" name="Google Shape;3119;p23"/>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20" name="Google Shape;3120;p23"/>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21" name="Google Shape;3121;p23"/>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22" name="Google Shape;3122;p23"/>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123" name="Google Shape;3123;p23"/>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3124" name="Google Shape;3124;p23"/>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3125" name="Google Shape;3125;p23"/>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26" name="Google Shape;3126;p23"/>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3127" name="Google Shape;3127;p23"/>
            <p:cNvCxnSpPr/>
            <p:nvPr/>
          </p:nvCxnSpPr>
          <p:spPr>
            <a:xfrm>
              <a:off x="1911350" y="2092325"/>
              <a:ext cx="1704975" cy="1081088"/>
            </a:xfrm>
            <a:prstGeom prst="straightConnector1">
              <a:avLst/>
            </a:prstGeom>
            <a:noFill/>
            <a:ln cap="flat" cmpd="sng" w="9525">
              <a:solidFill>
                <a:schemeClr val="dk1"/>
              </a:solidFill>
              <a:prstDash val="solid"/>
              <a:miter lim="800000"/>
              <a:headEnd len="med" w="med" type="none"/>
              <a:tailEnd len="med" w="med" type="none"/>
            </a:ln>
          </p:spPr>
        </p:cxnSp>
        <p:cxnSp>
          <p:nvCxnSpPr>
            <p:cNvPr id="3128" name="Google Shape;3128;p23"/>
            <p:cNvCxnSpPr/>
            <p:nvPr/>
          </p:nvCxnSpPr>
          <p:spPr>
            <a:xfrm>
              <a:off x="1966913" y="3062288"/>
              <a:ext cx="1565275" cy="207962"/>
            </a:xfrm>
            <a:prstGeom prst="straightConnector1">
              <a:avLst/>
            </a:prstGeom>
            <a:noFill/>
            <a:ln cap="flat" cmpd="sng" w="9525">
              <a:solidFill>
                <a:schemeClr val="dk1"/>
              </a:solidFill>
              <a:prstDash val="solid"/>
              <a:miter lim="800000"/>
              <a:headEnd len="med" w="med" type="none"/>
              <a:tailEnd len="med" w="med" type="none"/>
            </a:ln>
          </p:spPr>
        </p:cxnSp>
        <p:cxnSp>
          <p:nvCxnSpPr>
            <p:cNvPr id="3129" name="Google Shape;3129;p23"/>
            <p:cNvCxnSpPr/>
            <p:nvPr/>
          </p:nvCxnSpPr>
          <p:spPr>
            <a:xfrm flipH="1" rot="10800000">
              <a:off x="2051050" y="3352800"/>
              <a:ext cx="1565275" cy="955675"/>
            </a:xfrm>
            <a:prstGeom prst="straightConnector1">
              <a:avLst/>
            </a:prstGeom>
            <a:noFill/>
            <a:ln cap="flat" cmpd="sng" w="9525">
              <a:solidFill>
                <a:schemeClr val="dk1"/>
              </a:solidFill>
              <a:prstDash val="solid"/>
              <a:miter lim="800000"/>
              <a:headEnd len="med" w="med" type="none"/>
              <a:tailEnd len="med" w="med" type="none"/>
            </a:ln>
          </p:spPr>
        </p:cxnSp>
        <p:cxnSp>
          <p:nvCxnSpPr>
            <p:cNvPr id="3130" name="Google Shape;3130;p23"/>
            <p:cNvCxnSpPr/>
            <p:nvPr/>
          </p:nvCxnSpPr>
          <p:spPr>
            <a:xfrm rot="10800000">
              <a:off x="3795713" y="3379788"/>
              <a:ext cx="41275" cy="1025525"/>
            </a:xfrm>
            <a:prstGeom prst="straightConnector1">
              <a:avLst/>
            </a:prstGeom>
            <a:noFill/>
            <a:ln cap="flat" cmpd="sng" w="9525">
              <a:solidFill>
                <a:schemeClr val="dk1"/>
              </a:solidFill>
              <a:prstDash val="solid"/>
              <a:miter lim="800000"/>
              <a:headEnd len="med" w="med" type="none"/>
              <a:tailEnd len="med" w="med" type="none"/>
            </a:ln>
          </p:spPr>
        </p:cxnSp>
        <p:cxnSp>
          <p:nvCxnSpPr>
            <p:cNvPr id="3131" name="Google Shape;3131;p23"/>
            <p:cNvCxnSpPr/>
            <p:nvPr/>
          </p:nvCxnSpPr>
          <p:spPr>
            <a:xfrm flipH="1" rot="10800000">
              <a:off x="3962400" y="2895600"/>
              <a:ext cx="831850" cy="277813"/>
            </a:xfrm>
            <a:prstGeom prst="straightConnector1">
              <a:avLst/>
            </a:prstGeom>
            <a:noFill/>
            <a:ln cap="flat" cmpd="sng" w="9525">
              <a:solidFill>
                <a:schemeClr val="dk1"/>
              </a:solidFill>
              <a:prstDash val="solid"/>
              <a:miter lim="800000"/>
              <a:headEnd len="med" w="med" type="none"/>
              <a:tailEnd len="med" w="med" type="none"/>
            </a:ln>
          </p:spPr>
        </p:cxnSp>
        <p:sp>
          <p:nvSpPr>
            <p:cNvPr id="3132" name="Google Shape;3132;p23"/>
            <p:cNvSpPr txBox="1"/>
            <p:nvPr/>
          </p:nvSpPr>
          <p:spPr>
            <a:xfrm>
              <a:off x="2414588" y="2182813"/>
              <a:ext cx="9763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100 Mbps</a:t>
              </a:r>
              <a:endParaRPr/>
            </a:p>
          </p:txBody>
        </p:sp>
        <p:sp>
          <p:nvSpPr>
            <p:cNvPr id="3133" name="Google Shape;3133;p23"/>
            <p:cNvSpPr txBox="1"/>
            <p:nvPr/>
          </p:nvSpPr>
          <p:spPr>
            <a:xfrm>
              <a:off x="2038350" y="3154363"/>
              <a:ext cx="9763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100 Mbps</a:t>
              </a:r>
              <a:endParaRPr/>
            </a:p>
          </p:txBody>
        </p:sp>
        <p:sp>
          <p:nvSpPr>
            <p:cNvPr id="3134" name="Google Shape;3134;p23"/>
            <p:cNvSpPr txBox="1"/>
            <p:nvPr/>
          </p:nvSpPr>
          <p:spPr>
            <a:xfrm>
              <a:off x="2122488" y="4164013"/>
              <a:ext cx="9763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100 Mbps</a:t>
              </a:r>
              <a:endParaRPr/>
            </a:p>
          </p:txBody>
        </p:sp>
        <p:sp>
          <p:nvSpPr>
            <p:cNvPr id="3135" name="Google Shape;3135;p23"/>
            <p:cNvSpPr txBox="1"/>
            <p:nvPr/>
          </p:nvSpPr>
          <p:spPr>
            <a:xfrm>
              <a:off x="3841750" y="3927475"/>
              <a:ext cx="7239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 Gbps</a:t>
              </a:r>
              <a:endParaRPr/>
            </a:p>
          </p:txBody>
        </p:sp>
        <p:sp>
          <p:nvSpPr>
            <p:cNvPr id="3136" name="Google Shape;3136;p23"/>
            <p:cNvSpPr txBox="1"/>
            <p:nvPr/>
          </p:nvSpPr>
          <p:spPr>
            <a:xfrm>
              <a:off x="3468688" y="4897438"/>
              <a:ext cx="7223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server</a:t>
              </a:r>
              <a:endParaRPr/>
            </a:p>
          </p:txBody>
        </p:sp>
        <p:sp>
          <p:nvSpPr>
            <p:cNvPr id="3137" name="Google Shape;3137;p23"/>
            <p:cNvSpPr txBox="1"/>
            <p:nvPr/>
          </p:nvSpPr>
          <p:spPr>
            <a:xfrm>
              <a:off x="3398838" y="2611438"/>
              <a:ext cx="9398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Ethernet</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switch</a:t>
              </a:r>
              <a:endParaRPr/>
            </a:p>
          </p:txBody>
        </p:sp>
        <p:sp>
          <p:nvSpPr>
            <p:cNvPr id="3138" name="Google Shape;3138;p23"/>
            <p:cNvSpPr txBox="1"/>
            <p:nvPr/>
          </p:nvSpPr>
          <p:spPr>
            <a:xfrm>
              <a:off x="4286250" y="2195513"/>
              <a:ext cx="12319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Institutional</a:t>
              </a:r>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router</a:t>
              </a:r>
              <a:endParaRPr/>
            </a:p>
          </p:txBody>
        </p:sp>
        <p:cxnSp>
          <p:nvCxnSpPr>
            <p:cNvPr id="3139" name="Google Shape;3139;p23"/>
            <p:cNvCxnSpPr/>
            <p:nvPr/>
          </p:nvCxnSpPr>
          <p:spPr>
            <a:xfrm>
              <a:off x="5319713" y="2825750"/>
              <a:ext cx="679450" cy="0"/>
            </a:xfrm>
            <a:prstGeom prst="straightConnector1">
              <a:avLst/>
            </a:prstGeom>
            <a:noFill/>
            <a:ln cap="flat" cmpd="sng" w="9525">
              <a:solidFill>
                <a:schemeClr val="dk1"/>
              </a:solidFill>
              <a:prstDash val="solid"/>
              <a:miter lim="800000"/>
              <a:headEnd len="med" w="med" type="none"/>
              <a:tailEnd len="med" w="med" type="triangle"/>
            </a:ln>
          </p:spPr>
        </p:cxnSp>
        <p:sp>
          <p:nvSpPr>
            <p:cNvPr id="3140" name="Google Shape;3140;p23"/>
            <p:cNvSpPr txBox="1"/>
            <p:nvPr/>
          </p:nvSpPr>
          <p:spPr>
            <a:xfrm>
              <a:off x="6045200" y="2528888"/>
              <a:ext cx="1477963"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To Institution’s</a:t>
              </a:r>
              <a:br>
                <a:rPr b="0" i="0" lang="en-US" sz="1400" u="none">
                  <a:solidFill>
                    <a:schemeClr val="dk1"/>
                  </a:solidFill>
                  <a:latin typeface="Times New Roman"/>
                  <a:ea typeface="Times New Roman"/>
                  <a:cs typeface="Times New Roman"/>
                  <a:sym typeface="Times New Roman"/>
                </a:rPr>
              </a:br>
              <a:r>
                <a:rPr b="0" i="0" lang="en-US" sz="1400" u="none">
                  <a:solidFill>
                    <a:schemeClr val="dk1"/>
                  </a:solidFill>
                  <a:latin typeface="Times New Roman"/>
                  <a:ea typeface="Times New Roman"/>
                  <a:cs typeface="Times New Roman"/>
                  <a:sym typeface="Times New Roman"/>
                </a:rPr>
                <a:t>ISP</a:t>
              </a:r>
              <a:endParaRPr/>
            </a:p>
          </p:txBody>
        </p:sp>
      </p:grpSp>
      <p:sp>
        <p:nvSpPr>
          <p:cNvPr id="3141" name="Google Shape;3141;p2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Ethernet Internet access</a:t>
            </a:r>
            <a:endParaRPr/>
          </a:p>
        </p:txBody>
      </p:sp>
      <p:sp>
        <p:nvSpPr>
          <p:cNvPr id="3142" name="Google Shape;3142;p23"/>
          <p:cNvSpPr txBox="1"/>
          <p:nvPr>
            <p:ph idx="1" type="body"/>
          </p:nvPr>
        </p:nvSpPr>
        <p:spPr>
          <a:xfrm>
            <a:off x="455612" y="4649787"/>
            <a:ext cx="8043862" cy="190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0" lang="en-US" sz="2400" u="none" cap="none" strike="noStrike">
                <a:solidFill>
                  <a:schemeClr val="dk1"/>
                </a:solidFill>
                <a:latin typeface="Comic Sans MS"/>
                <a:ea typeface="Comic Sans MS"/>
                <a:cs typeface="Comic Sans MS"/>
                <a:sym typeface="Comic Sans MS"/>
              </a:rPr>
              <a:t>Typically used in companies, universities, etc</a:t>
            </a:r>
            <a:endParaRPr/>
          </a:p>
          <a:p>
            <a:pPr indent="-342900" lvl="1" marL="342900" marR="0" rtl="0" algn="l">
              <a:lnSpc>
                <a:spcPct val="100000"/>
              </a:lnSpc>
              <a:spcBef>
                <a:spcPts val="480"/>
              </a:spcBef>
              <a:spcAft>
                <a:spcPts val="0"/>
              </a:spcAft>
              <a:buClr>
                <a:schemeClr val="accent2"/>
              </a:buClr>
              <a:buSzPts val="2040"/>
              <a:buFont typeface="Noto Sans Symbols"/>
              <a:buChar char="❑"/>
            </a:pPr>
            <a:r>
              <a:rPr b="0" i="0" lang="en-US" sz="2400" u="none" cap="none" strike="noStrike">
                <a:solidFill>
                  <a:schemeClr val="dk1"/>
                </a:solidFill>
                <a:latin typeface="Comic Sans MS"/>
                <a:ea typeface="Comic Sans MS"/>
                <a:cs typeface="Comic Sans MS"/>
                <a:sym typeface="Comic Sans MS"/>
              </a:rPr>
              <a:t>10 Mbs, 100Mbps, 1Gbps, 10Gbps Ethernet</a:t>
            </a:r>
            <a:endParaRPr/>
          </a:p>
          <a:p>
            <a:pPr indent="-342900" lvl="1" marL="342900" marR="0" rtl="0" algn="l">
              <a:lnSpc>
                <a:spcPct val="100000"/>
              </a:lnSpc>
              <a:spcBef>
                <a:spcPts val="480"/>
              </a:spcBef>
              <a:spcAft>
                <a:spcPts val="0"/>
              </a:spcAft>
              <a:buClr>
                <a:schemeClr val="accent2"/>
              </a:buClr>
              <a:buSzPts val="2040"/>
              <a:buFont typeface="Noto Sans Symbols"/>
              <a:buChar char="❑"/>
            </a:pPr>
            <a:r>
              <a:rPr b="0" i="0" lang="en-US" sz="2400" u="none" cap="none" strike="noStrike">
                <a:solidFill>
                  <a:schemeClr val="dk1"/>
                </a:solidFill>
                <a:latin typeface="Comic Sans MS"/>
                <a:ea typeface="Comic Sans MS"/>
                <a:cs typeface="Comic Sans MS"/>
                <a:sym typeface="Comic Sans MS"/>
              </a:rPr>
              <a:t>Today, end systems typically connect into Ethernet switch</a:t>
            </a:r>
            <a:endParaRPr/>
          </a:p>
          <a:p>
            <a:pPr indent="-213359" lvl="0" marL="342900" marR="0" rtl="0" algn="l">
              <a:spcBef>
                <a:spcPts val="480"/>
              </a:spcBef>
              <a:spcAft>
                <a:spcPts val="0"/>
              </a:spcAft>
              <a:buClr>
                <a:schemeClr val="accent2"/>
              </a:buClr>
              <a:buSzPts val="2040"/>
              <a:buFont typeface="Noto Sans Symbols"/>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7" name="Shape 3147"/>
        <p:cNvGrpSpPr/>
        <p:nvPr/>
      </p:nvGrpSpPr>
      <p:grpSpPr>
        <a:xfrm>
          <a:off x="0" y="0"/>
          <a:ext cx="0" cy="0"/>
          <a:chOff x="0" y="0"/>
          <a:chExt cx="0" cy="0"/>
        </a:xfrm>
      </p:grpSpPr>
      <p:sp>
        <p:nvSpPr>
          <p:cNvPr id="3148" name="Google Shape;3148;p2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149" name="Google Shape;3149;p2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150" name="Google Shape;3150;p24"/>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Wireless access networks</a:t>
            </a:r>
            <a:endParaRPr/>
          </a:p>
        </p:txBody>
      </p:sp>
      <p:sp>
        <p:nvSpPr>
          <p:cNvPr id="3151" name="Google Shape;3151;p24"/>
          <p:cNvSpPr txBox="1"/>
          <p:nvPr>
            <p:ph idx="1" type="body"/>
          </p:nvPr>
        </p:nvSpPr>
        <p:spPr>
          <a:xfrm>
            <a:off x="423862" y="1322387"/>
            <a:ext cx="4927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shared </a:t>
            </a:r>
            <a:r>
              <a:rPr b="0" i="1" lang="en-US" sz="2400" u="none">
                <a:solidFill>
                  <a:schemeClr val="dk1"/>
                </a:solidFill>
                <a:latin typeface="Comic Sans MS"/>
                <a:ea typeface="Comic Sans MS"/>
                <a:cs typeface="Comic Sans MS"/>
                <a:sym typeface="Comic Sans MS"/>
              </a:rPr>
              <a:t>wireless</a:t>
            </a:r>
            <a:r>
              <a:rPr b="0" i="0" lang="en-US" sz="2400" u="none">
                <a:solidFill>
                  <a:schemeClr val="dk1"/>
                </a:solidFill>
                <a:latin typeface="Comic Sans MS"/>
                <a:ea typeface="Comic Sans MS"/>
                <a:cs typeface="Comic Sans MS"/>
                <a:sym typeface="Comic Sans MS"/>
              </a:rPr>
              <a:t> access network connects end system to router</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via base station aka “access point”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wireless LANs:</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802.11b/g (WiFi): 11 or 54  Mbps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wider-area wireless access</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provided by telco operator</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~1Mbps over cellular system (EVDO, HSDPA)</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next up (?): WiMAX (10’s Mbps) over wide area</a:t>
            </a:r>
            <a:endParaRPr/>
          </a:p>
        </p:txBody>
      </p:sp>
      <p:grpSp>
        <p:nvGrpSpPr>
          <p:cNvPr id="3152" name="Google Shape;3152;p24"/>
          <p:cNvGrpSpPr/>
          <p:nvPr/>
        </p:nvGrpSpPr>
        <p:grpSpPr>
          <a:xfrm>
            <a:off x="6221412" y="4048125"/>
            <a:ext cx="622300" cy="793750"/>
            <a:chOff x="3908" y="2375"/>
            <a:chExt cx="392" cy="500"/>
          </a:xfrm>
        </p:grpSpPr>
        <p:graphicFrame>
          <p:nvGraphicFramePr>
            <p:cNvPr id="3153" name="Google Shape;3153;p24"/>
            <p:cNvGraphicFramePr/>
            <p:nvPr/>
          </p:nvGraphicFramePr>
          <p:xfrm>
            <a:off x="3908" y="2375"/>
            <a:ext cx="366" cy="441"/>
          </p:xfrm>
          <a:graphic>
            <a:graphicData uri="http://schemas.openxmlformats.org/presentationml/2006/ole">
              <mc:AlternateContent>
                <mc:Choice Requires="v">
                  <p:oleObj r:id="rId4" imgH="441" imgW="366" progId="MS_ClipArt_Gallery.2" spid="_x0000_s1">
                    <p:embed/>
                  </p:oleObj>
                </mc:Choice>
                <mc:Fallback>
                  <p:oleObj r:id="rId5" imgH="441" imgW="366" progId="MS_ClipArt_Gallery.2">
                    <p:embed/>
                    <p:pic>
                      <p:nvPicPr>
                        <p:cNvPr id="3153" name="Google Shape;3153;p24"/>
                        <p:cNvPicPr preferRelativeResize="0"/>
                        <p:nvPr/>
                      </p:nvPicPr>
                      <p:blipFill rotWithShape="1">
                        <a:blip r:embed="rId6">
                          <a:alphaModFix/>
                        </a:blip>
                        <a:srcRect b="0" l="0" r="0" t="0"/>
                        <a:stretch/>
                      </p:blipFill>
                      <p:spPr>
                        <a:xfrm>
                          <a:off x="3908" y="2375"/>
                          <a:ext cx="366" cy="441"/>
                        </a:xfrm>
                        <a:prstGeom prst="rect">
                          <a:avLst/>
                        </a:prstGeom>
                        <a:noFill/>
                        <a:ln>
                          <a:noFill/>
                        </a:ln>
                      </p:spPr>
                    </p:pic>
                  </p:oleObj>
                </mc:Fallback>
              </mc:AlternateContent>
            </a:graphicData>
          </a:graphic>
        </p:graphicFrame>
        <p:graphicFrame>
          <p:nvGraphicFramePr>
            <p:cNvPr id="3154" name="Google Shape;3154;p24"/>
            <p:cNvGraphicFramePr/>
            <p:nvPr/>
          </p:nvGraphicFramePr>
          <p:xfrm>
            <a:off x="3966" y="2506"/>
            <a:ext cx="334" cy="369"/>
          </p:xfrm>
          <a:graphic>
            <a:graphicData uri="http://schemas.openxmlformats.org/presentationml/2006/ole">
              <mc:AlternateContent>
                <mc:Choice Requires="v">
                  <p:oleObj r:id="rId7" imgH="369" imgW="334" progId="MS_ClipArt_Gallery.2" spid="_x0000_s2">
                    <p:embed/>
                  </p:oleObj>
                </mc:Choice>
                <mc:Fallback>
                  <p:oleObj r:id="rId8" imgH="369" imgW="334" progId="MS_ClipArt_Gallery.2">
                    <p:embed/>
                    <p:pic>
                      <p:nvPicPr>
                        <p:cNvPr id="3154" name="Google Shape;3154;p24"/>
                        <p:cNvPicPr preferRelativeResize="0"/>
                        <p:nvPr/>
                      </p:nvPicPr>
                      <p:blipFill rotWithShape="1">
                        <a:blip r:embed="rId9">
                          <a:alphaModFix/>
                        </a:blip>
                        <a:srcRect b="0" l="0" r="0" t="0"/>
                        <a:stretch/>
                      </p:blipFill>
                      <p:spPr>
                        <a:xfrm>
                          <a:off x="3966" y="2506"/>
                          <a:ext cx="334" cy="369"/>
                        </a:xfrm>
                        <a:prstGeom prst="rect">
                          <a:avLst/>
                        </a:prstGeom>
                        <a:noFill/>
                        <a:ln>
                          <a:noFill/>
                        </a:ln>
                      </p:spPr>
                    </p:pic>
                  </p:oleObj>
                </mc:Fallback>
              </mc:AlternateContent>
            </a:graphicData>
          </a:graphic>
        </p:graphicFrame>
      </p:grpSp>
      <p:grpSp>
        <p:nvGrpSpPr>
          <p:cNvPr id="3155" name="Google Shape;3155;p24"/>
          <p:cNvGrpSpPr/>
          <p:nvPr/>
        </p:nvGrpSpPr>
        <p:grpSpPr>
          <a:xfrm>
            <a:off x="7377112" y="3962400"/>
            <a:ext cx="622300" cy="793750"/>
            <a:chOff x="2870" y="1518"/>
            <a:chExt cx="292" cy="320"/>
          </a:xfrm>
        </p:grpSpPr>
        <p:graphicFrame>
          <p:nvGraphicFramePr>
            <p:cNvPr id="3156" name="Google Shape;3156;p24"/>
            <p:cNvGraphicFramePr/>
            <p:nvPr/>
          </p:nvGraphicFramePr>
          <p:xfrm>
            <a:off x="2870" y="1518"/>
            <a:ext cx="272" cy="282"/>
          </p:xfrm>
          <a:graphic>
            <a:graphicData uri="http://schemas.openxmlformats.org/presentationml/2006/ole">
              <mc:AlternateContent>
                <mc:Choice Requires="v">
                  <p:oleObj r:id="rId10" imgH="282" imgW="272" progId="MS_ClipArt_Gallery.2" spid="_x0000_s3">
                    <p:embed/>
                  </p:oleObj>
                </mc:Choice>
                <mc:Fallback>
                  <p:oleObj r:id="rId11" imgH="282" imgW="272" progId="MS_ClipArt_Gallery.2">
                    <p:embed/>
                    <p:pic>
                      <p:nvPicPr>
                        <p:cNvPr id="3156" name="Google Shape;3156;p24"/>
                        <p:cNvPicPr preferRelativeResize="0"/>
                        <p:nvPr/>
                      </p:nvPicPr>
                      <p:blipFill rotWithShape="1">
                        <a:blip r:embed="rId12">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3157" name="Google Shape;3157;p24"/>
            <p:cNvGraphicFramePr/>
            <p:nvPr/>
          </p:nvGraphicFramePr>
          <p:xfrm>
            <a:off x="2913" y="1602"/>
            <a:ext cx="249" cy="236"/>
          </p:xfrm>
          <a:graphic>
            <a:graphicData uri="http://schemas.openxmlformats.org/presentationml/2006/ole">
              <mc:AlternateContent>
                <mc:Choice Requires="v">
                  <p:oleObj r:id="rId13" imgH="236" imgW="249" progId="MS_ClipArt_Gallery.2" spid="_x0000_s4">
                    <p:embed/>
                  </p:oleObj>
                </mc:Choice>
                <mc:Fallback>
                  <p:oleObj r:id="rId14" imgH="236" imgW="249" progId="MS_ClipArt_Gallery.2">
                    <p:embed/>
                    <p:pic>
                      <p:nvPicPr>
                        <p:cNvPr id="3157" name="Google Shape;3157;p24"/>
                        <p:cNvPicPr preferRelativeResize="0"/>
                        <p:nvPr/>
                      </p:nvPicPr>
                      <p:blipFill rotWithShape="1">
                        <a:blip r:embed="rId15">
                          <a:alphaModFix/>
                        </a:blip>
                        <a:srcRect b="0" l="0" r="0" t="0"/>
                        <a:stretch/>
                      </p:blipFill>
                      <p:spPr>
                        <a:xfrm>
                          <a:off x="2913" y="1602"/>
                          <a:ext cx="249" cy="236"/>
                        </a:xfrm>
                        <a:prstGeom prst="rect">
                          <a:avLst/>
                        </a:prstGeom>
                        <a:noFill/>
                        <a:ln>
                          <a:noFill/>
                        </a:ln>
                      </p:spPr>
                    </p:pic>
                  </p:oleObj>
                </mc:Fallback>
              </mc:AlternateContent>
            </a:graphicData>
          </a:graphic>
        </p:graphicFrame>
      </p:grpSp>
      <p:sp>
        <p:nvSpPr>
          <p:cNvPr id="3158" name="Google Shape;3158;p24"/>
          <p:cNvSpPr/>
          <p:nvPr/>
        </p:nvSpPr>
        <p:spPr>
          <a:xfrm>
            <a:off x="6496050" y="2387600"/>
            <a:ext cx="760412" cy="239712"/>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159" name="Google Shape;3159;p24"/>
          <p:cNvCxnSpPr/>
          <p:nvPr/>
        </p:nvCxnSpPr>
        <p:spPr>
          <a:xfrm>
            <a:off x="6496050" y="2366962"/>
            <a:ext cx="0" cy="149225"/>
          </a:xfrm>
          <a:prstGeom prst="straightConnector1">
            <a:avLst/>
          </a:prstGeom>
          <a:noFill/>
          <a:ln cap="flat" cmpd="sng" w="12700">
            <a:solidFill>
              <a:schemeClr val="dk1"/>
            </a:solidFill>
            <a:prstDash val="solid"/>
            <a:miter lim="800000"/>
            <a:headEnd len="med" w="med" type="none"/>
            <a:tailEnd len="med" w="med" type="none"/>
          </a:ln>
        </p:spPr>
      </p:cxnSp>
      <p:cxnSp>
        <p:nvCxnSpPr>
          <p:cNvPr id="3160" name="Google Shape;3160;p24"/>
          <p:cNvCxnSpPr/>
          <p:nvPr/>
        </p:nvCxnSpPr>
        <p:spPr>
          <a:xfrm>
            <a:off x="7256462" y="2366962"/>
            <a:ext cx="0" cy="149225"/>
          </a:xfrm>
          <a:prstGeom prst="straightConnector1">
            <a:avLst/>
          </a:prstGeom>
          <a:noFill/>
          <a:ln cap="flat" cmpd="sng" w="12700">
            <a:solidFill>
              <a:schemeClr val="dk1"/>
            </a:solidFill>
            <a:prstDash val="solid"/>
            <a:miter lim="800000"/>
            <a:headEnd len="med" w="med" type="none"/>
            <a:tailEnd len="med" w="med" type="none"/>
          </a:ln>
        </p:spPr>
      </p:cxnSp>
      <p:sp>
        <p:nvSpPr>
          <p:cNvPr id="3161" name="Google Shape;3161;p24"/>
          <p:cNvSpPr txBox="1"/>
          <p:nvPr/>
        </p:nvSpPr>
        <p:spPr>
          <a:xfrm>
            <a:off x="6496050" y="2366962"/>
            <a:ext cx="754062" cy="14605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62" name="Google Shape;3162;p24"/>
          <p:cNvSpPr/>
          <p:nvPr/>
        </p:nvSpPr>
        <p:spPr>
          <a:xfrm>
            <a:off x="6489700" y="2193925"/>
            <a:ext cx="760412" cy="279400"/>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163" name="Google Shape;3163;p24"/>
          <p:cNvGrpSpPr/>
          <p:nvPr/>
        </p:nvGrpSpPr>
        <p:grpSpPr>
          <a:xfrm>
            <a:off x="6672262" y="2255837"/>
            <a:ext cx="377825" cy="163512"/>
            <a:chOff x="2848" y="848"/>
            <a:chExt cx="140" cy="98"/>
          </a:xfrm>
        </p:grpSpPr>
        <p:cxnSp>
          <p:nvCxnSpPr>
            <p:cNvPr id="3164" name="Google Shape;3164;p2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165" name="Google Shape;3165;p2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166" name="Google Shape;3166;p2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167" name="Google Shape;3167;p24"/>
          <p:cNvGrpSpPr/>
          <p:nvPr/>
        </p:nvGrpSpPr>
        <p:grpSpPr>
          <a:xfrm flipH="1" rot="10800000">
            <a:off x="6672262" y="2252662"/>
            <a:ext cx="377825" cy="163512"/>
            <a:chOff x="2848" y="848"/>
            <a:chExt cx="140" cy="98"/>
          </a:xfrm>
        </p:grpSpPr>
        <p:cxnSp>
          <p:nvCxnSpPr>
            <p:cNvPr id="3168" name="Google Shape;3168;p2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169" name="Google Shape;3169;p2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170" name="Google Shape;3170;p2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cxnSp>
        <p:nvCxnSpPr>
          <p:cNvPr id="3171" name="Google Shape;3171;p24"/>
          <p:cNvCxnSpPr/>
          <p:nvPr/>
        </p:nvCxnSpPr>
        <p:spPr>
          <a:xfrm rot="10800000">
            <a:off x="6886575" y="2619375"/>
            <a:ext cx="0" cy="428625"/>
          </a:xfrm>
          <a:prstGeom prst="straightConnector1">
            <a:avLst/>
          </a:prstGeom>
          <a:noFill/>
          <a:ln cap="flat" cmpd="sng" w="9525">
            <a:solidFill>
              <a:schemeClr val="dk1"/>
            </a:solidFill>
            <a:prstDash val="solid"/>
            <a:miter lim="800000"/>
            <a:headEnd len="med" w="med" type="none"/>
            <a:tailEnd len="med" w="med" type="none"/>
          </a:ln>
        </p:spPr>
      </p:cxnSp>
      <p:grpSp>
        <p:nvGrpSpPr>
          <p:cNvPr id="3172" name="Google Shape;3172;p24"/>
          <p:cNvGrpSpPr/>
          <p:nvPr/>
        </p:nvGrpSpPr>
        <p:grpSpPr>
          <a:xfrm>
            <a:off x="7621587" y="2359025"/>
            <a:ext cx="622300" cy="793750"/>
            <a:chOff x="2870" y="1518"/>
            <a:chExt cx="292" cy="320"/>
          </a:xfrm>
        </p:grpSpPr>
        <p:graphicFrame>
          <p:nvGraphicFramePr>
            <p:cNvPr id="3173" name="Google Shape;3173;p24"/>
            <p:cNvGraphicFramePr/>
            <p:nvPr/>
          </p:nvGraphicFramePr>
          <p:xfrm>
            <a:off x="2870" y="1518"/>
            <a:ext cx="272" cy="282"/>
          </p:xfrm>
          <a:graphic>
            <a:graphicData uri="http://schemas.openxmlformats.org/presentationml/2006/ole">
              <mc:AlternateContent>
                <mc:Choice Requires="v">
                  <p:oleObj r:id="rId16" imgH="282" imgW="272" progId="MS_ClipArt_Gallery.2" spid="_x0000_s5">
                    <p:embed/>
                  </p:oleObj>
                </mc:Choice>
                <mc:Fallback>
                  <p:oleObj r:id="rId17" imgH="282" imgW="272" progId="MS_ClipArt_Gallery.2">
                    <p:embed/>
                    <p:pic>
                      <p:nvPicPr>
                        <p:cNvPr id="3173" name="Google Shape;3173;p24"/>
                        <p:cNvPicPr preferRelativeResize="0"/>
                        <p:nvPr/>
                      </p:nvPicPr>
                      <p:blipFill rotWithShape="1">
                        <a:blip r:embed="rId12">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3174" name="Google Shape;3174;p24"/>
            <p:cNvGraphicFramePr/>
            <p:nvPr/>
          </p:nvGraphicFramePr>
          <p:xfrm>
            <a:off x="2913" y="1602"/>
            <a:ext cx="249" cy="236"/>
          </p:xfrm>
          <a:graphic>
            <a:graphicData uri="http://schemas.openxmlformats.org/presentationml/2006/ole">
              <mc:AlternateContent>
                <mc:Choice Requires="v">
                  <p:oleObj r:id="rId18" imgH="236" imgW="249" progId="MS_ClipArt_Gallery.2" spid="_x0000_s6">
                    <p:embed/>
                  </p:oleObj>
                </mc:Choice>
                <mc:Fallback>
                  <p:oleObj r:id="rId19" imgH="236" imgW="249" progId="MS_ClipArt_Gallery.2">
                    <p:embed/>
                    <p:pic>
                      <p:nvPicPr>
                        <p:cNvPr id="3174" name="Google Shape;3174;p24"/>
                        <p:cNvPicPr preferRelativeResize="0"/>
                        <p:nvPr/>
                      </p:nvPicPr>
                      <p:blipFill rotWithShape="1">
                        <a:blip r:embed="rId15">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3175" name="Google Shape;3175;p24"/>
          <p:cNvGrpSpPr/>
          <p:nvPr/>
        </p:nvGrpSpPr>
        <p:grpSpPr>
          <a:xfrm>
            <a:off x="8070850" y="3421062"/>
            <a:ext cx="622300" cy="793750"/>
            <a:chOff x="2870" y="1518"/>
            <a:chExt cx="292" cy="320"/>
          </a:xfrm>
        </p:grpSpPr>
        <p:graphicFrame>
          <p:nvGraphicFramePr>
            <p:cNvPr id="3176" name="Google Shape;3176;p24"/>
            <p:cNvGraphicFramePr/>
            <p:nvPr/>
          </p:nvGraphicFramePr>
          <p:xfrm>
            <a:off x="2870" y="1518"/>
            <a:ext cx="272" cy="282"/>
          </p:xfrm>
          <a:graphic>
            <a:graphicData uri="http://schemas.openxmlformats.org/presentationml/2006/ole">
              <mc:AlternateContent>
                <mc:Choice Requires="v">
                  <p:oleObj r:id="rId20" imgH="282" imgW="272" progId="MS_ClipArt_Gallery.2" spid="_x0000_s7">
                    <p:embed/>
                  </p:oleObj>
                </mc:Choice>
                <mc:Fallback>
                  <p:oleObj r:id="rId21" imgH="282" imgW="272" progId="MS_ClipArt_Gallery.2">
                    <p:embed/>
                    <p:pic>
                      <p:nvPicPr>
                        <p:cNvPr id="3176" name="Google Shape;3176;p24"/>
                        <p:cNvPicPr preferRelativeResize="0"/>
                        <p:nvPr/>
                      </p:nvPicPr>
                      <p:blipFill rotWithShape="1">
                        <a:blip r:embed="rId12">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3177" name="Google Shape;3177;p24"/>
            <p:cNvGraphicFramePr/>
            <p:nvPr/>
          </p:nvGraphicFramePr>
          <p:xfrm>
            <a:off x="2913" y="1602"/>
            <a:ext cx="249" cy="236"/>
          </p:xfrm>
          <a:graphic>
            <a:graphicData uri="http://schemas.openxmlformats.org/presentationml/2006/ole">
              <mc:AlternateContent>
                <mc:Choice Requires="v">
                  <p:oleObj r:id="rId22" imgH="236" imgW="249" progId="MS_ClipArt_Gallery.2" spid="_x0000_s8">
                    <p:embed/>
                  </p:oleObj>
                </mc:Choice>
                <mc:Fallback>
                  <p:oleObj r:id="rId23" imgH="236" imgW="249" progId="MS_ClipArt_Gallery.2">
                    <p:embed/>
                    <p:pic>
                      <p:nvPicPr>
                        <p:cNvPr id="3177" name="Google Shape;3177;p24"/>
                        <p:cNvPicPr preferRelativeResize="0"/>
                        <p:nvPr/>
                      </p:nvPicPr>
                      <p:blipFill rotWithShape="1">
                        <a:blip r:embed="rId15">
                          <a:alphaModFix/>
                        </a:blip>
                        <a:srcRect b="0" l="0" r="0" t="0"/>
                        <a:stretch/>
                      </p:blipFill>
                      <p:spPr>
                        <a:xfrm>
                          <a:off x="2913" y="1602"/>
                          <a:ext cx="249" cy="236"/>
                        </a:xfrm>
                        <a:prstGeom prst="rect">
                          <a:avLst/>
                        </a:prstGeom>
                        <a:noFill/>
                        <a:ln>
                          <a:noFill/>
                        </a:ln>
                      </p:spPr>
                    </p:pic>
                  </p:oleObj>
                </mc:Fallback>
              </mc:AlternateContent>
            </a:graphicData>
          </a:graphic>
        </p:graphicFrame>
      </p:grpSp>
      <p:sp>
        <p:nvSpPr>
          <p:cNvPr id="3178" name="Google Shape;3178;p24"/>
          <p:cNvSpPr txBox="1"/>
          <p:nvPr/>
        </p:nvSpPr>
        <p:spPr>
          <a:xfrm>
            <a:off x="5081587" y="2874962"/>
            <a:ext cx="1179512" cy="822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base</a:t>
            </a:r>
            <a:endParaRPr/>
          </a:p>
          <a:p>
            <a:pPr indent="0" lvl="0" marL="0" marR="0" rtl="0" algn="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station</a:t>
            </a:r>
            <a:endParaRPr/>
          </a:p>
        </p:txBody>
      </p:sp>
      <p:sp>
        <p:nvSpPr>
          <p:cNvPr id="3179" name="Google Shape;3179;p24"/>
          <p:cNvSpPr txBox="1"/>
          <p:nvPr/>
        </p:nvSpPr>
        <p:spPr>
          <a:xfrm>
            <a:off x="7435850" y="4867275"/>
            <a:ext cx="1098550" cy="822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mobile</a:t>
            </a:r>
            <a:endParaRPr/>
          </a:p>
          <a:p>
            <a:pPr indent="0" lvl="0" marL="0" marR="0" rtl="0" algn="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hosts</a:t>
            </a:r>
            <a:endParaRPr/>
          </a:p>
        </p:txBody>
      </p:sp>
      <p:cxnSp>
        <p:nvCxnSpPr>
          <p:cNvPr id="3180" name="Google Shape;3180;p24"/>
          <p:cNvCxnSpPr/>
          <p:nvPr/>
        </p:nvCxnSpPr>
        <p:spPr>
          <a:xfrm rot="10800000">
            <a:off x="6829425" y="1743075"/>
            <a:ext cx="0" cy="428625"/>
          </a:xfrm>
          <a:prstGeom prst="straightConnector1">
            <a:avLst/>
          </a:prstGeom>
          <a:noFill/>
          <a:ln cap="flat" cmpd="sng" w="9525">
            <a:solidFill>
              <a:schemeClr val="dk1"/>
            </a:solidFill>
            <a:prstDash val="solid"/>
            <a:miter lim="800000"/>
            <a:headEnd len="med" w="med" type="none"/>
            <a:tailEnd len="med" w="med" type="none"/>
          </a:ln>
        </p:spPr>
      </p:cxnSp>
      <p:sp>
        <p:nvSpPr>
          <p:cNvPr id="3181" name="Google Shape;3181;p24"/>
          <p:cNvSpPr txBox="1"/>
          <p:nvPr/>
        </p:nvSpPr>
        <p:spPr>
          <a:xfrm>
            <a:off x="5410200" y="2162175"/>
            <a:ext cx="1104900" cy="457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router</a:t>
            </a:r>
            <a:endParaRPr/>
          </a:p>
        </p:txBody>
      </p:sp>
      <p:grpSp>
        <p:nvGrpSpPr>
          <p:cNvPr id="3182" name="Google Shape;3182;p24"/>
          <p:cNvGrpSpPr/>
          <p:nvPr/>
        </p:nvGrpSpPr>
        <p:grpSpPr>
          <a:xfrm>
            <a:off x="6445250" y="2717800"/>
            <a:ext cx="681037" cy="820737"/>
            <a:chOff x="3221" y="3127"/>
            <a:chExt cx="429" cy="517"/>
          </a:xfrm>
        </p:grpSpPr>
        <p:sp>
          <p:nvSpPr>
            <p:cNvPr id="3183" name="Google Shape;3183;p24"/>
            <p:cNvSpPr/>
            <p:nvPr/>
          </p:nvSpPr>
          <p:spPr>
            <a:xfrm>
              <a:off x="3336" y="3156"/>
              <a:ext cx="77" cy="85"/>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4" name="Google Shape;3184;p24"/>
            <p:cNvSpPr/>
            <p:nvPr/>
          </p:nvSpPr>
          <p:spPr>
            <a:xfrm>
              <a:off x="3467" y="3153"/>
              <a:ext cx="52" cy="66"/>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5" name="Google Shape;3185;p24"/>
            <p:cNvSpPr/>
            <p:nvPr/>
          </p:nvSpPr>
          <p:spPr>
            <a:xfrm>
              <a:off x="3287" y="3138"/>
              <a:ext cx="126" cy="138"/>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6" name="Google Shape;3186;p24"/>
            <p:cNvSpPr/>
            <p:nvPr/>
          </p:nvSpPr>
          <p:spPr>
            <a:xfrm>
              <a:off x="3465" y="3134"/>
              <a:ext cx="110" cy="9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7" name="Google Shape;3187;p24"/>
            <p:cNvSpPr/>
            <p:nvPr/>
          </p:nvSpPr>
          <p:spPr>
            <a:xfrm>
              <a:off x="3240" y="3178"/>
              <a:ext cx="44" cy="85"/>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8" name="Google Shape;3188;p24"/>
            <p:cNvSpPr/>
            <p:nvPr/>
          </p:nvSpPr>
          <p:spPr>
            <a:xfrm>
              <a:off x="3554" y="3127"/>
              <a:ext cx="96" cy="114"/>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9" name="Google Shape;3189;p24"/>
            <p:cNvSpPr/>
            <p:nvPr/>
          </p:nvSpPr>
          <p:spPr>
            <a:xfrm>
              <a:off x="3448" y="3261"/>
              <a:ext cx="33" cy="68"/>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0" name="Google Shape;3190;p24"/>
            <p:cNvSpPr/>
            <p:nvPr/>
          </p:nvSpPr>
          <p:spPr>
            <a:xfrm>
              <a:off x="3434" y="3224"/>
              <a:ext cx="17" cy="35"/>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1" name="Google Shape;3191;p24"/>
            <p:cNvSpPr/>
            <p:nvPr/>
          </p:nvSpPr>
          <p:spPr>
            <a:xfrm>
              <a:off x="3420" y="3199"/>
              <a:ext cx="14" cy="20"/>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2" name="Google Shape;3192;p24"/>
            <p:cNvSpPr/>
            <p:nvPr/>
          </p:nvSpPr>
          <p:spPr>
            <a:xfrm>
              <a:off x="3409" y="3182"/>
              <a:ext cx="18" cy="13"/>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3" name="Google Shape;3193;p24"/>
            <p:cNvSpPr/>
            <p:nvPr/>
          </p:nvSpPr>
          <p:spPr>
            <a:xfrm>
              <a:off x="3315" y="3160"/>
              <a:ext cx="77" cy="86"/>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4" name="Google Shape;3194;p24"/>
            <p:cNvSpPr/>
            <p:nvPr/>
          </p:nvSpPr>
          <p:spPr>
            <a:xfrm>
              <a:off x="3446" y="3160"/>
              <a:ext cx="52" cy="66"/>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5" name="Google Shape;3195;p24"/>
            <p:cNvSpPr/>
            <p:nvPr/>
          </p:nvSpPr>
          <p:spPr>
            <a:xfrm>
              <a:off x="3266" y="3145"/>
              <a:ext cx="124" cy="138"/>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6" name="Google Shape;3196;p24"/>
            <p:cNvSpPr/>
            <p:nvPr/>
          </p:nvSpPr>
          <p:spPr>
            <a:xfrm>
              <a:off x="3441" y="3140"/>
              <a:ext cx="111" cy="9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7" name="Google Shape;3197;p24"/>
            <p:cNvSpPr/>
            <p:nvPr/>
          </p:nvSpPr>
          <p:spPr>
            <a:xfrm>
              <a:off x="3221" y="3191"/>
              <a:ext cx="45" cy="85"/>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8" name="Google Shape;3198;p24"/>
            <p:cNvSpPr/>
            <p:nvPr/>
          </p:nvSpPr>
          <p:spPr>
            <a:xfrm>
              <a:off x="3533" y="3134"/>
              <a:ext cx="96" cy="114"/>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199" name="Google Shape;3199;p24"/>
            <p:cNvGrpSpPr/>
            <p:nvPr/>
          </p:nvGrpSpPr>
          <p:grpSpPr>
            <a:xfrm>
              <a:off x="3334" y="3292"/>
              <a:ext cx="290" cy="352"/>
              <a:chOff x="3774" y="2423"/>
              <a:chExt cx="189" cy="286"/>
            </a:xfrm>
          </p:grpSpPr>
          <p:sp>
            <p:nvSpPr>
              <p:cNvPr id="3200" name="Google Shape;3200;p24"/>
              <p:cNvSpPr txBox="1"/>
              <p:nvPr/>
            </p:nvSpPr>
            <p:spPr>
              <a:xfrm>
                <a:off x="3790" y="2610"/>
                <a:ext cx="153"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1" name="Google Shape;3201;p24"/>
              <p:cNvSpPr txBox="1"/>
              <p:nvPr/>
            </p:nvSpPr>
            <p:spPr>
              <a:xfrm>
                <a:off x="3774" y="2653"/>
                <a:ext cx="189"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2" name="Google Shape;3202;p24"/>
              <p:cNvSpPr txBox="1"/>
              <p:nvPr/>
            </p:nvSpPr>
            <p:spPr>
              <a:xfrm>
                <a:off x="3808" y="2564"/>
                <a:ext cx="119"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3" name="Google Shape;3203;p24"/>
              <p:cNvSpPr txBox="1"/>
              <p:nvPr/>
            </p:nvSpPr>
            <p:spPr>
              <a:xfrm>
                <a:off x="3818" y="2518"/>
                <a:ext cx="97"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4" name="Google Shape;3204;p24"/>
              <p:cNvSpPr txBox="1"/>
              <p:nvPr/>
            </p:nvSpPr>
            <p:spPr>
              <a:xfrm>
                <a:off x="3828" y="2472"/>
                <a:ext cx="74"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5" name="Google Shape;3205;p24"/>
              <p:cNvSpPr txBox="1"/>
              <p:nvPr/>
            </p:nvSpPr>
            <p:spPr>
              <a:xfrm>
                <a:off x="3839" y="2423"/>
                <a:ext cx="51"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06" name="Google Shape;3206;p24"/>
            <p:cNvGrpSpPr/>
            <p:nvPr/>
          </p:nvGrpSpPr>
          <p:grpSpPr>
            <a:xfrm>
              <a:off x="3420" y="3341"/>
              <a:ext cx="105" cy="46"/>
              <a:chOff x="3420" y="3341"/>
              <a:chExt cx="105" cy="46"/>
            </a:xfrm>
          </p:grpSpPr>
          <p:sp>
            <p:nvSpPr>
              <p:cNvPr id="3207" name="Google Shape;3207;p24"/>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8" name="Google Shape;3208;p24"/>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09" name="Google Shape;3209;p24"/>
            <p:cNvGrpSpPr/>
            <p:nvPr/>
          </p:nvGrpSpPr>
          <p:grpSpPr>
            <a:xfrm>
              <a:off x="3409" y="3398"/>
              <a:ext cx="135" cy="46"/>
              <a:chOff x="3420" y="3341"/>
              <a:chExt cx="105" cy="46"/>
            </a:xfrm>
          </p:grpSpPr>
          <p:sp>
            <p:nvSpPr>
              <p:cNvPr id="3210" name="Google Shape;3210;p24"/>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11" name="Google Shape;3211;p24"/>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12" name="Google Shape;3212;p24"/>
            <p:cNvGrpSpPr/>
            <p:nvPr/>
          </p:nvGrpSpPr>
          <p:grpSpPr>
            <a:xfrm>
              <a:off x="3392" y="3455"/>
              <a:ext cx="168" cy="46"/>
              <a:chOff x="3420" y="3341"/>
              <a:chExt cx="105" cy="46"/>
            </a:xfrm>
          </p:grpSpPr>
          <p:sp>
            <p:nvSpPr>
              <p:cNvPr id="3213" name="Google Shape;3213;p24"/>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14" name="Google Shape;3214;p24"/>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15" name="Google Shape;3215;p24"/>
            <p:cNvGrpSpPr/>
            <p:nvPr/>
          </p:nvGrpSpPr>
          <p:grpSpPr>
            <a:xfrm>
              <a:off x="3378" y="3512"/>
              <a:ext cx="203" cy="46"/>
              <a:chOff x="3420" y="3341"/>
              <a:chExt cx="105" cy="46"/>
            </a:xfrm>
          </p:grpSpPr>
          <p:sp>
            <p:nvSpPr>
              <p:cNvPr id="3216" name="Google Shape;3216;p24"/>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17" name="Google Shape;3217;p24"/>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3218" name="Google Shape;3218;p24"/>
            <p:cNvSpPr txBox="1"/>
            <p:nvPr/>
          </p:nvSpPr>
          <p:spPr>
            <a:xfrm>
              <a:off x="3363" y="3561"/>
              <a:ext cx="226" cy="33"/>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19" name="Google Shape;3219;p24"/>
            <p:cNvSpPr txBox="1"/>
            <p:nvPr/>
          </p:nvSpPr>
          <p:spPr>
            <a:xfrm>
              <a:off x="3382" y="3580"/>
              <a:ext cx="23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4" name="Shape 3224"/>
        <p:cNvGrpSpPr/>
        <p:nvPr/>
      </p:nvGrpSpPr>
      <p:grpSpPr>
        <a:xfrm>
          <a:off x="0" y="0"/>
          <a:ext cx="0" cy="0"/>
          <a:chOff x="0" y="0"/>
          <a:chExt cx="0" cy="0"/>
        </a:xfrm>
      </p:grpSpPr>
      <p:sp>
        <p:nvSpPr>
          <p:cNvPr id="3225" name="Google Shape;3225;p2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226" name="Google Shape;3226;p2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227" name="Google Shape;3227;p25"/>
          <p:cNvSpPr txBox="1"/>
          <p:nvPr>
            <p:ph type="title"/>
          </p:nvPr>
        </p:nvSpPr>
        <p:spPr>
          <a:xfrm>
            <a:off x="276225" y="187325"/>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Home networks</a:t>
            </a:r>
            <a:endParaRPr/>
          </a:p>
        </p:txBody>
      </p:sp>
      <p:sp>
        <p:nvSpPr>
          <p:cNvPr id="3228" name="Google Shape;3228;p25"/>
          <p:cNvSpPr txBox="1"/>
          <p:nvPr>
            <p:ph idx="1" type="body"/>
          </p:nvPr>
        </p:nvSpPr>
        <p:spPr>
          <a:xfrm>
            <a:off x="438150" y="1266825"/>
            <a:ext cx="7770812"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rgbClr val="FF0000"/>
                </a:solidFill>
                <a:latin typeface="Comic Sans MS"/>
                <a:ea typeface="Comic Sans MS"/>
                <a:cs typeface="Comic Sans MS"/>
                <a:sym typeface="Comic Sans MS"/>
              </a:rPr>
              <a:t>Typical home network components: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DSL or cable modem</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router/firewall/NAT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Ethernet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wireless access</a:t>
            </a:r>
            <a:endParaRPr/>
          </a:p>
          <a:p>
            <a:pPr indent="-342900" lvl="0" marL="342900" rtl="0" algn="l">
              <a:lnSpc>
                <a:spcPct val="100000"/>
              </a:lnSpc>
              <a:spcBef>
                <a:spcPts val="480"/>
              </a:spcBef>
              <a:spcAft>
                <a:spcPts val="0"/>
              </a:spcAft>
              <a:buSzPts val="2040"/>
              <a:buNone/>
            </a:pPr>
            <a:r>
              <a:rPr b="0" i="0" lang="en-US" sz="2400" u="none">
                <a:solidFill>
                  <a:schemeClr val="dk1"/>
                </a:solidFill>
                <a:latin typeface="Comic Sans MS"/>
                <a:ea typeface="Comic Sans MS"/>
                <a:cs typeface="Comic Sans MS"/>
                <a:sym typeface="Comic Sans MS"/>
              </a:rPr>
              <a:t>    point</a:t>
            </a:r>
            <a:endParaRPr/>
          </a:p>
        </p:txBody>
      </p:sp>
      <p:grpSp>
        <p:nvGrpSpPr>
          <p:cNvPr id="3229" name="Google Shape;3229;p25"/>
          <p:cNvGrpSpPr/>
          <p:nvPr/>
        </p:nvGrpSpPr>
        <p:grpSpPr>
          <a:xfrm>
            <a:off x="6753225" y="3371850"/>
            <a:ext cx="622300" cy="793750"/>
            <a:chOff x="3908" y="2375"/>
            <a:chExt cx="392" cy="500"/>
          </a:xfrm>
        </p:grpSpPr>
        <p:graphicFrame>
          <p:nvGraphicFramePr>
            <p:cNvPr id="3230" name="Google Shape;3230;p25"/>
            <p:cNvGraphicFramePr/>
            <p:nvPr/>
          </p:nvGraphicFramePr>
          <p:xfrm>
            <a:off x="3908" y="2375"/>
            <a:ext cx="366" cy="441"/>
          </p:xfrm>
          <a:graphic>
            <a:graphicData uri="http://schemas.openxmlformats.org/presentationml/2006/ole">
              <mc:AlternateContent>
                <mc:Choice Requires="v">
                  <p:oleObj r:id="rId4" imgH="441" imgW="366" progId="MS_ClipArt_Gallery.2" spid="_x0000_s1">
                    <p:embed/>
                  </p:oleObj>
                </mc:Choice>
                <mc:Fallback>
                  <p:oleObj r:id="rId5" imgH="441" imgW="366" progId="MS_ClipArt_Gallery.2">
                    <p:embed/>
                    <p:pic>
                      <p:nvPicPr>
                        <p:cNvPr id="3230" name="Google Shape;3230;p25"/>
                        <p:cNvPicPr preferRelativeResize="0"/>
                        <p:nvPr/>
                      </p:nvPicPr>
                      <p:blipFill rotWithShape="1">
                        <a:blip r:embed="rId6">
                          <a:alphaModFix/>
                        </a:blip>
                        <a:srcRect b="0" l="0" r="0" t="0"/>
                        <a:stretch/>
                      </p:blipFill>
                      <p:spPr>
                        <a:xfrm>
                          <a:off x="3908" y="2375"/>
                          <a:ext cx="366" cy="441"/>
                        </a:xfrm>
                        <a:prstGeom prst="rect">
                          <a:avLst/>
                        </a:prstGeom>
                        <a:noFill/>
                        <a:ln>
                          <a:noFill/>
                        </a:ln>
                      </p:spPr>
                    </p:pic>
                  </p:oleObj>
                </mc:Fallback>
              </mc:AlternateContent>
            </a:graphicData>
          </a:graphic>
        </p:graphicFrame>
        <p:graphicFrame>
          <p:nvGraphicFramePr>
            <p:cNvPr id="3231" name="Google Shape;3231;p25"/>
            <p:cNvGraphicFramePr/>
            <p:nvPr/>
          </p:nvGraphicFramePr>
          <p:xfrm>
            <a:off x="3966" y="2506"/>
            <a:ext cx="334" cy="369"/>
          </p:xfrm>
          <a:graphic>
            <a:graphicData uri="http://schemas.openxmlformats.org/presentationml/2006/ole">
              <mc:AlternateContent>
                <mc:Choice Requires="v">
                  <p:oleObj r:id="rId7" imgH="369" imgW="334" progId="MS_ClipArt_Gallery.2" spid="_x0000_s2">
                    <p:embed/>
                  </p:oleObj>
                </mc:Choice>
                <mc:Fallback>
                  <p:oleObj r:id="rId8" imgH="369" imgW="334" progId="MS_ClipArt_Gallery.2">
                    <p:embed/>
                    <p:pic>
                      <p:nvPicPr>
                        <p:cNvPr id="3231" name="Google Shape;3231;p25"/>
                        <p:cNvPicPr preferRelativeResize="0"/>
                        <p:nvPr/>
                      </p:nvPicPr>
                      <p:blipFill rotWithShape="1">
                        <a:blip r:embed="rId9">
                          <a:alphaModFix/>
                        </a:blip>
                        <a:srcRect b="0" l="0" r="0" t="0"/>
                        <a:stretch/>
                      </p:blipFill>
                      <p:spPr>
                        <a:xfrm>
                          <a:off x="3966" y="2506"/>
                          <a:ext cx="334" cy="369"/>
                        </a:xfrm>
                        <a:prstGeom prst="rect">
                          <a:avLst/>
                        </a:prstGeom>
                        <a:noFill/>
                        <a:ln>
                          <a:noFill/>
                        </a:ln>
                      </p:spPr>
                    </p:pic>
                  </p:oleObj>
                </mc:Fallback>
              </mc:AlternateContent>
            </a:graphicData>
          </a:graphic>
        </p:graphicFrame>
      </p:grpSp>
      <p:grpSp>
        <p:nvGrpSpPr>
          <p:cNvPr id="3232" name="Google Shape;3232;p25"/>
          <p:cNvGrpSpPr/>
          <p:nvPr/>
        </p:nvGrpSpPr>
        <p:grpSpPr>
          <a:xfrm>
            <a:off x="6800850" y="4330700"/>
            <a:ext cx="622300" cy="793750"/>
            <a:chOff x="2870" y="1518"/>
            <a:chExt cx="292" cy="320"/>
          </a:xfrm>
        </p:grpSpPr>
        <p:graphicFrame>
          <p:nvGraphicFramePr>
            <p:cNvPr id="3233" name="Google Shape;3233;p25"/>
            <p:cNvGraphicFramePr/>
            <p:nvPr/>
          </p:nvGraphicFramePr>
          <p:xfrm>
            <a:off x="2870" y="1518"/>
            <a:ext cx="272" cy="282"/>
          </p:xfrm>
          <a:graphic>
            <a:graphicData uri="http://schemas.openxmlformats.org/presentationml/2006/ole">
              <mc:AlternateContent>
                <mc:Choice Requires="v">
                  <p:oleObj r:id="rId10" imgH="282" imgW="272" progId="MS_ClipArt_Gallery.2" spid="_x0000_s3">
                    <p:embed/>
                  </p:oleObj>
                </mc:Choice>
                <mc:Fallback>
                  <p:oleObj r:id="rId11" imgH="282" imgW="272" progId="MS_ClipArt_Gallery.2">
                    <p:embed/>
                    <p:pic>
                      <p:nvPicPr>
                        <p:cNvPr id="3233" name="Google Shape;3233;p25"/>
                        <p:cNvPicPr preferRelativeResize="0"/>
                        <p:nvPr/>
                      </p:nvPicPr>
                      <p:blipFill rotWithShape="1">
                        <a:blip r:embed="rId12">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3234" name="Google Shape;3234;p25"/>
            <p:cNvGraphicFramePr/>
            <p:nvPr/>
          </p:nvGraphicFramePr>
          <p:xfrm>
            <a:off x="2913" y="1602"/>
            <a:ext cx="249" cy="236"/>
          </p:xfrm>
          <a:graphic>
            <a:graphicData uri="http://schemas.openxmlformats.org/presentationml/2006/ole">
              <mc:AlternateContent>
                <mc:Choice Requires="v">
                  <p:oleObj r:id="rId13" imgH="236" imgW="249" progId="MS_ClipArt_Gallery.2" spid="_x0000_s4">
                    <p:embed/>
                  </p:oleObj>
                </mc:Choice>
                <mc:Fallback>
                  <p:oleObj r:id="rId14" imgH="236" imgW="249" progId="MS_ClipArt_Gallery.2">
                    <p:embed/>
                    <p:pic>
                      <p:nvPicPr>
                        <p:cNvPr id="3234" name="Google Shape;3234;p25"/>
                        <p:cNvPicPr preferRelativeResize="0"/>
                        <p:nvPr/>
                      </p:nvPicPr>
                      <p:blipFill rotWithShape="1">
                        <a:blip r:embed="rId15">
                          <a:alphaModFix/>
                        </a:blip>
                        <a:srcRect b="0" l="0" r="0" t="0"/>
                        <a:stretch/>
                      </p:blipFill>
                      <p:spPr>
                        <a:xfrm>
                          <a:off x="2913" y="1602"/>
                          <a:ext cx="249" cy="236"/>
                        </a:xfrm>
                        <a:prstGeom prst="rect">
                          <a:avLst/>
                        </a:prstGeom>
                        <a:noFill/>
                        <a:ln>
                          <a:noFill/>
                        </a:ln>
                      </p:spPr>
                    </p:pic>
                  </p:oleObj>
                </mc:Fallback>
              </mc:AlternateContent>
            </a:graphicData>
          </a:graphic>
        </p:graphicFrame>
      </p:grpSp>
      <p:sp>
        <p:nvSpPr>
          <p:cNvPr id="3235" name="Google Shape;3235;p25"/>
          <p:cNvSpPr txBox="1"/>
          <p:nvPr/>
        </p:nvSpPr>
        <p:spPr>
          <a:xfrm>
            <a:off x="6478587" y="5133975"/>
            <a:ext cx="11477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wireless</a:t>
            </a:r>
            <a:endParaRPr/>
          </a:p>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access </a:t>
            </a:r>
            <a:endParaRPr/>
          </a:p>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point</a:t>
            </a:r>
            <a:endParaRPr/>
          </a:p>
        </p:txBody>
      </p:sp>
      <p:sp>
        <p:nvSpPr>
          <p:cNvPr id="3236" name="Google Shape;3236;p25"/>
          <p:cNvSpPr txBox="1"/>
          <p:nvPr/>
        </p:nvSpPr>
        <p:spPr>
          <a:xfrm>
            <a:off x="7570787" y="3981450"/>
            <a:ext cx="11477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wireless</a:t>
            </a:r>
            <a:endParaRPr/>
          </a:p>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laptops</a:t>
            </a:r>
            <a:endParaRPr/>
          </a:p>
        </p:txBody>
      </p:sp>
      <p:sp>
        <p:nvSpPr>
          <p:cNvPr id="3237" name="Google Shape;3237;p25"/>
          <p:cNvSpPr txBox="1"/>
          <p:nvPr/>
        </p:nvSpPr>
        <p:spPr>
          <a:xfrm>
            <a:off x="3613150" y="4498975"/>
            <a:ext cx="1089025" cy="7016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router/</a:t>
            </a:r>
            <a:endParaRPr/>
          </a:p>
          <a:p>
            <a:pPr indent="0" lvl="0" marL="0" marR="0" rtl="0" algn="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firewall</a:t>
            </a:r>
            <a:endParaRPr/>
          </a:p>
        </p:txBody>
      </p:sp>
      <p:sp>
        <p:nvSpPr>
          <p:cNvPr id="3238" name="Google Shape;3238;p25"/>
          <p:cNvSpPr/>
          <p:nvPr/>
        </p:nvSpPr>
        <p:spPr>
          <a:xfrm>
            <a:off x="4821237" y="4448175"/>
            <a:ext cx="776287" cy="677862"/>
          </a:xfrm>
          <a:custGeom>
            <a:rect b="b" l="l" r="r" t="t"/>
            <a:pathLst>
              <a:path extrusionOk="0" h="427" w="489">
                <a:moveTo>
                  <a:pt x="489" y="427"/>
                </a:moveTo>
                <a:lnTo>
                  <a:pt x="166" y="427"/>
                </a:lnTo>
                <a:lnTo>
                  <a:pt x="0" y="0"/>
                </a:lnTo>
              </a:path>
            </a:pathLst>
          </a:custGeom>
          <a:noFill/>
          <a:ln cap="flat" cmpd="sng" w="9525">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3239" name="Google Shape;3239;p25"/>
          <p:cNvGraphicFramePr/>
          <p:nvPr/>
        </p:nvGraphicFramePr>
        <p:xfrm>
          <a:off x="5526087" y="3222625"/>
          <a:ext cx="598487" cy="579437"/>
        </p:xfrm>
        <a:graphic>
          <a:graphicData uri="http://schemas.openxmlformats.org/presentationml/2006/ole">
            <mc:AlternateContent>
              <mc:Choice Requires="v">
                <p:oleObj r:id="rId16" imgH="579437" imgW="598487" progId="MS_ClipArt_Gallery.5" spid="_x0000_s5">
                  <p:embed/>
                </p:oleObj>
              </mc:Choice>
              <mc:Fallback>
                <p:oleObj r:id="rId17" imgH="579437" imgW="598487" progId="MS_ClipArt_Gallery.5">
                  <p:embed/>
                  <p:pic>
                    <p:nvPicPr>
                      <p:cNvPr id="3239" name="Google Shape;3239;p25"/>
                      <p:cNvPicPr preferRelativeResize="0"/>
                      <p:nvPr/>
                    </p:nvPicPr>
                    <p:blipFill rotWithShape="1">
                      <a:blip r:embed="rId18">
                        <a:alphaModFix/>
                      </a:blip>
                      <a:srcRect b="0" l="0" r="0" t="0"/>
                      <a:stretch/>
                    </p:blipFill>
                    <p:spPr>
                      <a:xfrm>
                        <a:off x="5526087" y="3222625"/>
                        <a:ext cx="598487" cy="579437"/>
                      </a:xfrm>
                      <a:prstGeom prst="rect">
                        <a:avLst/>
                      </a:prstGeom>
                      <a:noFill/>
                      <a:ln>
                        <a:noFill/>
                      </a:ln>
                    </p:spPr>
                  </p:pic>
                </p:oleObj>
              </mc:Fallback>
            </mc:AlternateContent>
          </a:graphicData>
        </a:graphic>
      </p:graphicFrame>
      <p:sp>
        <p:nvSpPr>
          <p:cNvPr id="3240" name="Google Shape;3240;p25"/>
          <p:cNvSpPr/>
          <p:nvPr/>
        </p:nvSpPr>
        <p:spPr>
          <a:xfrm flipH="1" rot="10800000">
            <a:off x="5021262" y="4238625"/>
            <a:ext cx="1244600" cy="98425"/>
          </a:xfrm>
          <a:custGeom>
            <a:rect b="b" l="l" r="r" t="t"/>
            <a:pathLst>
              <a:path extrusionOk="0" h="1" w="513">
                <a:moveTo>
                  <a:pt x="0" y="0"/>
                </a:moveTo>
                <a:lnTo>
                  <a:pt x="513" y="0"/>
                </a:lnTo>
              </a:path>
            </a:pathLst>
          </a:custGeom>
          <a:noFill/>
          <a:ln cap="flat" cmpd="sng" w="9525">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3241" name="Google Shape;3241;p25"/>
          <p:cNvGraphicFramePr/>
          <p:nvPr/>
        </p:nvGraphicFramePr>
        <p:xfrm>
          <a:off x="5553075" y="4951412"/>
          <a:ext cx="598487" cy="579437"/>
        </p:xfrm>
        <a:graphic>
          <a:graphicData uri="http://schemas.openxmlformats.org/presentationml/2006/ole">
            <mc:AlternateContent>
              <mc:Choice Requires="v">
                <p:oleObj r:id="rId19" imgH="579437" imgW="598487" progId="MS_ClipArt_Gallery.5" spid="_x0000_s6">
                  <p:embed/>
                </p:oleObj>
              </mc:Choice>
              <mc:Fallback>
                <p:oleObj r:id="rId20" imgH="579437" imgW="598487" progId="MS_ClipArt_Gallery.5">
                  <p:embed/>
                  <p:pic>
                    <p:nvPicPr>
                      <p:cNvPr id="3241" name="Google Shape;3241;p25"/>
                      <p:cNvPicPr preferRelativeResize="0"/>
                      <p:nvPr/>
                    </p:nvPicPr>
                    <p:blipFill rotWithShape="1">
                      <a:blip r:embed="rId18">
                        <a:alphaModFix/>
                      </a:blip>
                      <a:srcRect b="0" l="0" r="0" t="0"/>
                      <a:stretch/>
                    </p:blipFill>
                    <p:spPr>
                      <a:xfrm>
                        <a:off x="5553075" y="4951412"/>
                        <a:ext cx="598487" cy="579437"/>
                      </a:xfrm>
                      <a:prstGeom prst="rect">
                        <a:avLst/>
                      </a:prstGeom>
                      <a:noFill/>
                      <a:ln>
                        <a:noFill/>
                      </a:ln>
                    </p:spPr>
                  </p:pic>
                </p:oleObj>
              </mc:Fallback>
            </mc:AlternateContent>
          </a:graphicData>
        </a:graphic>
      </p:graphicFrame>
      <p:sp>
        <p:nvSpPr>
          <p:cNvPr id="3242" name="Google Shape;3242;p25"/>
          <p:cNvSpPr/>
          <p:nvPr/>
        </p:nvSpPr>
        <p:spPr>
          <a:xfrm>
            <a:off x="2435225" y="4232275"/>
            <a:ext cx="1033462" cy="207962"/>
          </a:xfrm>
          <a:custGeom>
            <a:rect b="b" l="l" r="r" t="t"/>
            <a:pathLst>
              <a:path extrusionOk="0" h="21600" w="21600">
                <a:moveTo>
                  <a:pt x="0" y="5152"/>
                </a:moveTo>
                <a:lnTo>
                  <a:pt x="2941" y="0"/>
                </a:lnTo>
                <a:lnTo>
                  <a:pt x="18625" y="0"/>
                </a:lnTo>
                <a:lnTo>
                  <a:pt x="21600" y="5152"/>
                </a:lnTo>
                <a:lnTo>
                  <a:pt x="21600" y="21600"/>
                </a:lnTo>
                <a:lnTo>
                  <a:pt x="0" y="21600"/>
                </a:lnTo>
                <a:lnTo>
                  <a:pt x="0" y="5152"/>
                </a:lnTo>
                <a:close/>
              </a:path>
              <a:path extrusionOk="0" h="21600" w="21600">
                <a:moveTo>
                  <a:pt x="0" y="5251"/>
                </a:moveTo>
                <a:lnTo>
                  <a:pt x="21600" y="5251"/>
                </a:lnTo>
                <a:moveTo>
                  <a:pt x="1961" y="11791"/>
                </a:moveTo>
                <a:lnTo>
                  <a:pt x="1961" y="14268"/>
                </a:lnTo>
                <a:lnTo>
                  <a:pt x="2806" y="14268"/>
                </a:lnTo>
                <a:lnTo>
                  <a:pt x="2806" y="11791"/>
                </a:lnTo>
                <a:lnTo>
                  <a:pt x="1961" y="11791"/>
                </a:lnTo>
                <a:close/>
              </a:path>
              <a:path extrusionOk="0" h="21600" w="21600">
                <a:moveTo>
                  <a:pt x="3685" y="11791"/>
                </a:moveTo>
                <a:lnTo>
                  <a:pt x="3685" y="14268"/>
                </a:lnTo>
                <a:lnTo>
                  <a:pt x="4530" y="14268"/>
                </a:lnTo>
                <a:lnTo>
                  <a:pt x="4530" y="11791"/>
                </a:lnTo>
                <a:lnTo>
                  <a:pt x="3685" y="11791"/>
                </a:lnTo>
                <a:close/>
              </a:path>
              <a:path extrusionOk="0" h="21600" w="21600">
                <a:moveTo>
                  <a:pt x="5408" y="11791"/>
                </a:moveTo>
                <a:lnTo>
                  <a:pt x="5408" y="14268"/>
                </a:lnTo>
                <a:lnTo>
                  <a:pt x="6254" y="14268"/>
                </a:lnTo>
                <a:lnTo>
                  <a:pt x="6254" y="11791"/>
                </a:lnTo>
                <a:lnTo>
                  <a:pt x="5408" y="11791"/>
                </a:lnTo>
                <a:close/>
              </a:path>
              <a:path extrusionOk="0" h="21600" w="21600">
                <a:moveTo>
                  <a:pt x="7132" y="11791"/>
                </a:moveTo>
                <a:lnTo>
                  <a:pt x="7132" y="14268"/>
                </a:lnTo>
                <a:lnTo>
                  <a:pt x="7977" y="14268"/>
                </a:lnTo>
                <a:lnTo>
                  <a:pt x="7977" y="11791"/>
                </a:lnTo>
                <a:lnTo>
                  <a:pt x="7132" y="11791"/>
                </a:lnTo>
                <a:close/>
              </a:path>
            </a:pathLst>
          </a:custGeom>
          <a:solidFill>
            <a:srgbClr val="C0C0C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43" name="Google Shape;3243;p25"/>
          <p:cNvSpPr/>
          <p:nvPr/>
        </p:nvSpPr>
        <p:spPr>
          <a:xfrm>
            <a:off x="3470275" y="4368800"/>
            <a:ext cx="814387" cy="1587"/>
          </a:xfrm>
          <a:custGeom>
            <a:rect b="b" l="l" r="r" t="t"/>
            <a:pathLst>
              <a:path extrusionOk="0" h="1" w="513">
                <a:moveTo>
                  <a:pt x="0" y="0"/>
                </a:moveTo>
                <a:lnTo>
                  <a:pt x="513" y="0"/>
                </a:lnTo>
              </a:path>
            </a:pathLst>
          </a:custGeom>
          <a:noFill/>
          <a:ln cap="flat" cmpd="sng" w="9525">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44" name="Google Shape;3244;p25"/>
          <p:cNvSpPr/>
          <p:nvPr/>
        </p:nvSpPr>
        <p:spPr>
          <a:xfrm flipH="1" rot="10800000">
            <a:off x="4765675" y="3592512"/>
            <a:ext cx="776287" cy="677862"/>
          </a:xfrm>
          <a:custGeom>
            <a:rect b="b" l="l" r="r" t="t"/>
            <a:pathLst>
              <a:path extrusionOk="0" h="427" w="489">
                <a:moveTo>
                  <a:pt x="489" y="427"/>
                </a:moveTo>
                <a:lnTo>
                  <a:pt x="166" y="427"/>
                </a:lnTo>
                <a:lnTo>
                  <a:pt x="0" y="0"/>
                </a:lnTo>
              </a:path>
            </a:pathLst>
          </a:custGeom>
          <a:noFill/>
          <a:ln cap="flat" cmpd="sng" w="9525">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245" name="Google Shape;3245;p25"/>
          <p:cNvCxnSpPr/>
          <p:nvPr/>
        </p:nvCxnSpPr>
        <p:spPr>
          <a:xfrm rot="10800000">
            <a:off x="6511925" y="4613275"/>
            <a:ext cx="123825" cy="582612"/>
          </a:xfrm>
          <a:prstGeom prst="straightConnector1">
            <a:avLst/>
          </a:prstGeom>
          <a:noFill/>
          <a:ln cap="flat" cmpd="sng" w="9525">
            <a:solidFill>
              <a:srgbClr val="FF0000"/>
            </a:solidFill>
            <a:prstDash val="solid"/>
            <a:miter lim="800000"/>
            <a:headEnd len="med" w="med" type="none"/>
            <a:tailEnd len="med" w="med" type="triangle"/>
          </a:ln>
        </p:spPr>
      </p:cxnSp>
      <p:sp>
        <p:nvSpPr>
          <p:cNvPr id="3246" name="Google Shape;3246;p25"/>
          <p:cNvSpPr txBox="1"/>
          <p:nvPr/>
        </p:nvSpPr>
        <p:spPr>
          <a:xfrm>
            <a:off x="2428875" y="4484687"/>
            <a:ext cx="1000125"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cable</a:t>
            </a:r>
            <a:endParaRPr/>
          </a:p>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modem</a:t>
            </a:r>
            <a:endParaRPr/>
          </a:p>
        </p:txBody>
      </p:sp>
      <p:cxnSp>
        <p:nvCxnSpPr>
          <p:cNvPr id="3247" name="Google Shape;3247;p25"/>
          <p:cNvCxnSpPr/>
          <p:nvPr/>
        </p:nvCxnSpPr>
        <p:spPr>
          <a:xfrm>
            <a:off x="1870075" y="4351337"/>
            <a:ext cx="566737" cy="0"/>
          </a:xfrm>
          <a:prstGeom prst="straightConnector1">
            <a:avLst/>
          </a:prstGeom>
          <a:noFill/>
          <a:ln cap="flat" cmpd="sng" w="9525">
            <a:solidFill>
              <a:schemeClr val="dk1"/>
            </a:solidFill>
            <a:prstDash val="solid"/>
            <a:miter lim="800000"/>
            <a:headEnd len="med" w="med" type="none"/>
            <a:tailEnd len="med" w="med" type="none"/>
          </a:ln>
        </p:spPr>
      </p:cxnSp>
      <p:sp>
        <p:nvSpPr>
          <p:cNvPr id="3248" name="Google Shape;3248;p25"/>
          <p:cNvSpPr txBox="1"/>
          <p:nvPr/>
        </p:nvSpPr>
        <p:spPr>
          <a:xfrm>
            <a:off x="1108075" y="4348162"/>
            <a:ext cx="1171575"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to/from</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cable</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headend</a:t>
            </a:r>
            <a:endParaRPr/>
          </a:p>
        </p:txBody>
      </p:sp>
      <p:grpSp>
        <p:nvGrpSpPr>
          <p:cNvPr id="3249" name="Google Shape;3249;p25"/>
          <p:cNvGrpSpPr/>
          <p:nvPr/>
        </p:nvGrpSpPr>
        <p:grpSpPr>
          <a:xfrm>
            <a:off x="4246562" y="4146550"/>
            <a:ext cx="766762" cy="433387"/>
            <a:chOff x="3600" y="219"/>
            <a:chExt cx="360" cy="175"/>
          </a:xfrm>
        </p:grpSpPr>
        <p:sp>
          <p:nvSpPr>
            <p:cNvPr id="3250" name="Google Shape;3250;p25"/>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251" name="Google Shape;3251;p25"/>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3252" name="Google Shape;3252;p25"/>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3253" name="Google Shape;3253;p25"/>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54" name="Google Shape;3254;p25"/>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255" name="Google Shape;3255;p25"/>
            <p:cNvGrpSpPr/>
            <p:nvPr/>
          </p:nvGrpSpPr>
          <p:grpSpPr>
            <a:xfrm>
              <a:off x="3686" y="244"/>
              <a:ext cx="177" cy="66"/>
              <a:chOff x="2848" y="848"/>
              <a:chExt cx="140" cy="98"/>
            </a:xfrm>
          </p:grpSpPr>
          <p:cxnSp>
            <p:nvCxnSpPr>
              <p:cNvPr id="3256" name="Google Shape;3256;p25"/>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257" name="Google Shape;3257;p25"/>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258" name="Google Shape;3258;p25"/>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3259" name="Google Shape;3259;p25"/>
            <p:cNvGrpSpPr/>
            <p:nvPr/>
          </p:nvGrpSpPr>
          <p:grpSpPr>
            <a:xfrm flipH="1" rot="10800000">
              <a:off x="3686" y="243"/>
              <a:ext cx="177" cy="66"/>
              <a:chOff x="2848" y="848"/>
              <a:chExt cx="140" cy="98"/>
            </a:xfrm>
          </p:grpSpPr>
          <p:cxnSp>
            <p:nvCxnSpPr>
              <p:cNvPr id="3260" name="Google Shape;3260;p25"/>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3261" name="Google Shape;3261;p25"/>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3262" name="Google Shape;3262;p25"/>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3263" name="Google Shape;3263;p25"/>
          <p:cNvSpPr txBox="1"/>
          <p:nvPr/>
        </p:nvSpPr>
        <p:spPr>
          <a:xfrm>
            <a:off x="4206875" y="5632450"/>
            <a:ext cx="12620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Ethernet</a:t>
            </a:r>
            <a:endParaRPr/>
          </a:p>
          <a:p>
            <a:pPr indent="0" lvl="0" marL="0" marR="0" rtl="0" algn="l">
              <a:lnSpc>
                <a:spcPct val="100000"/>
              </a:lnSpc>
              <a:spcBef>
                <a:spcPts val="0"/>
              </a:spcBef>
              <a:spcAft>
                <a:spcPts val="0"/>
              </a:spcAft>
              <a:buNone/>
            </a:pPr>
            <a:r>
              <a:t/>
            </a:r>
            <a:endParaRPr b="0" i="0" sz="2000" u="none">
              <a:solidFill>
                <a:srgbClr val="FF0000"/>
              </a:solidFill>
              <a:latin typeface="Comic Sans MS"/>
              <a:ea typeface="Comic Sans MS"/>
              <a:cs typeface="Comic Sans MS"/>
              <a:sym typeface="Comic Sans MS"/>
            </a:endParaRPr>
          </a:p>
        </p:txBody>
      </p:sp>
      <p:cxnSp>
        <p:nvCxnSpPr>
          <p:cNvPr id="3264" name="Google Shape;3264;p25"/>
          <p:cNvCxnSpPr/>
          <p:nvPr/>
        </p:nvCxnSpPr>
        <p:spPr>
          <a:xfrm flipH="1" rot="10800000">
            <a:off x="4862512" y="4875212"/>
            <a:ext cx="69850" cy="819150"/>
          </a:xfrm>
          <a:prstGeom prst="straightConnector1">
            <a:avLst/>
          </a:prstGeom>
          <a:noFill/>
          <a:ln cap="flat" cmpd="sng" w="9525">
            <a:solidFill>
              <a:srgbClr val="FF0000"/>
            </a:solidFill>
            <a:prstDash val="solid"/>
            <a:miter lim="800000"/>
            <a:headEnd len="med" w="med" type="none"/>
            <a:tailEnd len="med" w="med" type="triangle"/>
          </a:ln>
        </p:spPr>
      </p:cxnSp>
      <p:cxnSp>
        <p:nvCxnSpPr>
          <p:cNvPr id="3265" name="Google Shape;3265;p25"/>
          <p:cNvCxnSpPr/>
          <p:nvPr/>
        </p:nvCxnSpPr>
        <p:spPr>
          <a:xfrm flipH="1" rot="10800000">
            <a:off x="4875212" y="3586162"/>
            <a:ext cx="444500" cy="2093912"/>
          </a:xfrm>
          <a:prstGeom prst="straightConnector1">
            <a:avLst/>
          </a:prstGeom>
          <a:noFill/>
          <a:ln cap="flat" cmpd="sng" w="9525">
            <a:solidFill>
              <a:srgbClr val="FF0000"/>
            </a:solidFill>
            <a:prstDash val="solid"/>
            <a:miter lim="800000"/>
            <a:headEnd len="med" w="med" type="none"/>
            <a:tailEnd len="med" w="med" type="triangle"/>
          </a:ln>
        </p:spPr>
      </p:cxnSp>
      <p:cxnSp>
        <p:nvCxnSpPr>
          <p:cNvPr id="3266" name="Google Shape;3266;p25"/>
          <p:cNvCxnSpPr/>
          <p:nvPr/>
        </p:nvCxnSpPr>
        <p:spPr>
          <a:xfrm flipH="1" rot="10800000">
            <a:off x="4860925" y="5124450"/>
            <a:ext cx="347662" cy="528637"/>
          </a:xfrm>
          <a:prstGeom prst="straightConnector1">
            <a:avLst/>
          </a:prstGeom>
          <a:noFill/>
          <a:ln cap="flat" cmpd="sng" w="9525">
            <a:solidFill>
              <a:srgbClr val="FF0000"/>
            </a:solidFill>
            <a:prstDash val="solid"/>
            <a:miter lim="800000"/>
            <a:headEnd len="med" w="med" type="none"/>
            <a:tailEnd len="med" w="med" type="triangle"/>
          </a:ln>
        </p:spPr>
      </p:cxnSp>
      <p:grpSp>
        <p:nvGrpSpPr>
          <p:cNvPr id="3267" name="Google Shape;3267;p25"/>
          <p:cNvGrpSpPr/>
          <p:nvPr/>
        </p:nvGrpSpPr>
        <p:grpSpPr>
          <a:xfrm>
            <a:off x="5961062" y="3794125"/>
            <a:ext cx="681037" cy="820737"/>
            <a:chOff x="3221" y="3127"/>
            <a:chExt cx="429" cy="517"/>
          </a:xfrm>
        </p:grpSpPr>
        <p:sp>
          <p:nvSpPr>
            <p:cNvPr id="3268" name="Google Shape;3268;p25"/>
            <p:cNvSpPr/>
            <p:nvPr/>
          </p:nvSpPr>
          <p:spPr>
            <a:xfrm>
              <a:off x="3336" y="3156"/>
              <a:ext cx="77" cy="85"/>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69" name="Google Shape;3269;p25"/>
            <p:cNvSpPr/>
            <p:nvPr/>
          </p:nvSpPr>
          <p:spPr>
            <a:xfrm>
              <a:off x="3467" y="3153"/>
              <a:ext cx="52" cy="66"/>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0" name="Google Shape;3270;p25"/>
            <p:cNvSpPr/>
            <p:nvPr/>
          </p:nvSpPr>
          <p:spPr>
            <a:xfrm>
              <a:off x="3287" y="3138"/>
              <a:ext cx="126" cy="138"/>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1" name="Google Shape;3271;p25"/>
            <p:cNvSpPr/>
            <p:nvPr/>
          </p:nvSpPr>
          <p:spPr>
            <a:xfrm>
              <a:off x="3465" y="3134"/>
              <a:ext cx="110" cy="9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2" name="Google Shape;3272;p25"/>
            <p:cNvSpPr/>
            <p:nvPr/>
          </p:nvSpPr>
          <p:spPr>
            <a:xfrm>
              <a:off x="3240" y="3178"/>
              <a:ext cx="44" cy="85"/>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3" name="Google Shape;3273;p25"/>
            <p:cNvSpPr/>
            <p:nvPr/>
          </p:nvSpPr>
          <p:spPr>
            <a:xfrm>
              <a:off x="3554" y="3127"/>
              <a:ext cx="96" cy="114"/>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4" name="Google Shape;3274;p25"/>
            <p:cNvSpPr/>
            <p:nvPr/>
          </p:nvSpPr>
          <p:spPr>
            <a:xfrm>
              <a:off x="3448" y="3261"/>
              <a:ext cx="33" cy="68"/>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5" name="Google Shape;3275;p25"/>
            <p:cNvSpPr/>
            <p:nvPr/>
          </p:nvSpPr>
          <p:spPr>
            <a:xfrm>
              <a:off x="3434" y="3224"/>
              <a:ext cx="17" cy="35"/>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6" name="Google Shape;3276;p25"/>
            <p:cNvSpPr/>
            <p:nvPr/>
          </p:nvSpPr>
          <p:spPr>
            <a:xfrm>
              <a:off x="3420" y="3199"/>
              <a:ext cx="14" cy="20"/>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7" name="Google Shape;3277;p25"/>
            <p:cNvSpPr/>
            <p:nvPr/>
          </p:nvSpPr>
          <p:spPr>
            <a:xfrm>
              <a:off x="3409" y="3182"/>
              <a:ext cx="18" cy="13"/>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8" name="Google Shape;3278;p25"/>
            <p:cNvSpPr/>
            <p:nvPr/>
          </p:nvSpPr>
          <p:spPr>
            <a:xfrm>
              <a:off x="3315" y="3160"/>
              <a:ext cx="77" cy="86"/>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9" name="Google Shape;3279;p25"/>
            <p:cNvSpPr/>
            <p:nvPr/>
          </p:nvSpPr>
          <p:spPr>
            <a:xfrm>
              <a:off x="3446" y="3160"/>
              <a:ext cx="52" cy="66"/>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0" name="Google Shape;3280;p25"/>
            <p:cNvSpPr/>
            <p:nvPr/>
          </p:nvSpPr>
          <p:spPr>
            <a:xfrm>
              <a:off x="3266" y="3145"/>
              <a:ext cx="124" cy="138"/>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1" name="Google Shape;3281;p25"/>
            <p:cNvSpPr/>
            <p:nvPr/>
          </p:nvSpPr>
          <p:spPr>
            <a:xfrm>
              <a:off x="3441" y="3140"/>
              <a:ext cx="111" cy="9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2" name="Google Shape;3282;p25"/>
            <p:cNvSpPr/>
            <p:nvPr/>
          </p:nvSpPr>
          <p:spPr>
            <a:xfrm>
              <a:off x="3221" y="3191"/>
              <a:ext cx="45" cy="85"/>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3" name="Google Shape;3283;p25"/>
            <p:cNvSpPr/>
            <p:nvPr/>
          </p:nvSpPr>
          <p:spPr>
            <a:xfrm>
              <a:off x="3533" y="3134"/>
              <a:ext cx="96" cy="114"/>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284" name="Google Shape;3284;p25"/>
            <p:cNvGrpSpPr/>
            <p:nvPr/>
          </p:nvGrpSpPr>
          <p:grpSpPr>
            <a:xfrm>
              <a:off x="3334" y="3292"/>
              <a:ext cx="290" cy="352"/>
              <a:chOff x="3774" y="2423"/>
              <a:chExt cx="189" cy="286"/>
            </a:xfrm>
          </p:grpSpPr>
          <p:sp>
            <p:nvSpPr>
              <p:cNvPr id="3285" name="Google Shape;3285;p25"/>
              <p:cNvSpPr txBox="1"/>
              <p:nvPr/>
            </p:nvSpPr>
            <p:spPr>
              <a:xfrm>
                <a:off x="3790" y="2610"/>
                <a:ext cx="153"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6" name="Google Shape;3286;p25"/>
              <p:cNvSpPr txBox="1"/>
              <p:nvPr/>
            </p:nvSpPr>
            <p:spPr>
              <a:xfrm>
                <a:off x="3774" y="2653"/>
                <a:ext cx="189"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7" name="Google Shape;3287;p25"/>
              <p:cNvSpPr txBox="1"/>
              <p:nvPr/>
            </p:nvSpPr>
            <p:spPr>
              <a:xfrm>
                <a:off x="3808" y="2564"/>
                <a:ext cx="119"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8" name="Google Shape;3288;p25"/>
              <p:cNvSpPr txBox="1"/>
              <p:nvPr/>
            </p:nvSpPr>
            <p:spPr>
              <a:xfrm>
                <a:off x="3818" y="2518"/>
                <a:ext cx="97"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9" name="Google Shape;3289;p25"/>
              <p:cNvSpPr txBox="1"/>
              <p:nvPr/>
            </p:nvSpPr>
            <p:spPr>
              <a:xfrm>
                <a:off x="3828" y="2472"/>
                <a:ext cx="74"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90" name="Google Shape;3290;p25"/>
              <p:cNvSpPr txBox="1"/>
              <p:nvPr/>
            </p:nvSpPr>
            <p:spPr>
              <a:xfrm>
                <a:off x="3839" y="2423"/>
                <a:ext cx="51" cy="5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91" name="Google Shape;3291;p25"/>
            <p:cNvGrpSpPr/>
            <p:nvPr/>
          </p:nvGrpSpPr>
          <p:grpSpPr>
            <a:xfrm>
              <a:off x="3420" y="3341"/>
              <a:ext cx="105" cy="46"/>
              <a:chOff x="3420" y="3341"/>
              <a:chExt cx="105" cy="46"/>
            </a:xfrm>
          </p:grpSpPr>
          <p:sp>
            <p:nvSpPr>
              <p:cNvPr id="3292" name="Google Shape;3292;p25"/>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93" name="Google Shape;3293;p25"/>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94" name="Google Shape;3294;p25"/>
            <p:cNvGrpSpPr/>
            <p:nvPr/>
          </p:nvGrpSpPr>
          <p:grpSpPr>
            <a:xfrm>
              <a:off x="3409" y="3398"/>
              <a:ext cx="135" cy="46"/>
              <a:chOff x="3420" y="3341"/>
              <a:chExt cx="105" cy="46"/>
            </a:xfrm>
          </p:grpSpPr>
          <p:sp>
            <p:nvSpPr>
              <p:cNvPr id="3295" name="Google Shape;3295;p25"/>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96" name="Google Shape;3296;p25"/>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297" name="Google Shape;3297;p25"/>
            <p:cNvGrpSpPr/>
            <p:nvPr/>
          </p:nvGrpSpPr>
          <p:grpSpPr>
            <a:xfrm>
              <a:off x="3392" y="3455"/>
              <a:ext cx="168" cy="46"/>
              <a:chOff x="3420" y="3341"/>
              <a:chExt cx="105" cy="46"/>
            </a:xfrm>
          </p:grpSpPr>
          <p:sp>
            <p:nvSpPr>
              <p:cNvPr id="3298" name="Google Shape;3298;p25"/>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99" name="Google Shape;3299;p25"/>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300" name="Google Shape;3300;p25"/>
            <p:cNvGrpSpPr/>
            <p:nvPr/>
          </p:nvGrpSpPr>
          <p:grpSpPr>
            <a:xfrm>
              <a:off x="3378" y="3512"/>
              <a:ext cx="203" cy="46"/>
              <a:chOff x="3420" y="3341"/>
              <a:chExt cx="105" cy="46"/>
            </a:xfrm>
          </p:grpSpPr>
          <p:sp>
            <p:nvSpPr>
              <p:cNvPr id="3301" name="Google Shape;3301;p25"/>
              <p:cNvSpPr txBox="1"/>
              <p:nvPr/>
            </p:nvSpPr>
            <p:spPr>
              <a:xfrm>
                <a:off x="3438" y="3341"/>
                <a:ext cx="7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02" name="Google Shape;3302;p25"/>
              <p:cNvSpPr txBox="1"/>
              <p:nvPr/>
            </p:nvSpPr>
            <p:spPr>
              <a:xfrm>
                <a:off x="3420" y="3355"/>
                <a:ext cx="105"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3303" name="Google Shape;3303;p25"/>
            <p:cNvSpPr txBox="1"/>
            <p:nvPr/>
          </p:nvSpPr>
          <p:spPr>
            <a:xfrm>
              <a:off x="3363" y="3561"/>
              <a:ext cx="226" cy="33"/>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04" name="Google Shape;3304;p25"/>
            <p:cNvSpPr txBox="1"/>
            <p:nvPr/>
          </p:nvSpPr>
          <p:spPr>
            <a:xfrm>
              <a:off x="3382" y="3580"/>
              <a:ext cx="232" cy="32"/>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9" name="Shape 3309"/>
        <p:cNvGrpSpPr/>
        <p:nvPr/>
      </p:nvGrpSpPr>
      <p:grpSpPr>
        <a:xfrm>
          <a:off x="0" y="0"/>
          <a:ext cx="0" cy="0"/>
          <a:chOff x="0" y="0"/>
          <a:chExt cx="0" cy="0"/>
        </a:xfrm>
      </p:grpSpPr>
      <p:sp>
        <p:nvSpPr>
          <p:cNvPr id="3310" name="Google Shape;3310;p2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311" name="Google Shape;3311;p2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312" name="Google Shape;3312;p2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Physical Media</a:t>
            </a:r>
            <a:endParaRPr/>
          </a:p>
        </p:txBody>
      </p:sp>
      <p:sp>
        <p:nvSpPr>
          <p:cNvPr id="3313" name="Google Shape;3313;p26"/>
          <p:cNvSpPr txBox="1"/>
          <p:nvPr>
            <p:ph idx="1" type="body"/>
          </p:nvPr>
        </p:nvSpPr>
        <p:spPr>
          <a:xfrm>
            <a:off x="533400" y="1600200"/>
            <a:ext cx="4322762"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Bit: </a:t>
            </a:r>
            <a:r>
              <a:rPr b="0" i="0" lang="en-US" sz="2400" u="none">
                <a:solidFill>
                  <a:schemeClr val="dk1"/>
                </a:solidFill>
                <a:latin typeface="Comic Sans MS"/>
                <a:ea typeface="Comic Sans MS"/>
                <a:cs typeface="Comic Sans MS"/>
                <a:sym typeface="Comic Sans MS"/>
              </a:rPr>
              <a:t>propagates between</a:t>
            </a:r>
            <a:br>
              <a:rPr b="0" i="0" lang="en-US" sz="2400" u="none">
                <a:solidFill>
                  <a:schemeClr val="dk1"/>
                </a:solidFill>
                <a:latin typeface="Comic Sans MS"/>
                <a:ea typeface="Comic Sans MS"/>
                <a:cs typeface="Comic Sans MS"/>
                <a:sym typeface="Comic Sans MS"/>
              </a:rPr>
            </a:br>
            <a:r>
              <a:rPr b="0" i="0" lang="en-US" sz="2400" u="none">
                <a:solidFill>
                  <a:schemeClr val="dk1"/>
                </a:solidFill>
                <a:latin typeface="Comic Sans MS"/>
                <a:ea typeface="Comic Sans MS"/>
                <a:cs typeface="Comic Sans MS"/>
                <a:sym typeface="Comic Sans MS"/>
              </a:rPr>
              <a:t>transmitter/rcvr pairs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physical link:</a:t>
            </a:r>
            <a:r>
              <a:rPr b="0" i="0" lang="en-US" sz="2400" u="none">
                <a:solidFill>
                  <a:schemeClr val="dk1"/>
                </a:solidFill>
                <a:latin typeface="Comic Sans MS"/>
                <a:ea typeface="Comic Sans MS"/>
                <a:cs typeface="Comic Sans MS"/>
                <a:sym typeface="Comic Sans MS"/>
              </a:rPr>
              <a:t> what lies between transmitter &amp; receiver</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guided media:</a:t>
            </a:r>
            <a:r>
              <a:rPr b="0" i="0" lang="en-US" sz="2400" u="none">
                <a:solidFill>
                  <a:schemeClr val="dk1"/>
                </a:solidFill>
                <a:latin typeface="Comic Sans MS"/>
                <a:ea typeface="Comic Sans MS"/>
                <a:cs typeface="Comic Sans MS"/>
                <a:sym typeface="Comic Sans MS"/>
              </a:rPr>
              <a:t>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signals propagate in solid media: copper, fiber, coax</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unguided media:</a:t>
            </a:r>
            <a:r>
              <a:rPr b="0" i="0" lang="en-US" sz="2400" u="none">
                <a:solidFill>
                  <a:schemeClr val="dk1"/>
                </a:solidFill>
                <a:latin typeface="Comic Sans MS"/>
                <a:ea typeface="Comic Sans MS"/>
                <a:cs typeface="Comic Sans MS"/>
                <a:sym typeface="Comic Sans MS"/>
              </a:rPr>
              <a:t>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signals propagate freely, e.g., radio</a:t>
            </a:r>
            <a:endParaRPr/>
          </a:p>
        </p:txBody>
      </p:sp>
      <p:sp>
        <p:nvSpPr>
          <p:cNvPr id="3314" name="Google Shape;3314;p26"/>
          <p:cNvSpPr txBox="1"/>
          <p:nvPr>
            <p:ph idx="1" type="body"/>
          </p:nvPr>
        </p:nvSpPr>
        <p:spPr>
          <a:xfrm>
            <a:off x="5076825" y="1277937"/>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Twisted Pair (TP)</a:t>
            </a:r>
            <a:endParaRPr b="0" i="0" sz="24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two insulated copper wires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Category 3: traditional phone wires, 10 Mbps Ethernet</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Category 5: </a:t>
            </a:r>
            <a:br>
              <a:rPr b="0" i="0" lang="en-US" sz="2000" u="none">
                <a:solidFill>
                  <a:schemeClr val="dk1"/>
                </a:solidFill>
                <a:latin typeface="Comic Sans MS"/>
                <a:ea typeface="Comic Sans MS"/>
                <a:cs typeface="Comic Sans MS"/>
                <a:sym typeface="Comic Sans MS"/>
              </a:rPr>
            </a:br>
            <a:r>
              <a:rPr b="0" i="0" lang="en-US" sz="2000" u="none">
                <a:solidFill>
                  <a:schemeClr val="dk1"/>
                </a:solidFill>
                <a:latin typeface="Comic Sans MS"/>
                <a:ea typeface="Comic Sans MS"/>
                <a:cs typeface="Comic Sans MS"/>
                <a:sym typeface="Comic Sans MS"/>
              </a:rPr>
              <a:t>100Mbps Ethernet</a:t>
            </a:r>
            <a:endParaRPr/>
          </a:p>
        </p:txBody>
      </p:sp>
      <p:pic>
        <p:nvPicPr>
          <p:cNvPr id="3315" name="Google Shape;3315;p26"/>
          <p:cNvPicPr preferRelativeResize="0"/>
          <p:nvPr/>
        </p:nvPicPr>
        <p:blipFill rotWithShape="1">
          <a:blip r:embed="rId3">
            <a:alphaModFix/>
          </a:blip>
          <a:srcRect b="0" l="0" r="0" t="0"/>
          <a:stretch/>
        </p:blipFill>
        <p:spPr>
          <a:xfrm>
            <a:off x="6015037" y="4344987"/>
            <a:ext cx="2276475" cy="17033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0" name="Shape 3320"/>
        <p:cNvGrpSpPr/>
        <p:nvPr/>
      </p:nvGrpSpPr>
      <p:grpSpPr>
        <a:xfrm>
          <a:off x="0" y="0"/>
          <a:ext cx="0" cy="0"/>
          <a:chOff x="0" y="0"/>
          <a:chExt cx="0" cy="0"/>
        </a:xfrm>
      </p:grpSpPr>
      <p:sp>
        <p:nvSpPr>
          <p:cNvPr id="3321" name="Google Shape;3321;p2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322" name="Google Shape;3322;p2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323" name="Google Shape;3323;p27"/>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Physical Media: coax, fiber</a:t>
            </a:r>
            <a:endParaRPr/>
          </a:p>
        </p:txBody>
      </p:sp>
      <p:sp>
        <p:nvSpPr>
          <p:cNvPr id="3324" name="Google Shape;3324;p27"/>
          <p:cNvSpPr txBox="1"/>
          <p:nvPr>
            <p:ph idx="1" type="body"/>
          </p:nvPr>
        </p:nvSpPr>
        <p:spPr>
          <a:xfrm>
            <a:off x="533400" y="1371600"/>
            <a:ext cx="3962400" cy="43275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380"/>
              <a:buNone/>
            </a:pPr>
            <a:r>
              <a:rPr b="0" i="0" lang="en-US" sz="2800" u="none">
                <a:solidFill>
                  <a:srgbClr val="FF0000"/>
                </a:solidFill>
                <a:latin typeface="Comic Sans MS"/>
                <a:ea typeface="Comic Sans MS"/>
                <a:cs typeface="Comic Sans MS"/>
                <a:sym typeface="Comic Sans MS"/>
              </a:rPr>
              <a:t>Coaxial cable:</a:t>
            </a:r>
            <a:endParaRPr b="0" i="0" sz="2400" u="none">
              <a:solidFill>
                <a:schemeClr val="dk1"/>
              </a:solidFill>
              <a:latin typeface="Comic Sans MS"/>
              <a:ea typeface="Comic Sans MS"/>
              <a:cs typeface="Comic Sans MS"/>
              <a:sym typeface="Comic Sans MS"/>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two concentric copper conductors</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bidirectional</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baseband:</a:t>
            </a:r>
            <a:endParaRPr/>
          </a:p>
          <a:p>
            <a:pPr indent="-285750" lvl="1" marL="7429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single channel on cable</a:t>
            </a:r>
            <a:endParaRPr/>
          </a:p>
          <a:p>
            <a:pPr indent="-285750" lvl="1" marL="7429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legacy Ethernet</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broadband:</a:t>
            </a:r>
            <a:endParaRPr/>
          </a:p>
          <a:p>
            <a:pPr indent="-285750" lvl="1" marL="7429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 multiple channels on cable</a:t>
            </a:r>
            <a:endParaRPr/>
          </a:p>
          <a:p>
            <a:pPr indent="-285750" lvl="1" marL="7429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 HFC</a:t>
            </a:r>
            <a:endParaRPr/>
          </a:p>
        </p:txBody>
      </p:sp>
      <p:pic>
        <p:nvPicPr>
          <p:cNvPr descr="coax" id="3325" name="Google Shape;3325;p27"/>
          <p:cNvPicPr preferRelativeResize="0"/>
          <p:nvPr/>
        </p:nvPicPr>
        <p:blipFill rotWithShape="1">
          <a:blip r:embed="rId3">
            <a:alphaModFix/>
          </a:blip>
          <a:srcRect b="0" l="0" r="0" t="0"/>
          <a:stretch/>
        </p:blipFill>
        <p:spPr>
          <a:xfrm>
            <a:off x="1246187" y="5464175"/>
            <a:ext cx="2501900" cy="1085850"/>
          </a:xfrm>
          <a:prstGeom prst="rect">
            <a:avLst/>
          </a:prstGeom>
          <a:noFill/>
          <a:ln>
            <a:noFill/>
          </a:ln>
        </p:spPr>
      </p:pic>
      <p:sp>
        <p:nvSpPr>
          <p:cNvPr id="3326" name="Google Shape;3326;p27"/>
          <p:cNvSpPr txBox="1"/>
          <p:nvPr/>
        </p:nvSpPr>
        <p:spPr>
          <a:xfrm>
            <a:off x="4667250" y="1195387"/>
            <a:ext cx="4230687" cy="3438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800"/>
              <a:buFont typeface="Comic Sans MS"/>
              <a:buNone/>
            </a:pPr>
            <a:r>
              <a:rPr b="0" i="0" lang="en-US" sz="2800" u="none">
                <a:solidFill>
                  <a:srgbClr val="FF0000"/>
                </a:solidFill>
                <a:latin typeface="Comic Sans MS"/>
                <a:ea typeface="Comic Sans MS"/>
                <a:cs typeface="Comic Sans MS"/>
                <a:sym typeface="Comic Sans MS"/>
              </a:rPr>
              <a:t>Fiber optic cable:</a:t>
            </a:r>
            <a:endParaRPr b="0" i="0" sz="2400" u="none">
              <a:solidFill>
                <a:schemeClr val="dk1"/>
              </a:solidFill>
              <a:latin typeface="Comic Sans MS"/>
              <a:ea typeface="Comic Sans MS"/>
              <a:cs typeface="Comic Sans MS"/>
              <a:sym typeface="Comic Sans MS"/>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glass fiber carrying light pulses, each pulse a bit</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high-speed operation:</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high-speed point-to-point transmission (e.g., 10’s-100’s Gps)</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low error rate: repeaters spaced far apart ; immune to electromagnetic noise</a:t>
            </a:r>
            <a:endParaRPr/>
          </a:p>
        </p:txBody>
      </p:sp>
      <p:pic>
        <p:nvPicPr>
          <p:cNvPr descr="f-pict" id="3327" name="Google Shape;3327;p27"/>
          <p:cNvPicPr preferRelativeResize="0"/>
          <p:nvPr/>
        </p:nvPicPr>
        <p:blipFill rotWithShape="1">
          <a:blip r:embed="rId4">
            <a:alphaModFix/>
          </a:blip>
          <a:srcRect b="0" l="0" r="0" t="0"/>
          <a:stretch/>
        </p:blipFill>
        <p:spPr>
          <a:xfrm>
            <a:off x="5424487" y="4956175"/>
            <a:ext cx="2371725" cy="1460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2" name="Shape 3332"/>
        <p:cNvGrpSpPr/>
        <p:nvPr/>
      </p:nvGrpSpPr>
      <p:grpSpPr>
        <a:xfrm>
          <a:off x="0" y="0"/>
          <a:ext cx="0" cy="0"/>
          <a:chOff x="0" y="0"/>
          <a:chExt cx="0" cy="0"/>
        </a:xfrm>
      </p:grpSpPr>
      <p:sp>
        <p:nvSpPr>
          <p:cNvPr id="3333" name="Google Shape;3333;p2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334" name="Google Shape;3334;p2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335" name="Google Shape;3335;p28"/>
          <p:cNvSpPr txBox="1"/>
          <p:nvPr>
            <p:ph type="title"/>
          </p:nvPr>
        </p:nvSpPr>
        <p:spPr>
          <a:xfrm>
            <a:off x="304800" y="228600"/>
            <a:ext cx="8382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Physical media: radio</a:t>
            </a:r>
            <a:endParaRPr/>
          </a:p>
        </p:txBody>
      </p:sp>
      <p:sp>
        <p:nvSpPr>
          <p:cNvPr id="3336" name="Google Shape;3336;p28"/>
          <p:cNvSpPr txBox="1"/>
          <p:nvPr>
            <p:ph idx="1" type="body"/>
          </p:nvPr>
        </p:nvSpPr>
        <p:spPr>
          <a:xfrm>
            <a:off x="533400" y="1371600"/>
            <a:ext cx="39624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signal carried in electromagnetic spectrum</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no physical “wire”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bidirectional</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propagation environment effects: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reflection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obstruction by objects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interference</a:t>
            </a:r>
            <a:endParaRPr/>
          </a:p>
        </p:txBody>
      </p:sp>
      <p:sp>
        <p:nvSpPr>
          <p:cNvPr id="3337" name="Google Shape;3337;p28"/>
          <p:cNvSpPr txBox="1"/>
          <p:nvPr/>
        </p:nvSpPr>
        <p:spPr>
          <a:xfrm>
            <a:off x="4686300" y="1238250"/>
            <a:ext cx="4457700" cy="3438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800"/>
              <a:buFont typeface="Comic Sans MS"/>
              <a:buNone/>
            </a:pPr>
            <a:r>
              <a:rPr b="0" i="0" lang="en-US" sz="2800" u="none">
                <a:solidFill>
                  <a:srgbClr val="FF0000"/>
                </a:solidFill>
                <a:latin typeface="Comic Sans MS"/>
                <a:ea typeface="Comic Sans MS"/>
                <a:cs typeface="Comic Sans MS"/>
                <a:sym typeface="Comic Sans MS"/>
              </a:rPr>
              <a:t>Radio link types:</a:t>
            </a:r>
            <a:endParaRPr b="0" i="0" sz="2400" u="none">
              <a:solidFill>
                <a:schemeClr val="dk1"/>
              </a:solidFill>
              <a:latin typeface="Comic Sans MS"/>
              <a:ea typeface="Comic Sans MS"/>
              <a:cs typeface="Comic Sans MS"/>
              <a:sym typeface="Comic Sans MS"/>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terrestrial  microwave</a:t>
            </a:r>
            <a:endParaRPr b="0" i="0" sz="2400" u="none">
              <a:solidFill>
                <a:schemeClr val="dk1"/>
              </a:solidFill>
              <a:latin typeface="Comic Sans MS"/>
              <a:ea typeface="Comic Sans MS"/>
              <a:cs typeface="Comic Sans MS"/>
              <a:sym typeface="Comic Sans MS"/>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e.g. up to 45 Mbps channels</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LAN</a:t>
            </a:r>
            <a:r>
              <a:rPr b="0" i="0" lang="en-US" sz="2400" u="none">
                <a:solidFill>
                  <a:schemeClr val="dk1"/>
                </a:solidFill>
                <a:latin typeface="Comic Sans MS"/>
                <a:ea typeface="Comic Sans MS"/>
                <a:cs typeface="Comic Sans MS"/>
                <a:sym typeface="Comic Sans MS"/>
              </a:rPr>
              <a:t> (e.g., Wifi)</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11Mbps, 54 Mbps</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wide-area</a:t>
            </a:r>
            <a:r>
              <a:rPr b="0" i="0" lang="en-US" sz="2400" u="none">
                <a:solidFill>
                  <a:schemeClr val="dk1"/>
                </a:solidFill>
                <a:latin typeface="Comic Sans MS"/>
                <a:ea typeface="Comic Sans MS"/>
                <a:cs typeface="Comic Sans MS"/>
                <a:sym typeface="Comic Sans MS"/>
              </a:rPr>
              <a:t> (e.g., cellular)</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3G cellular: ~ 1 Mbps</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satellite</a:t>
            </a:r>
            <a:endParaRPr b="0" i="0" sz="2400" u="none">
              <a:solidFill>
                <a:schemeClr val="dk1"/>
              </a:solidFill>
              <a:latin typeface="Comic Sans MS"/>
              <a:ea typeface="Comic Sans MS"/>
              <a:cs typeface="Comic Sans MS"/>
              <a:sym typeface="Comic Sans MS"/>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Kbps to 45Mbps channel (or multiple smaller channels)</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270 msec end-end delay</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geosynchronous versus low altitude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2" name="Shape 3342"/>
        <p:cNvGrpSpPr/>
        <p:nvPr/>
      </p:nvGrpSpPr>
      <p:grpSpPr>
        <a:xfrm>
          <a:off x="0" y="0"/>
          <a:ext cx="0" cy="0"/>
          <a:chOff x="0" y="0"/>
          <a:chExt cx="0" cy="0"/>
        </a:xfrm>
      </p:grpSpPr>
      <p:sp>
        <p:nvSpPr>
          <p:cNvPr id="3343" name="Google Shape;3343;p2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344" name="Google Shape;3344;p2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345" name="Google Shape;3345;p29"/>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3346" name="Google Shape;3346;p29"/>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chemeClr val="accent2"/>
                </a:solidFill>
                <a:latin typeface="Comic Sans MS"/>
                <a:ea typeface="Comic Sans MS"/>
                <a:cs typeface="Comic Sans MS"/>
                <a:sym typeface="Comic Sans MS"/>
              </a:rPr>
              <a:t>1.1 </a:t>
            </a:r>
            <a:r>
              <a:rPr b="0" i="0" lang="en-US" sz="2400" u="none">
                <a:solidFill>
                  <a:schemeClr val="dk1"/>
                </a:solidFill>
                <a:latin typeface="Comic Sans MS"/>
                <a:ea typeface="Comic Sans MS"/>
                <a:cs typeface="Comic Sans MS"/>
                <a:sym typeface="Comic Sans MS"/>
              </a:rPr>
              <a:t>What </a:t>
            </a:r>
            <a:r>
              <a:rPr b="0" i="1" lang="en-US" sz="2400" u="none">
                <a:solidFill>
                  <a:schemeClr val="dk1"/>
                </a:solidFill>
                <a:latin typeface="Comic Sans MS"/>
                <a:ea typeface="Comic Sans MS"/>
                <a:cs typeface="Comic Sans MS"/>
                <a:sym typeface="Comic Sans MS"/>
              </a:rPr>
              <a:t>is</a:t>
            </a:r>
            <a:r>
              <a:rPr b="0" i="0" lang="en-US" sz="2400" u="none">
                <a:solidFill>
                  <a:schemeClr val="dk1"/>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1.2</a:t>
            </a:r>
            <a:r>
              <a:rPr b="0" i="0" lang="en-US" sz="2400" u="none">
                <a:solidFill>
                  <a:schemeClr val="dk1"/>
                </a:solidFill>
                <a:latin typeface="Comic Sans MS"/>
                <a:ea typeface="Comic Sans MS"/>
                <a:cs typeface="Comic Sans MS"/>
                <a:sym typeface="Comic Sans MS"/>
              </a:rPr>
              <a:t> Network edge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rgbClr val="FF3300"/>
                </a:solidFill>
                <a:latin typeface="Comic Sans MS"/>
                <a:ea typeface="Comic Sans MS"/>
                <a:cs typeface="Comic Sans MS"/>
                <a:sym typeface="Comic Sans MS"/>
              </a:rPr>
              <a:t>1.3 Network core</a:t>
            </a:r>
            <a:endParaRPr/>
          </a:p>
          <a:p>
            <a:pPr indent="-228600" lvl="2" marL="1143000" rtl="0" algn="l">
              <a:lnSpc>
                <a:spcPct val="100000"/>
              </a:lnSpc>
              <a:spcBef>
                <a:spcPts val="400"/>
              </a:spcBef>
              <a:spcAft>
                <a:spcPts val="0"/>
              </a:spcAft>
              <a:buClr>
                <a:srgbClr val="FF3300"/>
              </a:buClr>
              <a:buSzPts val="1800"/>
              <a:buFont typeface="Noto Sans Symbols"/>
              <a:buChar char="❑"/>
            </a:pPr>
            <a:r>
              <a:rPr b="0" i="0" lang="en-US" sz="2000" u="none">
                <a:solidFill>
                  <a:srgbClr val="FF3300"/>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1.4</a:t>
            </a:r>
            <a:r>
              <a:rPr b="0" i="0" lang="en-US" sz="2400" u="none">
                <a:solidFill>
                  <a:schemeClr val="dk1"/>
                </a:solidFill>
                <a:latin typeface="Comic Sans MS"/>
                <a:ea typeface="Comic Sans MS"/>
                <a:cs typeface="Comic Sans MS"/>
                <a:sym typeface="Comic Sans MS"/>
              </a:rPr>
              <a:t> 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1.5</a:t>
            </a:r>
            <a:r>
              <a:rPr b="0" i="0" lang="en-US" sz="2400" u="none">
                <a:solidFill>
                  <a:schemeClr val="dk1"/>
                </a:solidFill>
                <a:latin typeface="Comic Sans MS"/>
                <a:ea typeface="Comic Sans MS"/>
                <a:cs typeface="Comic Sans MS"/>
                <a:sym typeface="Comic Sans MS"/>
              </a:rPr>
              <a:t> Protocol layers, service models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1.6</a:t>
            </a:r>
            <a:r>
              <a:rPr b="0" i="0" lang="en-US" sz="2400" u="none">
                <a:solidFill>
                  <a:schemeClr val="dk1"/>
                </a:solidFill>
                <a:latin typeface="Comic Sans MS"/>
                <a:ea typeface="Comic Sans MS"/>
                <a:cs typeface="Comic Sans MS"/>
                <a:sym typeface="Comic Sans MS"/>
              </a:rPr>
              <a:t> Networks under attack: security</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1.7</a:t>
            </a:r>
            <a:r>
              <a:rPr b="0" i="0" lang="en-US" sz="2400" u="none">
                <a:solidFill>
                  <a:schemeClr val="dk1"/>
                </a:solidFill>
                <a:latin typeface="Comic Sans MS"/>
                <a:ea typeface="Comic Sans MS"/>
                <a:cs typeface="Comic Sans MS"/>
                <a:sym typeface="Comic Sans MS"/>
              </a:rPr>
              <a:t> 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1" name="Shape 3351"/>
        <p:cNvGrpSpPr/>
        <p:nvPr/>
      </p:nvGrpSpPr>
      <p:grpSpPr>
        <a:xfrm>
          <a:off x="0" y="0"/>
          <a:ext cx="0" cy="0"/>
          <a:chOff x="0" y="0"/>
          <a:chExt cx="0" cy="0"/>
        </a:xfrm>
      </p:grpSpPr>
      <p:sp>
        <p:nvSpPr>
          <p:cNvPr id="3352" name="Google Shape;3352;p3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353" name="Google Shape;3353;p3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354" name="Google Shape;3354;p3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The Network Core</a:t>
            </a:r>
            <a:endParaRPr/>
          </a:p>
        </p:txBody>
      </p:sp>
      <p:sp>
        <p:nvSpPr>
          <p:cNvPr id="3355" name="Google Shape;3355;p30"/>
          <p:cNvSpPr txBox="1"/>
          <p:nvPr>
            <p:ph idx="1" type="body"/>
          </p:nvPr>
        </p:nvSpPr>
        <p:spPr>
          <a:xfrm>
            <a:off x="533400" y="1600200"/>
            <a:ext cx="4191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mesh of interconnected routers</a:t>
            </a:r>
            <a:endParaRPr/>
          </a:p>
          <a:p>
            <a:pPr indent="-342900" lvl="0" marL="342900" rtl="0" algn="l">
              <a:lnSpc>
                <a:spcPct val="100000"/>
              </a:lnSpc>
              <a:spcBef>
                <a:spcPts val="480"/>
              </a:spcBef>
              <a:spcAft>
                <a:spcPts val="0"/>
              </a:spcAft>
              <a:buClr>
                <a:schemeClr val="accent2"/>
              </a:buClr>
              <a:buSzPts val="2040"/>
              <a:buFont typeface="Noto Sans Symbols"/>
              <a:buChar char="❑"/>
            </a:pPr>
            <a:r>
              <a:rPr b="0" i="1" lang="en-US" sz="2400" u="sng">
                <a:solidFill>
                  <a:srgbClr val="FF0000"/>
                </a:solidFill>
                <a:latin typeface="Comic Sans MS"/>
                <a:ea typeface="Comic Sans MS"/>
                <a:cs typeface="Comic Sans MS"/>
                <a:sym typeface="Comic Sans MS"/>
              </a:rPr>
              <a:t>the</a:t>
            </a:r>
            <a:r>
              <a:rPr b="0" i="0" lang="en-US" sz="2400" u="none">
                <a:solidFill>
                  <a:srgbClr val="FF0000"/>
                </a:solidFill>
                <a:latin typeface="Comic Sans MS"/>
                <a:ea typeface="Comic Sans MS"/>
                <a:cs typeface="Comic Sans MS"/>
                <a:sym typeface="Comic Sans MS"/>
              </a:rPr>
              <a:t> fundamental question:</a:t>
            </a:r>
            <a:r>
              <a:rPr b="0" i="0" lang="en-US" sz="2400" u="none">
                <a:solidFill>
                  <a:schemeClr val="dk1"/>
                </a:solidFill>
                <a:latin typeface="Comic Sans MS"/>
                <a:ea typeface="Comic Sans MS"/>
                <a:cs typeface="Comic Sans MS"/>
                <a:sym typeface="Comic Sans MS"/>
              </a:rPr>
              <a:t> how is data transferred through net?</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rgbClr val="FF0000"/>
                </a:solidFill>
                <a:latin typeface="Comic Sans MS"/>
                <a:ea typeface="Comic Sans MS"/>
                <a:cs typeface="Comic Sans MS"/>
                <a:sym typeface="Comic Sans MS"/>
              </a:rPr>
              <a:t>circuit switching:</a:t>
            </a:r>
            <a:r>
              <a:rPr b="0" i="0" lang="en-US" sz="2400" u="none">
                <a:solidFill>
                  <a:schemeClr val="dk1"/>
                </a:solidFill>
                <a:latin typeface="Comic Sans MS"/>
                <a:ea typeface="Comic Sans MS"/>
                <a:cs typeface="Comic Sans MS"/>
                <a:sym typeface="Comic Sans MS"/>
              </a:rPr>
              <a:t> dedicated circuit per call: telephone net</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rgbClr val="FF0000"/>
                </a:solidFill>
                <a:latin typeface="Comic Sans MS"/>
                <a:ea typeface="Comic Sans MS"/>
                <a:cs typeface="Comic Sans MS"/>
                <a:sym typeface="Comic Sans MS"/>
              </a:rPr>
              <a:t>packet-switching:</a:t>
            </a:r>
            <a:r>
              <a:rPr b="0" i="0" lang="en-US" sz="2400" u="none">
                <a:solidFill>
                  <a:schemeClr val="dk1"/>
                </a:solidFill>
                <a:latin typeface="Comic Sans MS"/>
                <a:ea typeface="Comic Sans MS"/>
                <a:cs typeface="Comic Sans MS"/>
                <a:sym typeface="Comic Sans MS"/>
              </a:rPr>
              <a:t> data sent thru net in discrete “chunks”</a:t>
            </a:r>
            <a:endParaRPr/>
          </a:p>
        </p:txBody>
      </p:sp>
      <p:sp>
        <p:nvSpPr>
          <p:cNvPr id="3356" name="Google Shape;3356;p30"/>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57" name="Google Shape;3357;p30"/>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58" name="Google Shape;3358;p30"/>
          <p:cNvSpPr/>
          <p:nvPr/>
        </p:nvSpPr>
        <p:spPr>
          <a:xfrm>
            <a:off x="6710362" y="3457575"/>
            <a:ext cx="1314450" cy="674687"/>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59" name="Google Shape;3359;p30"/>
          <p:cNvSpPr/>
          <p:nvPr/>
        </p:nvSpPr>
        <p:spPr>
          <a:xfrm>
            <a:off x="6729412" y="1931987"/>
            <a:ext cx="1730375" cy="1044575"/>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DDDDDD"/>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60" name="Google Shape;3360;p30"/>
          <p:cNvSpPr/>
          <p:nvPr/>
        </p:nvSpPr>
        <p:spPr>
          <a:xfrm>
            <a:off x="4989512" y="1639887"/>
            <a:ext cx="1644650" cy="1071562"/>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361" name="Google Shape;3361;p30"/>
          <p:cNvGrpSpPr/>
          <p:nvPr/>
        </p:nvGrpSpPr>
        <p:grpSpPr>
          <a:xfrm>
            <a:off x="5076825" y="2974975"/>
            <a:ext cx="1458912" cy="933450"/>
            <a:chOff x="2889" y="1631"/>
            <a:chExt cx="980" cy="743"/>
          </a:xfrm>
        </p:grpSpPr>
        <p:sp>
          <p:nvSpPr>
            <p:cNvPr id="3362" name="Google Shape;3362;p30"/>
            <p:cNvSpPr txBox="1"/>
            <p:nvPr/>
          </p:nvSpPr>
          <p:spPr>
            <a:xfrm>
              <a:off x="3046" y="1841"/>
              <a:ext cx="663" cy="53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63" name="Google Shape;3363;p30"/>
            <p:cNvSpPr/>
            <p:nvPr/>
          </p:nvSpPr>
          <p:spPr>
            <a:xfrm>
              <a:off x="2889" y="1631"/>
              <a:ext cx="980" cy="253"/>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364" name="Google Shape;3364;p30"/>
          <p:cNvGrpSpPr/>
          <p:nvPr/>
        </p:nvGrpSpPr>
        <p:grpSpPr>
          <a:xfrm>
            <a:off x="5775696" y="1828283"/>
            <a:ext cx="342157" cy="535504"/>
            <a:chOff x="3789" y="1034"/>
            <a:chExt cx="879" cy="1246"/>
          </a:xfrm>
        </p:grpSpPr>
        <p:cxnSp>
          <p:nvCxnSpPr>
            <p:cNvPr id="3365" name="Google Shape;3365;p30"/>
            <p:cNvCxnSpPr/>
            <p:nvPr/>
          </p:nvCxnSpPr>
          <p:spPr>
            <a:xfrm flipH="1">
              <a:off x="3992" y="1481"/>
              <a:ext cx="235" cy="724"/>
            </a:xfrm>
            <a:prstGeom prst="straightConnector1">
              <a:avLst/>
            </a:prstGeom>
            <a:noFill/>
            <a:ln cap="flat" cmpd="sng" w="9525">
              <a:solidFill>
                <a:schemeClr val="lt2"/>
              </a:solidFill>
              <a:prstDash val="solid"/>
              <a:miter lim="800000"/>
              <a:headEnd len="med" w="med" type="none"/>
              <a:tailEnd len="med" w="med" type="none"/>
            </a:ln>
          </p:spPr>
        </p:cxnSp>
        <p:cxnSp>
          <p:nvCxnSpPr>
            <p:cNvPr id="3366" name="Google Shape;3366;p30"/>
            <p:cNvCxnSpPr/>
            <p:nvPr/>
          </p:nvCxnSpPr>
          <p:spPr>
            <a:xfrm>
              <a:off x="4227" y="1481"/>
              <a:ext cx="236" cy="720"/>
            </a:xfrm>
            <a:prstGeom prst="straightConnector1">
              <a:avLst/>
            </a:prstGeom>
            <a:noFill/>
            <a:ln cap="flat" cmpd="sng" w="9525">
              <a:solidFill>
                <a:schemeClr val="lt2"/>
              </a:solidFill>
              <a:prstDash val="solid"/>
              <a:miter lim="800000"/>
              <a:headEnd len="med" w="med" type="none"/>
              <a:tailEnd len="med" w="med" type="none"/>
            </a:ln>
          </p:spPr>
        </p:cxnSp>
        <p:cxnSp>
          <p:nvCxnSpPr>
            <p:cNvPr id="3367" name="Google Shape;3367;p30"/>
            <p:cNvCxnSpPr/>
            <p:nvPr/>
          </p:nvCxnSpPr>
          <p:spPr>
            <a:xfrm>
              <a:off x="3992" y="2201"/>
              <a:ext cx="235" cy="79"/>
            </a:xfrm>
            <a:prstGeom prst="straightConnector1">
              <a:avLst/>
            </a:prstGeom>
            <a:noFill/>
            <a:ln cap="flat" cmpd="sng" w="9525">
              <a:solidFill>
                <a:schemeClr val="lt2"/>
              </a:solidFill>
              <a:prstDash val="solid"/>
              <a:miter lim="800000"/>
              <a:headEnd len="med" w="med" type="none"/>
              <a:tailEnd len="med" w="med" type="none"/>
            </a:ln>
          </p:spPr>
        </p:cxnSp>
        <p:cxnSp>
          <p:nvCxnSpPr>
            <p:cNvPr id="3368" name="Google Shape;3368;p30"/>
            <p:cNvCxnSpPr/>
            <p:nvPr/>
          </p:nvCxnSpPr>
          <p:spPr>
            <a:xfrm flipH="1">
              <a:off x="4227" y="2201"/>
              <a:ext cx="236" cy="79"/>
            </a:xfrm>
            <a:prstGeom prst="straightConnector1">
              <a:avLst/>
            </a:prstGeom>
            <a:noFill/>
            <a:ln cap="flat" cmpd="sng" w="9525">
              <a:solidFill>
                <a:schemeClr val="lt2"/>
              </a:solidFill>
              <a:prstDash val="solid"/>
              <a:miter lim="800000"/>
              <a:headEnd len="med" w="med" type="none"/>
              <a:tailEnd len="med" w="med" type="none"/>
            </a:ln>
          </p:spPr>
        </p:cxnSp>
        <p:cxnSp>
          <p:nvCxnSpPr>
            <p:cNvPr id="3369" name="Google Shape;3369;p30"/>
            <p:cNvCxnSpPr/>
            <p:nvPr/>
          </p:nvCxnSpPr>
          <p:spPr>
            <a:xfrm>
              <a:off x="4227" y="1497"/>
              <a:ext cx="0" cy="783"/>
            </a:xfrm>
            <a:prstGeom prst="straightConnector1">
              <a:avLst/>
            </a:prstGeom>
            <a:noFill/>
            <a:ln cap="flat" cmpd="sng" w="9525">
              <a:solidFill>
                <a:schemeClr val="lt2"/>
              </a:solidFill>
              <a:prstDash val="solid"/>
              <a:miter lim="800000"/>
              <a:headEnd len="med" w="med" type="none"/>
              <a:tailEnd len="med" w="med" type="none"/>
            </a:ln>
          </p:spPr>
        </p:cxnSp>
        <p:cxnSp>
          <p:nvCxnSpPr>
            <p:cNvPr id="3370" name="Google Shape;3370;p30"/>
            <p:cNvCxnSpPr/>
            <p:nvPr/>
          </p:nvCxnSpPr>
          <p:spPr>
            <a:xfrm flipH="1" rot="10800000">
              <a:off x="3992" y="2127"/>
              <a:ext cx="235" cy="78"/>
            </a:xfrm>
            <a:prstGeom prst="straightConnector1">
              <a:avLst/>
            </a:prstGeom>
            <a:noFill/>
            <a:ln cap="flat" cmpd="sng" w="9525">
              <a:solidFill>
                <a:schemeClr val="lt2"/>
              </a:solidFill>
              <a:prstDash val="solid"/>
              <a:miter lim="800000"/>
              <a:headEnd len="med" w="med" type="none"/>
              <a:tailEnd len="med" w="med" type="none"/>
            </a:ln>
          </p:spPr>
        </p:cxnSp>
        <p:cxnSp>
          <p:nvCxnSpPr>
            <p:cNvPr id="3371" name="Google Shape;3371;p30"/>
            <p:cNvCxnSpPr/>
            <p:nvPr/>
          </p:nvCxnSpPr>
          <p:spPr>
            <a:xfrm rot="10800000">
              <a:off x="4227" y="2127"/>
              <a:ext cx="236" cy="74"/>
            </a:xfrm>
            <a:prstGeom prst="straightConnector1">
              <a:avLst/>
            </a:prstGeom>
            <a:noFill/>
            <a:ln cap="flat" cmpd="sng" w="9525">
              <a:solidFill>
                <a:schemeClr val="lt2"/>
              </a:solidFill>
              <a:prstDash val="solid"/>
              <a:miter lim="800000"/>
              <a:headEnd len="med" w="med" type="none"/>
              <a:tailEnd len="med" w="med" type="none"/>
            </a:ln>
          </p:spPr>
        </p:cxnSp>
        <p:cxnSp>
          <p:nvCxnSpPr>
            <p:cNvPr id="3372" name="Google Shape;3372;p30"/>
            <p:cNvCxnSpPr/>
            <p:nvPr/>
          </p:nvCxnSpPr>
          <p:spPr>
            <a:xfrm>
              <a:off x="4092" y="1890"/>
              <a:ext cx="135" cy="60"/>
            </a:xfrm>
            <a:prstGeom prst="straightConnector1">
              <a:avLst/>
            </a:prstGeom>
            <a:noFill/>
            <a:ln cap="flat" cmpd="sng" w="9525">
              <a:solidFill>
                <a:schemeClr val="lt2"/>
              </a:solidFill>
              <a:prstDash val="solid"/>
              <a:miter lim="800000"/>
              <a:headEnd len="med" w="med" type="none"/>
              <a:tailEnd len="med" w="med" type="none"/>
            </a:ln>
          </p:spPr>
        </p:cxnSp>
        <p:cxnSp>
          <p:nvCxnSpPr>
            <p:cNvPr id="3373" name="Google Shape;3373;p30"/>
            <p:cNvCxnSpPr/>
            <p:nvPr/>
          </p:nvCxnSpPr>
          <p:spPr>
            <a:xfrm flipH="1" rot="10800000">
              <a:off x="4227" y="1890"/>
              <a:ext cx="143" cy="60"/>
            </a:xfrm>
            <a:prstGeom prst="straightConnector1">
              <a:avLst/>
            </a:prstGeom>
            <a:noFill/>
            <a:ln cap="flat" cmpd="sng" w="9525">
              <a:solidFill>
                <a:schemeClr val="lt2"/>
              </a:solidFill>
              <a:prstDash val="solid"/>
              <a:miter lim="800000"/>
              <a:headEnd len="med" w="med" type="none"/>
              <a:tailEnd len="med" w="med" type="none"/>
            </a:ln>
          </p:spPr>
        </p:cxnSp>
        <p:cxnSp>
          <p:nvCxnSpPr>
            <p:cNvPr id="3374" name="Google Shape;3374;p30"/>
            <p:cNvCxnSpPr/>
            <p:nvPr/>
          </p:nvCxnSpPr>
          <p:spPr>
            <a:xfrm>
              <a:off x="4047" y="1996"/>
              <a:ext cx="175" cy="81"/>
            </a:xfrm>
            <a:prstGeom prst="straightConnector1">
              <a:avLst/>
            </a:prstGeom>
            <a:noFill/>
            <a:ln cap="flat" cmpd="sng" w="9525">
              <a:solidFill>
                <a:schemeClr val="lt2"/>
              </a:solidFill>
              <a:prstDash val="solid"/>
              <a:miter lim="800000"/>
              <a:headEnd len="med" w="med" type="none"/>
              <a:tailEnd len="med" w="med" type="none"/>
            </a:ln>
          </p:spPr>
        </p:cxnSp>
        <p:cxnSp>
          <p:nvCxnSpPr>
            <p:cNvPr id="3375" name="Google Shape;3375;p30"/>
            <p:cNvCxnSpPr/>
            <p:nvPr/>
          </p:nvCxnSpPr>
          <p:spPr>
            <a:xfrm flipH="1" rot="10800000">
              <a:off x="4227" y="2012"/>
              <a:ext cx="176" cy="71"/>
            </a:xfrm>
            <a:prstGeom prst="straightConnector1">
              <a:avLst/>
            </a:prstGeom>
            <a:noFill/>
            <a:ln cap="flat" cmpd="sng" w="9525">
              <a:solidFill>
                <a:schemeClr val="lt2"/>
              </a:solidFill>
              <a:prstDash val="solid"/>
              <a:miter lim="800000"/>
              <a:headEnd len="med" w="med" type="none"/>
              <a:tailEnd len="med" w="med" type="none"/>
            </a:ln>
          </p:spPr>
        </p:cxnSp>
        <p:cxnSp>
          <p:nvCxnSpPr>
            <p:cNvPr id="3376" name="Google Shape;3376;p30"/>
            <p:cNvCxnSpPr/>
            <p:nvPr/>
          </p:nvCxnSpPr>
          <p:spPr>
            <a:xfrm flipH="1" rot="10800000">
              <a:off x="4227" y="1782"/>
              <a:ext cx="90" cy="29"/>
            </a:xfrm>
            <a:prstGeom prst="straightConnector1">
              <a:avLst/>
            </a:prstGeom>
            <a:noFill/>
            <a:ln cap="flat" cmpd="sng" w="9525">
              <a:solidFill>
                <a:schemeClr val="lt2"/>
              </a:solidFill>
              <a:prstDash val="solid"/>
              <a:miter lim="800000"/>
              <a:headEnd len="med" w="med" type="none"/>
              <a:tailEnd len="med" w="med" type="none"/>
            </a:ln>
          </p:spPr>
        </p:cxnSp>
        <p:cxnSp>
          <p:nvCxnSpPr>
            <p:cNvPr id="3377" name="Google Shape;3377;p30"/>
            <p:cNvCxnSpPr/>
            <p:nvPr/>
          </p:nvCxnSpPr>
          <p:spPr>
            <a:xfrm flipH="1" rot="10800000">
              <a:off x="4227" y="1632"/>
              <a:ext cx="57" cy="22"/>
            </a:xfrm>
            <a:prstGeom prst="straightConnector1">
              <a:avLst/>
            </a:prstGeom>
            <a:noFill/>
            <a:ln cap="flat" cmpd="sng" w="9525">
              <a:solidFill>
                <a:schemeClr val="lt2"/>
              </a:solidFill>
              <a:prstDash val="solid"/>
              <a:miter lim="800000"/>
              <a:headEnd len="med" w="med" type="none"/>
              <a:tailEnd len="med" w="med" type="none"/>
            </a:ln>
          </p:spPr>
        </p:cxnSp>
        <p:cxnSp>
          <p:nvCxnSpPr>
            <p:cNvPr id="3378" name="Google Shape;3378;p30"/>
            <p:cNvCxnSpPr/>
            <p:nvPr/>
          </p:nvCxnSpPr>
          <p:spPr>
            <a:xfrm>
              <a:off x="4126" y="1772"/>
              <a:ext cx="109" cy="39"/>
            </a:xfrm>
            <a:prstGeom prst="straightConnector1">
              <a:avLst/>
            </a:prstGeom>
            <a:noFill/>
            <a:ln cap="flat" cmpd="sng" w="9525">
              <a:solidFill>
                <a:schemeClr val="lt2"/>
              </a:solidFill>
              <a:prstDash val="solid"/>
              <a:miter lim="800000"/>
              <a:headEnd len="med" w="med" type="none"/>
              <a:tailEnd len="med" w="med" type="none"/>
            </a:ln>
          </p:spPr>
        </p:cxnSp>
        <p:cxnSp>
          <p:nvCxnSpPr>
            <p:cNvPr id="3379" name="Google Shape;3379;p30"/>
            <p:cNvCxnSpPr/>
            <p:nvPr/>
          </p:nvCxnSpPr>
          <p:spPr>
            <a:xfrm>
              <a:off x="4175" y="1625"/>
              <a:ext cx="63" cy="39"/>
            </a:xfrm>
            <a:prstGeom prst="straightConnector1">
              <a:avLst/>
            </a:prstGeom>
            <a:noFill/>
            <a:ln cap="flat" cmpd="sng" w="9525">
              <a:solidFill>
                <a:schemeClr val="lt2"/>
              </a:solidFill>
              <a:prstDash val="solid"/>
              <a:miter lim="800000"/>
              <a:headEnd len="med" w="med" type="none"/>
              <a:tailEnd len="med" w="med" type="none"/>
            </a:ln>
          </p:spPr>
        </p:cxnSp>
        <p:grpSp>
          <p:nvGrpSpPr>
            <p:cNvPr id="3380" name="Google Shape;3380;p30"/>
            <p:cNvGrpSpPr/>
            <p:nvPr/>
          </p:nvGrpSpPr>
          <p:grpSpPr>
            <a:xfrm>
              <a:off x="4269" y="1382"/>
              <a:ext cx="399" cy="203"/>
              <a:chOff x="4227" y="1294"/>
              <a:chExt cx="879" cy="400"/>
            </a:xfrm>
          </p:grpSpPr>
          <p:cxnSp>
            <p:nvCxnSpPr>
              <p:cNvPr id="3381" name="Google Shape;3381;p30"/>
              <p:cNvCxnSpPr/>
              <p:nvPr/>
            </p:nvCxnSpPr>
            <p:spPr>
              <a:xfrm>
                <a:off x="4227" y="1604"/>
                <a:ext cx="0" cy="0"/>
              </a:xfrm>
              <a:prstGeom prst="straightConnector1">
                <a:avLst/>
              </a:prstGeom>
              <a:noFill/>
              <a:ln cap="flat" cmpd="sng" w="9525">
                <a:solidFill>
                  <a:schemeClr val="lt2"/>
                </a:solidFill>
                <a:prstDash val="solid"/>
                <a:miter lim="800000"/>
                <a:headEnd len="med" w="med" type="none"/>
                <a:tailEnd len="med" w="med" type="none"/>
              </a:ln>
            </p:spPr>
          </p:cxnSp>
          <p:cxnSp>
            <p:nvCxnSpPr>
              <p:cNvPr id="3382" name="Google Shape;3382;p30"/>
              <p:cNvCxnSpPr/>
              <p:nvPr/>
            </p:nvCxnSpPr>
            <p:spPr>
              <a:xfrm rot="-4440000">
                <a:off x="4464" y="1204"/>
                <a:ext cx="189" cy="500"/>
              </a:xfrm>
              <a:prstGeom prst="straightConnector1">
                <a:avLst/>
              </a:prstGeom>
              <a:noFill/>
              <a:ln cap="flat" cmpd="sng" w="31750">
                <a:solidFill>
                  <a:schemeClr val="lt2"/>
                </a:solidFill>
                <a:prstDash val="solid"/>
                <a:miter lim="800000"/>
                <a:headEnd len="med" w="med" type="none"/>
                <a:tailEnd len="med" w="med" type="none"/>
              </a:ln>
            </p:spPr>
          </p:cxnSp>
          <p:cxnSp>
            <p:nvCxnSpPr>
              <p:cNvPr id="3383" name="Google Shape;3383;p30"/>
              <p:cNvCxnSpPr/>
              <p:nvPr/>
            </p:nvCxnSpPr>
            <p:spPr>
              <a:xfrm rot="6360000">
                <a:off x="4602" y="1393"/>
                <a:ext cx="189" cy="203"/>
              </a:xfrm>
              <a:prstGeom prst="straightConnector1">
                <a:avLst/>
              </a:prstGeom>
              <a:noFill/>
              <a:ln cap="flat" cmpd="sng" w="31750">
                <a:solidFill>
                  <a:schemeClr val="lt2"/>
                </a:solidFill>
                <a:prstDash val="solid"/>
                <a:miter lim="800000"/>
                <a:headEnd len="med" w="med" type="none"/>
                <a:tailEnd len="med" w="med" type="none"/>
              </a:ln>
            </p:spPr>
          </p:cxnSp>
          <p:cxnSp>
            <p:nvCxnSpPr>
              <p:cNvPr id="3384" name="Google Shape;3384;p30"/>
              <p:cNvCxnSpPr/>
              <p:nvPr/>
            </p:nvCxnSpPr>
            <p:spPr>
              <a:xfrm rot="-4440000">
                <a:off x="4745" y="1285"/>
                <a:ext cx="189" cy="500"/>
              </a:xfrm>
              <a:prstGeom prst="straightConnector1">
                <a:avLst/>
              </a:prstGeom>
              <a:noFill/>
              <a:ln cap="flat" cmpd="sng" w="31750">
                <a:solidFill>
                  <a:schemeClr val="lt2"/>
                </a:solidFill>
                <a:prstDash val="solid"/>
                <a:miter lim="800000"/>
                <a:headEnd len="med" w="med" type="none"/>
                <a:tailEnd len="med" w="med" type="none"/>
              </a:ln>
            </p:spPr>
          </p:cxnSp>
        </p:grpSp>
        <p:grpSp>
          <p:nvGrpSpPr>
            <p:cNvPr id="3385" name="Google Shape;3385;p30"/>
            <p:cNvGrpSpPr/>
            <p:nvPr/>
          </p:nvGrpSpPr>
          <p:grpSpPr>
            <a:xfrm rot="5700000">
              <a:off x="4048" y="1141"/>
              <a:ext cx="399" cy="203"/>
              <a:chOff x="4227" y="1294"/>
              <a:chExt cx="879" cy="400"/>
            </a:xfrm>
          </p:grpSpPr>
          <p:cxnSp>
            <p:nvCxnSpPr>
              <p:cNvPr id="3386" name="Google Shape;3386;p30"/>
              <p:cNvCxnSpPr/>
              <p:nvPr/>
            </p:nvCxnSpPr>
            <p:spPr>
              <a:xfrm>
                <a:off x="4227" y="1604"/>
                <a:ext cx="0" cy="0"/>
              </a:xfrm>
              <a:prstGeom prst="straightConnector1">
                <a:avLst/>
              </a:prstGeom>
              <a:noFill/>
              <a:ln cap="flat" cmpd="sng" w="9525">
                <a:solidFill>
                  <a:schemeClr val="lt2"/>
                </a:solidFill>
                <a:prstDash val="solid"/>
                <a:miter lim="800000"/>
                <a:headEnd len="med" w="med" type="none"/>
                <a:tailEnd len="med" w="med" type="none"/>
              </a:ln>
            </p:spPr>
          </p:cxnSp>
          <p:cxnSp>
            <p:nvCxnSpPr>
              <p:cNvPr id="3387" name="Google Shape;3387;p30"/>
              <p:cNvCxnSpPr/>
              <p:nvPr/>
            </p:nvCxnSpPr>
            <p:spPr>
              <a:xfrm rot="-4440000">
                <a:off x="4464" y="1204"/>
                <a:ext cx="189" cy="500"/>
              </a:xfrm>
              <a:prstGeom prst="straightConnector1">
                <a:avLst/>
              </a:prstGeom>
              <a:noFill/>
              <a:ln cap="flat" cmpd="sng" w="31750">
                <a:solidFill>
                  <a:schemeClr val="lt2"/>
                </a:solidFill>
                <a:prstDash val="solid"/>
                <a:miter lim="800000"/>
                <a:headEnd len="med" w="med" type="none"/>
                <a:tailEnd len="med" w="med" type="none"/>
              </a:ln>
            </p:spPr>
          </p:cxnSp>
          <p:cxnSp>
            <p:nvCxnSpPr>
              <p:cNvPr id="3388" name="Google Shape;3388;p30"/>
              <p:cNvCxnSpPr/>
              <p:nvPr/>
            </p:nvCxnSpPr>
            <p:spPr>
              <a:xfrm rot="6360000">
                <a:off x="4602" y="1393"/>
                <a:ext cx="189" cy="203"/>
              </a:xfrm>
              <a:prstGeom prst="straightConnector1">
                <a:avLst/>
              </a:prstGeom>
              <a:noFill/>
              <a:ln cap="flat" cmpd="sng" w="31750">
                <a:solidFill>
                  <a:schemeClr val="lt2"/>
                </a:solidFill>
                <a:prstDash val="solid"/>
                <a:miter lim="800000"/>
                <a:headEnd len="med" w="med" type="none"/>
                <a:tailEnd len="med" w="med" type="none"/>
              </a:ln>
            </p:spPr>
          </p:cxnSp>
          <p:cxnSp>
            <p:nvCxnSpPr>
              <p:cNvPr id="3389" name="Google Shape;3389;p30"/>
              <p:cNvCxnSpPr/>
              <p:nvPr/>
            </p:nvCxnSpPr>
            <p:spPr>
              <a:xfrm rot="-4440000">
                <a:off x="4745" y="1285"/>
                <a:ext cx="189" cy="500"/>
              </a:xfrm>
              <a:prstGeom prst="straightConnector1">
                <a:avLst/>
              </a:prstGeom>
              <a:noFill/>
              <a:ln cap="flat" cmpd="sng" w="31750">
                <a:solidFill>
                  <a:schemeClr val="lt2"/>
                </a:solidFill>
                <a:prstDash val="solid"/>
                <a:miter lim="800000"/>
                <a:headEnd len="med" w="med" type="none"/>
                <a:tailEnd len="med" w="med" type="none"/>
              </a:ln>
            </p:spPr>
          </p:cxnSp>
        </p:grpSp>
        <p:grpSp>
          <p:nvGrpSpPr>
            <p:cNvPr id="3390" name="Google Shape;3390;p30"/>
            <p:cNvGrpSpPr/>
            <p:nvPr/>
          </p:nvGrpSpPr>
          <p:grpSpPr>
            <a:xfrm rot="10800000">
              <a:off x="3789" y="1369"/>
              <a:ext cx="399" cy="203"/>
              <a:chOff x="4227" y="1294"/>
              <a:chExt cx="879" cy="400"/>
            </a:xfrm>
          </p:grpSpPr>
          <p:cxnSp>
            <p:nvCxnSpPr>
              <p:cNvPr id="3391" name="Google Shape;3391;p30"/>
              <p:cNvCxnSpPr/>
              <p:nvPr/>
            </p:nvCxnSpPr>
            <p:spPr>
              <a:xfrm>
                <a:off x="4227" y="1604"/>
                <a:ext cx="0" cy="0"/>
              </a:xfrm>
              <a:prstGeom prst="straightConnector1">
                <a:avLst/>
              </a:prstGeom>
              <a:noFill/>
              <a:ln cap="flat" cmpd="sng" w="9525">
                <a:solidFill>
                  <a:schemeClr val="lt2"/>
                </a:solidFill>
                <a:prstDash val="solid"/>
                <a:miter lim="800000"/>
                <a:headEnd len="med" w="med" type="none"/>
                <a:tailEnd len="med" w="med" type="none"/>
              </a:ln>
            </p:spPr>
          </p:cxnSp>
          <p:cxnSp>
            <p:nvCxnSpPr>
              <p:cNvPr id="3392" name="Google Shape;3392;p30"/>
              <p:cNvCxnSpPr/>
              <p:nvPr/>
            </p:nvCxnSpPr>
            <p:spPr>
              <a:xfrm rot="-4440000">
                <a:off x="4464" y="1204"/>
                <a:ext cx="189" cy="500"/>
              </a:xfrm>
              <a:prstGeom prst="straightConnector1">
                <a:avLst/>
              </a:prstGeom>
              <a:noFill/>
              <a:ln cap="flat" cmpd="sng" w="31750">
                <a:solidFill>
                  <a:schemeClr val="lt2"/>
                </a:solidFill>
                <a:prstDash val="solid"/>
                <a:miter lim="800000"/>
                <a:headEnd len="med" w="med" type="none"/>
                <a:tailEnd len="med" w="med" type="none"/>
              </a:ln>
            </p:spPr>
          </p:cxnSp>
          <p:cxnSp>
            <p:nvCxnSpPr>
              <p:cNvPr id="3393" name="Google Shape;3393;p30"/>
              <p:cNvCxnSpPr/>
              <p:nvPr/>
            </p:nvCxnSpPr>
            <p:spPr>
              <a:xfrm rot="6360000">
                <a:off x="4602" y="1393"/>
                <a:ext cx="189" cy="203"/>
              </a:xfrm>
              <a:prstGeom prst="straightConnector1">
                <a:avLst/>
              </a:prstGeom>
              <a:noFill/>
              <a:ln cap="flat" cmpd="sng" w="31750">
                <a:solidFill>
                  <a:schemeClr val="lt2"/>
                </a:solidFill>
                <a:prstDash val="solid"/>
                <a:miter lim="800000"/>
                <a:headEnd len="med" w="med" type="none"/>
                <a:tailEnd len="med" w="med" type="none"/>
              </a:ln>
            </p:spPr>
          </p:cxnSp>
          <p:cxnSp>
            <p:nvCxnSpPr>
              <p:cNvPr id="3394" name="Google Shape;3394;p30"/>
              <p:cNvCxnSpPr/>
              <p:nvPr/>
            </p:nvCxnSpPr>
            <p:spPr>
              <a:xfrm rot="-4440000">
                <a:off x="4745" y="1285"/>
                <a:ext cx="189" cy="500"/>
              </a:xfrm>
              <a:prstGeom prst="straightConnector1">
                <a:avLst/>
              </a:prstGeom>
              <a:noFill/>
              <a:ln cap="flat" cmpd="sng" w="31750">
                <a:solidFill>
                  <a:schemeClr val="lt2"/>
                </a:solidFill>
                <a:prstDash val="solid"/>
                <a:miter lim="800000"/>
                <a:headEnd len="med" w="med" type="none"/>
                <a:tailEnd len="med" w="med" type="none"/>
              </a:ln>
            </p:spPr>
          </p:cxnSp>
        </p:grpSp>
      </p:grpSp>
      <p:cxnSp>
        <p:nvCxnSpPr>
          <p:cNvPr id="3395" name="Google Shape;3395;p30"/>
          <p:cNvCxnSpPr/>
          <p:nvPr/>
        </p:nvCxnSpPr>
        <p:spPr>
          <a:xfrm rot="10800000">
            <a:off x="5095875" y="2220912"/>
            <a:ext cx="93662" cy="0"/>
          </a:xfrm>
          <a:prstGeom prst="straightConnector1">
            <a:avLst/>
          </a:prstGeom>
          <a:noFill/>
          <a:ln cap="flat" cmpd="sng" w="9525">
            <a:solidFill>
              <a:schemeClr val="lt2"/>
            </a:solidFill>
            <a:prstDash val="solid"/>
            <a:miter lim="800000"/>
            <a:headEnd len="med" w="med" type="none"/>
            <a:tailEnd len="med" w="med" type="none"/>
          </a:ln>
        </p:spPr>
      </p:cxnSp>
      <p:cxnSp>
        <p:nvCxnSpPr>
          <p:cNvPr id="3396" name="Google Shape;3396;p30"/>
          <p:cNvCxnSpPr/>
          <p:nvPr/>
        </p:nvCxnSpPr>
        <p:spPr>
          <a:xfrm rot="10800000">
            <a:off x="5062537" y="2190750"/>
            <a:ext cx="152400" cy="0"/>
          </a:xfrm>
          <a:prstGeom prst="straightConnector1">
            <a:avLst/>
          </a:prstGeom>
          <a:noFill/>
          <a:ln cap="flat" cmpd="sng" w="9525">
            <a:solidFill>
              <a:schemeClr val="lt2"/>
            </a:solidFill>
            <a:prstDash val="solid"/>
            <a:miter lim="800000"/>
            <a:headEnd len="med" w="med" type="none"/>
            <a:tailEnd len="med" w="med" type="none"/>
          </a:ln>
        </p:spPr>
      </p:cxnSp>
      <p:pic>
        <p:nvPicPr>
          <p:cNvPr descr="imgyjavg[1]" id="3397" name="Google Shape;3397;p30"/>
          <p:cNvPicPr preferRelativeResize="0"/>
          <p:nvPr/>
        </p:nvPicPr>
        <p:blipFill rotWithShape="1">
          <a:blip r:embed="rId3">
            <a:alphaModFix/>
          </a:blip>
          <a:srcRect b="0" l="0" r="0" t="0"/>
          <a:stretch/>
        </p:blipFill>
        <p:spPr>
          <a:xfrm>
            <a:off x="5341937" y="1878012"/>
            <a:ext cx="368300" cy="266700"/>
          </a:xfrm>
          <a:prstGeom prst="rect">
            <a:avLst/>
          </a:prstGeom>
          <a:noFill/>
          <a:ln>
            <a:noFill/>
          </a:ln>
        </p:spPr>
      </p:pic>
      <p:sp>
        <p:nvSpPr>
          <p:cNvPr id="3398" name="Google Shape;3398;p30"/>
          <p:cNvSpPr/>
          <p:nvPr/>
        </p:nvSpPr>
        <p:spPr>
          <a:xfrm>
            <a:off x="6835775" y="3652837"/>
            <a:ext cx="358775" cy="95250"/>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399" name="Google Shape;3399;p30"/>
          <p:cNvCxnSpPr/>
          <p:nvPr/>
        </p:nvCxnSpPr>
        <p:spPr>
          <a:xfrm>
            <a:off x="6835775" y="3644900"/>
            <a:ext cx="0" cy="58737"/>
          </a:xfrm>
          <a:prstGeom prst="straightConnector1">
            <a:avLst/>
          </a:prstGeom>
          <a:noFill/>
          <a:ln cap="flat" cmpd="sng" w="19050">
            <a:solidFill>
              <a:srgbClr val="FF3300"/>
            </a:solidFill>
            <a:prstDash val="solid"/>
            <a:miter lim="800000"/>
            <a:headEnd len="med" w="med" type="none"/>
            <a:tailEnd len="med" w="med" type="none"/>
          </a:ln>
        </p:spPr>
      </p:cxnSp>
      <p:cxnSp>
        <p:nvCxnSpPr>
          <p:cNvPr id="3400" name="Google Shape;3400;p30"/>
          <p:cNvCxnSpPr/>
          <p:nvPr/>
        </p:nvCxnSpPr>
        <p:spPr>
          <a:xfrm>
            <a:off x="7194550" y="3644900"/>
            <a:ext cx="0" cy="58737"/>
          </a:xfrm>
          <a:prstGeom prst="straightConnector1">
            <a:avLst/>
          </a:prstGeom>
          <a:noFill/>
          <a:ln cap="flat" cmpd="sng" w="19050">
            <a:solidFill>
              <a:srgbClr val="FF3300"/>
            </a:solidFill>
            <a:prstDash val="solid"/>
            <a:miter lim="800000"/>
            <a:headEnd len="med" w="med" type="none"/>
            <a:tailEnd len="med" w="med" type="none"/>
          </a:ln>
        </p:spPr>
      </p:cxnSp>
      <p:sp>
        <p:nvSpPr>
          <p:cNvPr id="3401" name="Google Shape;3401;p30"/>
          <p:cNvSpPr txBox="1"/>
          <p:nvPr/>
        </p:nvSpPr>
        <p:spPr>
          <a:xfrm>
            <a:off x="6835775" y="3644900"/>
            <a:ext cx="355600" cy="58737"/>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02" name="Google Shape;3402;p30"/>
          <p:cNvSpPr/>
          <p:nvPr/>
        </p:nvSpPr>
        <p:spPr>
          <a:xfrm>
            <a:off x="6832600" y="3576637"/>
            <a:ext cx="358775" cy="111125"/>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403" name="Google Shape;3403;p30"/>
          <p:cNvGrpSpPr/>
          <p:nvPr/>
        </p:nvGrpSpPr>
        <p:grpSpPr>
          <a:xfrm>
            <a:off x="6918325" y="3600450"/>
            <a:ext cx="179387" cy="65087"/>
            <a:chOff x="2848" y="848"/>
            <a:chExt cx="140" cy="98"/>
          </a:xfrm>
        </p:grpSpPr>
        <p:cxnSp>
          <p:nvCxnSpPr>
            <p:cNvPr id="3404" name="Google Shape;3404;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05" name="Google Shape;3405;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06" name="Google Shape;3406;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407" name="Google Shape;3407;p30"/>
          <p:cNvGrpSpPr/>
          <p:nvPr/>
        </p:nvGrpSpPr>
        <p:grpSpPr>
          <a:xfrm flipH="1" rot="10800000">
            <a:off x="6918325" y="3600450"/>
            <a:ext cx="179387" cy="65087"/>
            <a:chOff x="2848" y="848"/>
            <a:chExt cx="140" cy="98"/>
          </a:xfrm>
        </p:grpSpPr>
        <p:cxnSp>
          <p:nvCxnSpPr>
            <p:cNvPr id="3408" name="Google Shape;3408;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09" name="Google Shape;3409;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10" name="Google Shape;3410;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411" name="Google Shape;3411;p30"/>
          <p:cNvSpPr/>
          <p:nvPr/>
        </p:nvSpPr>
        <p:spPr>
          <a:xfrm>
            <a:off x="6086475" y="2498725"/>
            <a:ext cx="346075" cy="87312"/>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12" name="Google Shape;3412;p30"/>
          <p:cNvCxnSpPr/>
          <p:nvPr/>
        </p:nvCxnSpPr>
        <p:spPr>
          <a:xfrm>
            <a:off x="6086475" y="2490787"/>
            <a:ext cx="0" cy="53975"/>
          </a:xfrm>
          <a:prstGeom prst="straightConnector1">
            <a:avLst/>
          </a:prstGeom>
          <a:noFill/>
          <a:ln cap="flat" cmpd="sng" w="19050">
            <a:solidFill>
              <a:srgbClr val="FF3300"/>
            </a:solidFill>
            <a:prstDash val="solid"/>
            <a:miter lim="800000"/>
            <a:headEnd len="med" w="med" type="none"/>
            <a:tailEnd len="med" w="med" type="none"/>
          </a:ln>
        </p:spPr>
      </p:cxnSp>
      <p:cxnSp>
        <p:nvCxnSpPr>
          <p:cNvPr id="3413" name="Google Shape;3413;p30"/>
          <p:cNvCxnSpPr/>
          <p:nvPr/>
        </p:nvCxnSpPr>
        <p:spPr>
          <a:xfrm>
            <a:off x="6432550" y="2490787"/>
            <a:ext cx="0" cy="53975"/>
          </a:xfrm>
          <a:prstGeom prst="straightConnector1">
            <a:avLst/>
          </a:prstGeom>
          <a:noFill/>
          <a:ln cap="flat" cmpd="sng" w="12700">
            <a:solidFill>
              <a:srgbClr val="FF3300"/>
            </a:solidFill>
            <a:prstDash val="solid"/>
            <a:miter lim="800000"/>
            <a:headEnd len="med" w="med" type="none"/>
            <a:tailEnd len="med" w="med" type="none"/>
          </a:ln>
        </p:spPr>
      </p:cxnSp>
      <p:sp>
        <p:nvSpPr>
          <p:cNvPr id="3414" name="Google Shape;3414;p30"/>
          <p:cNvSpPr txBox="1"/>
          <p:nvPr/>
        </p:nvSpPr>
        <p:spPr>
          <a:xfrm>
            <a:off x="6086475" y="2490787"/>
            <a:ext cx="342900" cy="539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15" name="Google Shape;3415;p30"/>
          <p:cNvSpPr/>
          <p:nvPr/>
        </p:nvSpPr>
        <p:spPr>
          <a:xfrm>
            <a:off x="6083300" y="2427287"/>
            <a:ext cx="346075" cy="103187"/>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416" name="Google Shape;3416;p30"/>
          <p:cNvGrpSpPr/>
          <p:nvPr/>
        </p:nvGrpSpPr>
        <p:grpSpPr>
          <a:xfrm>
            <a:off x="6167437" y="2449512"/>
            <a:ext cx="171450" cy="60325"/>
            <a:chOff x="2848" y="848"/>
            <a:chExt cx="140" cy="98"/>
          </a:xfrm>
        </p:grpSpPr>
        <p:cxnSp>
          <p:nvCxnSpPr>
            <p:cNvPr id="3417" name="Google Shape;3417;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18" name="Google Shape;3418;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19" name="Google Shape;3419;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420" name="Google Shape;3420;p30"/>
          <p:cNvGrpSpPr/>
          <p:nvPr/>
        </p:nvGrpSpPr>
        <p:grpSpPr>
          <a:xfrm flipH="1" rot="10800000">
            <a:off x="6167437" y="2449512"/>
            <a:ext cx="171450" cy="58737"/>
            <a:chOff x="2848" y="848"/>
            <a:chExt cx="140" cy="98"/>
          </a:xfrm>
        </p:grpSpPr>
        <p:cxnSp>
          <p:nvCxnSpPr>
            <p:cNvPr id="3421" name="Google Shape;3421;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22" name="Google Shape;3422;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23" name="Google Shape;3423;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424" name="Google Shape;3424;p30"/>
          <p:cNvSpPr/>
          <p:nvPr/>
        </p:nvSpPr>
        <p:spPr>
          <a:xfrm>
            <a:off x="5780087" y="3648075"/>
            <a:ext cx="346075" cy="87312"/>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25" name="Google Shape;3425;p30"/>
          <p:cNvCxnSpPr/>
          <p:nvPr/>
        </p:nvCxnSpPr>
        <p:spPr>
          <a:xfrm>
            <a:off x="5780087" y="3640137"/>
            <a:ext cx="0" cy="53975"/>
          </a:xfrm>
          <a:prstGeom prst="straightConnector1">
            <a:avLst/>
          </a:prstGeom>
          <a:noFill/>
          <a:ln cap="flat" cmpd="sng" w="19050">
            <a:solidFill>
              <a:srgbClr val="FF3300"/>
            </a:solidFill>
            <a:prstDash val="solid"/>
            <a:miter lim="800000"/>
            <a:headEnd len="med" w="med" type="none"/>
            <a:tailEnd len="med" w="med" type="none"/>
          </a:ln>
        </p:spPr>
      </p:cxnSp>
      <p:cxnSp>
        <p:nvCxnSpPr>
          <p:cNvPr id="3426" name="Google Shape;3426;p30"/>
          <p:cNvCxnSpPr/>
          <p:nvPr/>
        </p:nvCxnSpPr>
        <p:spPr>
          <a:xfrm>
            <a:off x="6126162" y="3640137"/>
            <a:ext cx="0" cy="53975"/>
          </a:xfrm>
          <a:prstGeom prst="straightConnector1">
            <a:avLst/>
          </a:prstGeom>
          <a:noFill/>
          <a:ln cap="flat" cmpd="sng" w="19050">
            <a:solidFill>
              <a:srgbClr val="FF3300"/>
            </a:solidFill>
            <a:prstDash val="solid"/>
            <a:miter lim="800000"/>
            <a:headEnd len="med" w="med" type="none"/>
            <a:tailEnd len="med" w="med" type="none"/>
          </a:ln>
        </p:spPr>
      </p:cxnSp>
      <p:sp>
        <p:nvSpPr>
          <p:cNvPr id="3427" name="Google Shape;3427;p30"/>
          <p:cNvSpPr txBox="1"/>
          <p:nvPr/>
        </p:nvSpPr>
        <p:spPr>
          <a:xfrm>
            <a:off x="5780087" y="3640137"/>
            <a:ext cx="342900" cy="539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28" name="Google Shape;3428;p30"/>
          <p:cNvSpPr/>
          <p:nvPr/>
        </p:nvSpPr>
        <p:spPr>
          <a:xfrm>
            <a:off x="5776912" y="3576637"/>
            <a:ext cx="346075" cy="103187"/>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429" name="Google Shape;3429;p30"/>
          <p:cNvGrpSpPr/>
          <p:nvPr/>
        </p:nvGrpSpPr>
        <p:grpSpPr>
          <a:xfrm>
            <a:off x="5861050" y="3598862"/>
            <a:ext cx="171450" cy="60325"/>
            <a:chOff x="2848" y="848"/>
            <a:chExt cx="140" cy="98"/>
          </a:xfrm>
        </p:grpSpPr>
        <p:cxnSp>
          <p:nvCxnSpPr>
            <p:cNvPr id="3430" name="Google Shape;3430;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31" name="Google Shape;3431;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32" name="Google Shape;3432;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433" name="Google Shape;3433;p30"/>
          <p:cNvGrpSpPr/>
          <p:nvPr/>
        </p:nvGrpSpPr>
        <p:grpSpPr>
          <a:xfrm flipH="1" rot="10800000">
            <a:off x="5861050" y="3598862"/>
            <a:ext cx="171450" cy="58737"/>
            <a:chOff x="2848" y="848"/>
            <a:chExt cx="140" cy="98"/>
          </a:xfrm>
        </p:grpSpPr>
        <p:cxnSp>
          <p:nvCxnSpPr>
            <p:cNvPr id="3434" name="Google Shape;3434;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35" name="Google Shape;3435;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36" name="Google Shape;3436;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cxnSp>
        <p:nvCxnSpPr>
          <p:cNvPr id="3437" name="Google Shape;3437;p30"/>
          <p:cNvCxnSpPr/>
          <p:nvPr/>
        </p:nvCxnSpPr>
        <p:spPr>
          <a:xfrm>
            <a:off x="7102475" y="3743325"/>
            <a:ext cx="163512" cy="120650"/>
          </a:xfrm>
          <a:prstGeom prst="straightConnector1">
            <a:avLst/>
          </a:prstGeom>
          <a:noFill/>
          <a:ln cap="flat" cmpd="sng" w="38100">
            <a:solidFill>
              <a:srgbClr val="FF3300"/>
            </a:solidFill>
            <a:prstDash val="solid"/>
            <a:miter lim="800000"/>
            <a:headEnd len="med" w="med" type="none"/>
            <a:tailEnd len="med" w="med" type="none"/>
          </a:ln>
        </p:spPr>
      </p:cxnSp>
      <p:cxnSp>
        <p:nvCxnSpPr>
          <p:cNvPr id="3438" name="Google Shape;3438;p30"/>
          <p:cNvCxnSpPr/>
          <p:nvPr/>
        </p:nvCxnSpPr>
        <p:spPr>
          <a:xfrm>
            <a:off x="7199312" y="3663950"/>
            <a:ext cx="279400" cy="0"/>
          </a:xfrm>
          <a:prstGeom prst="straightConnector1">
            <a:avLst/>
          </a:prstGeom>
          <a:noFill/>
          <a:ln cap="flat" cmpd="sng" w="38100">
            <a:solidFill>
              <a:srgbClr val="FF3300"/>
            </a:solidFill>
            <a:prstDash val="solid"/>
            <a:miter lim="800000"/>
            <a:headEnd len="med" w="med" type="none"/>
            <a:tailEnd len="med" w="med" type="none"/>
          </a:ln>
        </p:spPr>
      </p:cxnSp>
      <p:cxnSp>
        <p:nvCxnSpPr>
          <p:cNvPr id="3439" name="Google Shape;3439;p30"/>
          <p:cNvCxnSpPr/>
          <p:nvPr/>
        </p:nvCxnSpPr>
        <p:spPr>
          <a:xfrm flipH="1" rot="10800000">
            <a:off x="7435850" y="3749675"/>
            <a:ext cx="134937" cy="104775"/>
          </a:xfrm>
          <a:prstGeom prst="straightConnector1">
            <a:avLst/>
          </a:prstGeom>
          <a:noFill/>
          <a:ln cap="flat" cmpd="sng" w="38100">
            <a:solidFill>
              <a:srgbClr val="FF3300"/>
            </a:solidFill>
            <a:prstDash val="solid"/>
            <a:miter lim="800000"/>
            <a:headEnd len="med" w="med" type="none"/>
            <a:tailEnd len="med" w="med" type="none"/>
          </a:ln>
        </p:spPr>
      </p:cxnSp>
      <p:cxnSp>
        <p:nvCxnSpPr>
          <p:cNvPr id="3440" name="Google Shape;3440;p30"/>
          <p:cNvCxnSpPr/>
          <p:nvPr/>
        </p:nvCxnSpPr>
        <p:spPr>
          <a:xfrm>
            <a:off x="6134100" y="3670300"/>
            <a:ext cx="701675" cy="0"/>
          </a:xfrm>
          <a:prstGeom prst="straightConnector1">
            <a:avLst/>
          </a:prstGeom>
          <a:noFill/>
          <a:ln cap="flat" cmpd="sng" w="38100">
            <a:solidFill>
              <a:srgbClr val="FF3300"/>
            </a:solidFill>
            <a:prstDash val="solid"/>
            <a:miter lim="800000"/>
            <a:headEnd len="med" w="med" type="none"/>
            <a:tailEnd len="med" w="med" type="none"/>
          </a:ln>
        </p:spPr>
      </p:cxnSp>
      <p:grpSp>
        <p:nvGrpSpPr>
          <p:cNvPr id="3441" name="Google Shape;3441;p30"/>
          <p:cNvGrpSpPr/>
          <p:nvPr/>
        </p:nvGrpSpPr>
        <p:grpSpPr>
          <a:xfrm>
            <a:off x="5426075" y="3509962"/>
            <a:ext cx="220662" cy="307975"/>
            <a:chOff x="2556" y="2689"/>
            <a:chExt cx="183" cy="255"/>
          </a:xfrm>
        </p:grpSpPr>
        <p:pic>
          <p:nvPicPr>
            <p:cNvPr descr="31u_bnrz[1]" id="3442" name="Google Shape;3442;p30"/>
            <p:cNvPicPr preferRelativeResize="0"/>
            <p:nvPr/>
          </p:nvPicPr>
          <p:blipFill rotWithShape="1">
            <a:blip r:embed="rId4">
              <a:alphaModFix/>
            </a:blip>
            <a:srcRect b="0" l="0" r="0" t="0"/>
            <a:stretch/>
          </p:blipFill>
          <p:spPr>
            <a:xfrm>
              <a:off x="2609" y="2770"/>
              <a:ext cx="121" cy="174"/>
            </a:xfrm>
            <a:prstGeom prst="rect">
              <a:avLst/>
            </a:prstGeom>
            <a:noFill/>
            <a:ln>
              <a:noFill/>
            </a:ln>
          </p:spPr>
        </p:pic>
        <p:sp>
          <p:nvSpPr>
            <p:cNvPr id="3443" name="Google Shape;3443;p30"/>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4" name="Google Shape;3444;p30"/>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5" name="Google Shape;3445;p30"/>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6" name="Google Shape;3446;p30"/>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7" name="Google Shape;3447;p30"/>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8" name="Google Shape;3448;p30"/>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9" name="Google Shape;3449;p30"/>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0" name="Google Shape;3450;p30"/>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1" name="Google Shape;3451;p30"/>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2" name="Google Shape;3452;p30"/>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3" name="Google Shape;3453;p30"/>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4" name="Google Shape;3454;p30"/>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5" name="Google Shape;3455;p30"/>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6" name="Google Shape;3456;p30"/>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7" name="Google Shape;3457;p30"/>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8" name="Google Shape;3458;p30"/>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3459" name="Google Shape;3459;p30"/>
          <p:cNvCxnSpPr/>
          <p:nvPr/>
        </p:nvCxnSpPr>
        <p:spPr>
          <a:xfrm>
            <a:off x="6429375" y="2517775"/>
            <a:ext cx="509587" cy="3175"/>
          </a:xfrm>
          <a:prstGeom prst="straightConnector1">
            <a:avLst/>
          </a:prstGeom>
          <a:noFill/>
          <a:ln cap="flat" cmpd="sng" w="38100">
            <a:solidFill>
              <a:srgbClr val="FF3300"/>
            </a:solidFill>
            <a:prstDash val="solid"/>
            <a:miter lim="800000"/>
            <a:headEnd len="med" w="med" type="none"/>
            <a:tailEnd len="med" w="med" type="none"/>
          </a:ln>
        </p:spPr>
      </p:cxnSp>
      <p:cxnSp>
        <p:nvCxnSpPr>
          <p:cNvPr id="3460" name="Google Shape;3460;p30"/>
          <p:cNvCxnSpPr/>
          <p:nvPr/>
        </p:nvCxnSpPr>
        <p:spPr>
          <a:xfrm>
            <a:off x="5995987" y="2346325"/>
            <a:ext cx="152400" cy="82550"/>
          </a:xfrm>
          <a:prstGeom prst="straightConnector1">
            <a:avLst/>
          </a:prstGeom>
          <a:noFill/>
          <a:ln cap="flat" cmpd="sng" w="38100">
            <a:solidFill>
              <a:srgbClr val="FF3300"/>
            </a:solidFill>
            <a:prstDash val="solid"/>
            <a:miter lim="800000"/>
            <a:headEnd len="med" w="med" type="none"/>
            <a:tailEnd len="med" w="med" type="none"/>
          </a:ln>
        </p:spPr>
      </p:cxnSp>
      <p:sp>
        <p:nvSpPr>
          <p:cNvPr id="3461" name="Google Shape;3461;p30"/>
          <p:cNvSpPr/>
          <p:nvPr/>
        </p:nvSpPr>
        <p:spPr>
          <a:xfrm>
            <a:off x="5314950" y="4352925"/>
            <a:ext cx="2979737" cy="145573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62" name="Google Shape;3462;p30"/>
          <p:cNvCxnSpPr/>
          <p:nvPr/>
        </p:nvCxnSpPr>
        <p:spPr>
          <a:xfrm rot="-5400000">
            <a:off x="7551737" y="5089525"/>
            <a:ext cx="523875" cy="139700"/>
          </a:xfrm>
          <a:prstGeom prst="straightConnector1">
            <a:avLst/>
          </a:prstGeom>
          <a:noFill/>
          <a:ln cap="flat" cmpd="sng" w="12700">
            <a:solidFill>
              <a:schemeClr val="lt2"/>
            </a:solidFill>
            <a:prstDash val="solid"/>
            <a:miter lim="800000"/>
            <a:headEnd len="med" w="med" type="none"/>
            <a:tailEnd len="med" w="med" type="none"/>
          </a:ln>
        </p:spPr>
      </p:cxnSp>
      <p:grpSp>
        <p:nvGrpSpPr>
          <p:cNvPr id="3463" name="Google Shape;3463;p30"/>
          <p:cNvGrpSpPr/>
          <p:nvPr/>
        </p:nvGrpSpPr>
        <p:grpSpPr>
          <a:xfrm>
            <a:off x="7464425" y="5226050"/>
            <a:ext cx="198437" cy="365125"/>
            <a:chOff x="4702" y="3292"/>
            <a:chExt cx="125" cy="230"/>
          </a:xfrm>
        </p:grpSpPr>
        <p:sp>
          <p:nvSpPr>
            <p:cNvPr id="3464" name="Google Shape;3464;p30"/>
            <p:cNvSpPr/>
            <p:nvPr/>
          </p:nvSpPr>
          <p:spPr>
            <a:xfrm>
              <a:off x="4702" y="3469"/>
              <a:ext cx="125" cy="53"/>
            </a:xfrm>
            <a:prstGeom prst="parallelogram">
              <a:avLst>
                <a:gd fmla="val 8321" name="adj"/>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65" name="Google Shape;3465;p30"/>
            <p:cNvSpPr txBox="1"/>
            <p:nvPr/>
          </p:nvSpPr>
          <p:spPr>
            <a:xfrm>
              <a:off x="4765" y="3293"/>
              <a:ext cx="58" cy="177"/>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66" name="Google Shape;3466;p30"/>
            <p:cNvSpPr txBox="1"/>
            <p:nvPr/>
          </p:nvSpPr>
          <p:spPr>
            <a:xfrm>
              <a:off x="4703" y="3344"/>
              <a:ext cx="79" cy="177"/>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67" name="Google Shape;3467;p30"/>
            <p:cNvSpPr/>
            <p:nvPr/>
          </p:nvSpPr>
          <p:spPr>
            <a:xfrm>
              <a:off x="4702" y="3292"/>
              <a:ext cx="125" cy="53"/>
            </a:xfrm>
            <a:prstGeom prst="parallelogram">
              <a:avLst>
                <a:gd fmla="val 8321" name="adj"/>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68" name="Google Shape;3468;p30"/>
            <p:cNvCxnSpPr/>
            <p:nvPr/>
          </p:nvCxnSpPr>
          <p:spPr>
            <a:xfrm>
              <a:off x="4827" y="3296"/>
              <a:ext cx="0" cy="173"/>
            </a:xfrm>
            <a:prstGeom prst="straightConnector1">
              <a:avLst/>
            </a:prstGeom>
            <a:noFill/>
            <a:ln cap="flat" cmpd="sng" w="9525">
              <a:solidFill>
                <a:schemeClr val="lt2"/>
              </a:solidFill>
              <a:prstDash val="solid"/>
              <a:miter lim="800000"/>
              <a:headEnd len="med" w="med" type="none"/>
              <a:tailEnd len="med" w="med" type="none"/>
            </a:ln>
          </p:spPr>
        </p:cxnSp>
        <p:cxnSp>
          <p:nvCxnSpPr>
            <p:cNvPr id="3469" name="Google Shape;3469;p30"/>
            <p:cNvCxnSpPr/>
            <p:nvPr/>
          </p:nvCxnSpPr>
          <p:spPr>
            <a:xfrm flipH="1">
              <a:off x="4782" y="3469"/>
              <a:ext cx="45" cy="52"/>
            </a:xfrm>
            <a:prstGeom prst="straightConnector1">
              <a:avLst/>
            </a:prstGeom>
            <a:noFill/>
            <a:ln cap="flat" cmpd="sng" w="9525">
              <a:solidFill>
                <a:schemeClr val="lt2"/>
              </a:solidFill>
              <a:prstDash val="solid"/>
              <a:miter lim="800000"/>
              <a:headEnd len="med" w="med" type="none"/>
              <a:tailEnd len="med" w="med" type="none"/>
            </a:ln>
          </p:spPr>
        </p:cxnSp>
        <p:sp>
          <p:nvSpPr>
            <p:cNvPr id="3470" name="Google Shape;3470;p30"/>
            <p:cNvSpPr txBox="1"/>
            <p:nvPr/>
          </p:nvSpPr>
          <p:spPr>
            <a:xfrm>
              <a:off x="4713" y="3367"/>
              <a:ext cx="52" cy="102"/>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71" name="Google Shape;3471;p30"/>
            <p:cNvSpPr txBox="1"/>
            <p:nvPr/>
          </p:nvSpPr>
          <p:spPr>
            <a:xfrm>
              <a:off x="4720" y="3398"/>
              <a:ext cx="40" cy="36"/>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3472" name="Google Shape;3472;p30"/>
          <p:cNvCxnSpPr/>
          <p:nvPr/>
        </p:nvCxnSpPr>
        <p:spPr>
          <a:xfrm flipH="1" rot="-5400000">
            <a:off x="7697787" y="5370512"/>
            <a:ext cx="3175" cy="85725"/>
          </a:xfrm>
          <a:prstGeom prst="straightConnector1">
            <a:avLst/>
          </a:prstGeom>
          <a:noFill/>
          <a:ln cap="flat" cmpd="sng" w="12700">
            <a:solidFill>
              <a:schemeClr val="lt2"/>
            </a:solidFill>
            <a:prstDash val="solid"/>
            <a:miter lim="800000"/>
            <a:headEnd len="med" w="med" type="none"/>
            <a:tailEnd len="med" w="med" type="none"/>
          </a:ln>
        </p:spPr>
      </p:cxnSp>
      <p:cxnSp>
        <p:nvCxnSpPr>
          <p:cNvPr id="3473" name="Google Shape;3473;p30"/>
          <p:cNvCxnSpPr/>
          <p:nvPr/>
        </p:nvCxnSpPr>
        <p:spPr>
          <a:xfrm rot="10800000">
            <a:off x="7883525" y="5046662"/>
            <a:ext cx="0" cy="114300"/>
          </a:xfrm>
          <a:prstGeom prst="straightConnector1">
            <a:avLst/>
          </a:prstGeom>
          <a:noFill/>
          <a:ln cap="flat" cmpd="sng" w="12700">
            <a:solidFill>
              <a:schemeClr val="lt2"/>
            </a:solidFill>
            <a:prstDash val="solid"/>
            <a:miter lim="800000"/>
            <a:headEnd len="med" w="med" type="none"/>
            <a:tailEnd len="med" w="med" type="none"/>
          </a:ln>
        </p:spPr>
      </p:cxnSp>
      <p:sp>
        <p:nvSpPr>
          <p:cNvPr id="3474" name="Google Shape;3474;p30"/>
          <p:cNvSpPr/>
          <p:nvPr/>
        </p:nvSpPr>
        <p:spPr>
          <a:xfrm>
            <a:off x="7467600" y="4860925"/>
            <a:ext cx="496887" cy="130175"/>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75" name="Google Shape;3475;p30"/>
          <p:cNvCxnSpPr/>
          <p:nvPr/>
        </p:nvCxnSpPr>
        <p:spPr>
          <a:xfrm>
            <a:off x="7467600" y="4849812"/>
            <a:ext cx="0" cy="80962"/>
          </a:xfrm>
          <a:prstGeom prst="straightConnector1">
            <a:avLst/>
          </a:prstGeom>
          <a:noFill/>
          <a:ln cap="flat" cmpd="sng" w="19050">
            <a:solidFill>
              <a:srgbClr val="FF3300"/>
            </a:solidFill>
            <a:prstDash val="solid"/>
            <a:miter lim="800000"/>
            <a:headEnd len="med" w="med" type="none"/>
            <a:tailEnd len="med" w="med" type="none"/>
          </a:ln>
        </p:spPr>
      </p:cxnSp>
      <p:cxnSp>
        <p:nvCxnSpPr>
          <p:cNvPr id="3476" name="Google Shape;3476;p30"/>
          <p:cNvCxnSpPr/>
          <p:nvPr/>
        </p:nvCxnSpPr>
        <p:spPr>
          <a:xfrm>
            <a:off x="7964487" y="4849812"/>
            <a:ext cx="0" cy="80962"/>
          </a:xfrm>
          <a:prstGeom prst="straightConnector1">
            <a:avLst/>
          </a:prstGeom>
          <a:noFill/>
          <a:ln cap="flat" cmpd="sng" w="19050">
            <a:solidFill>
              <a:srgbClr val="FF3300"/>
            </a:solidFill>
            <a:prstDash val="solid"/>
            <a:miter lim="800000"/>
            <a:headEnd len="med" w="med" type="none"/>
            <a:tailEnd len="med" w="med" type="none"/>
          </a:ln>
        </p:spPr>
      </p:cxnSp>
      <p:sp>
        <p:nvSpPr>
          <p:cNvPr id="3477" name="Google Shape;3477;p30"/>
          <p:cNvSpPr txBox="1"/>
          <p:nvPr/>
        </p:nvSpPr>
        <p:spPr>
          <a:xfrm>
            <a:off x="7467600" y="4849812"/>
            <a:ext cx="492125" cy="793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78" name="Google Shape;3478;p30"/>
          <p:cNvSpPr/>
          <p:nvPr/>
        </p:nvSpPr>
        <p:spPr>
          <a:xfrm>
            <a:off x="7462837" y="4756150"/>
            <a:ext cx="496887" cy="152400"/>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479" name="Google Shape;3479;p30"/>
          <p:cNvGrpSpPr/>
          <p:nvPr/>
        </p:nvGrpSpPr>
        <p:grpSpPr>
          <a:xfrm>
            <a:off x="7581900" y="4789487"/>
            <a:ext cx="247650" cy="88900"/>
            <a:chOff x="2848" y="848"/>
            <a:chExt cx="140" cy="98"/>
          </a:xfrm>
        </p:grpSpPr>
        <p:cxnSp>
          <p:nvCxnSpPr>
            <p:cNvPr id="3480" name="Google Shape;3480;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81" name="Google Shape;3481;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82" name="Google Shape;3482;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483" name="Google Shape;3483;p30"/>
          <p:cNvGrpSpPr/>
          <p:nvPr/>
        </p:nvGrpSpPr>
        <p:grpSpPr>
          <a:xfrm flipH="1" rot="10800000">
            <a:off x="7581900" y="4787900"/>
            <a:ext cx="247650" cy="88900"/>
            <a:chOff x="2848" y="848"/>
            <a:chExt cx="140" cy="98"/>
          </a:xfrm>
        </p:grpSpPr>
        <p:cxnSp>
          <p:nvCxnSpPr>
            <p:cNvPr id="3484" name="Google Shape;3484;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85" name="Google Shape;3485;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86" name="Google Shape;3486;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487" name="Google Shape;3487;p30"/>
          <p:cNvSpPr/>
          <p:nvPr/>
        </p:nvSpPr>
        <p:spPr>
          <a:xfrm>
            <a:off x="6657975" y="4584700"/>
            <a:ext cx="490537" cy="130175"/>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488" name="Google Shape;3488;p30"/>
          <p:cNvCxnSpPr/>
          <p:nvPr/>
        </p:nvCxnSpPr>
        <p:spPr>
          <a:xfrm>
            <a:off x="7148512" y="4573587"/>
            <a:ext cx="0" cy="80962"/>
          </a:xfrm>
          <a:prstGeom prst="straightConnector1">
            <a:avLst/>
          </a:prstGeom>
          <a:noFill/>
          <a:ln cap="flat" cmpd="sng" w="19050">
            <a:solidFill>
              <a:srgbClr val="FF3300"/>
            </a:solidFill>
            <a:prstDash val="solid"/>
            <a:miter lim="800000"/>
            <a:headEnd len="med" w="med" type="none"/>
            <a:tailEnd len="med" w="med" type="none"/>
          </a:ln>
        </p:spPr>
      </p:cxnSp>
      <p:sp>
        <p:nvSpPr>
          <p:cNvPr id="3489" name="Google Shape;3489;p30"/>
          <p:cNvSpPr txBox="1"/>
          <p:nvPr/>
        </p:nvSpPr>
        <p:spPr>
          <a:xfrm>
            <a:off x="6651625" y="4573587"/>
            <a:ext cx="492125" cy="793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90" name="Google Shape;3490;p30"/>
          <p:cNvSpPr/>
          <p:nvPr/>
        </p:nvSpPr>
        <p:spPr>
          <a:xfrm>
            <a:off x="6646862" y="4479925"/>
            <a:ext cx="496887" cy="152400"/>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491" name="Google Shape;3491;p30"/>
          <p:cNvGrpSpPr/>
          <p:nvPr/>
        </p:nvGrpSpPr>
        <p:grpSpPr>
          <a:xfrm>
            <a:off x="6765925" y="4513262"/>
            <a:ext cx="247650" cy="88900"/>
            <a:chOff x="2848" y="848"/>
            <a:chExt cx="140" cy="98"/>
          </a:xfrm>
        </p:grpSpPr>
        <p:cxnSp>
          <p:nvCxnSpPr>
            <p:cNvPr id="3492" name="Google Shape;3492;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93" name="Google Shape;3493;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94" name="Google Shape;3494;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495" name="Google Shape;3495;p30"/>
          <p:cNvGrpSpPr/>
          <p:nvPr/>
        </p:nvGrpSpPr>
        <p:grpSpPr>
          <a:xfrm flipH="1" rot="10800000">
            <a:off x="6765925" y="4511675"/>
            <a:ext cx="247650" cy="88900"/>
            <a:chOff x="2848" y="848"/>
            <a:chExt cx="140" cy="98"/>
          </a:xfrm>
        </p:grpSpPr>
        <p:cxnSp>
          <p:nvCxnSpPr>
            <p:cNvPr id="3496" name="Google Shape;3496;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497" name="Google Shape;3497;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498" name="Google Shape;3498;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499" name="Google Shape;3499;p30"/>
          <p:cNvSpPr/>
          <p:nvPr/>
        </p:nvSpPr>
        <p:spPr>
          <a:xfrm>
            <a:off x="5986462" y="4889500"/>
            <a:ext cx="496887" cy="130175"/>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500" name="Google Shape;3500;p30"/>
          <p:cNvCxnSpPr/>
          <p:nvPr/>
        </p:nvCxnSpPr>
        <p:spPr>
          <a:xfrm>
            <a:off x="5986462" y="4878387"/>
            <a:ext cx="0" cy="80962"/>
          </a:xfrm>
          <a:prstGeom prst="straightConnector1">
            <a:avLst/>
          </a:prstGeom>
          <a:noFill/>
          <a:ln cap="flat" cmpd="sng" w="19050">
            <a:solidFill>
              <a:srgbClr val="FF3300"/>
            </a:solidFill>
            <a:prstDash val="solid"/>
            <a:miter lim="800000"/>
            <a:headEnd len="med" w="med" type="none"/>
            <a:tailEnd len="med" w="med" type="none"/>
          </a:ln>
        </p:spPr>
      </p:cxnSp>
      <p:cxnSp>
        <p:nvCxnSpPr>
          <p:cNvPr id="3501" name="Google Shape;3501;p30"/>
          <p:cNvCxnSpPr/>
          <p:nvPr/>
        </p:nvCxnSpPr>
        <p:spPr>
          <a:xfrm>
            <a:off x="6483350" y="4878387"/>
            <a:ext cx="0" cy="80962"/>
          </a:xfrm>
          <a:prstGeom prst="straightConnector1">
            <a:avLst/>
          </a:prstGeom>
          <a:noFill/>
          <a:ln cap="flat" cmpd="sng" w="12700">
            <a:solidFill>
              <a:srgbClr val="FF3300"/>
            </a:solidFill>
            <a:prstDash val="solid"/>
            <a:miter lim="800000"/>
            <a:headEnd len="med" w="med" type="none"/>
            <a:tailEnd len="med" w="med" type="none"/>
          </a:ln>
        </p:spPr>
      </p:cxnSp>
      <p:sp>
        <p:nvSpPr>
          <p:cNvPr id="3502" name="Google Shape;3502;p30"/>
          <p:cNvSpPr txBox="1"/>
          <p:nvPr/>
        </p:nvSpPr>
        <p:spPr>
          <a:xfrm>
            <a:off x="5986462" y="4878387"/>
            <a:ext cx="492125" cy="793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03" name="Google Shape;3503;p30"/>
          <p:cNvSpPr/>
          <p:nvPr/>
        </p:nvSpPr>
        <p:spPr>
          <a:xfrm>
            <a:off x="5981700" y="4784725"/>
            <a:ext cx="496887" cy="152400"/>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04" name="Google Shape;3504;p30"/>
          <p:cNvGrpSpPr/>
          <p:nvPr/>
        </p:nvGrpSpPr>
        <p:grpSpPr>
          <a:xfrm>
            <a:off x="6100762" y="4818062"/>
            <a:ext cx="247650" cy="88900"/>
            <a:chOff x="2848" y="848"/>
            <a:chExt cx="140" cy="98"/>
          </a:xfrm>
        </p:grpSpPr>
        <p:cxnSp>
          <p:nvCxnSpPr>
            <p:cNvPr id="3505" name="Google Shape;3505;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06" name="Google Shape;3506;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07" name="Google Shape;3507;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508" name="Google Shape;3508;p30"/>
          <p:cNvGrpSpPr/>
          <p:nvPr/>
        </p:nvGrpSpPr>
        <p:grpSpPr>
          <a:xfrm flipH="1" rot="10800000">
            <a:off x="6100762" y="4816475"/>
            <a:ext cx="247650" cy="88900"/>
            <a:chOff x="2848" y="848"/>
            <a:chExt cx="140" cy="98"/>
          </a:xfrm>
        </p:grpSpPr>
        <p:cxnSp>
          <p:nvCxnSpPr>
            <p:cNvPr id="3509" name="Google Shape;3509;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10" name="Google Shape;3510;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11" name="Google Shape;3511;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cxnSp>
        <p:nvCxnSpPr>
          <p:cNvPr id="3512" name="Google Shape;3512;p30"/>
          <p:cNvCxnSpPr/>
          <p:nvPr/>
        </p:nvCxnSpPr>
        <p:spPr>
          <a:xfrm>
            <a:off x="7096125" y="4691062"/>
            <a:ext cx="376237" cy="120650"/>
          </a:xfrm>
          <a:prstGeom prst="straightConnector1">
            <a:avLst/>
          </a:prstGeom>
          <a:noFill/>
          <a:ln cap="flat" cmpd="sng" w="38100">
            <a:solidFill>
              <a:srgbClr val="FF3300"/>
            </a:solidFill>
            <a:prstDash val="solid"/>
            <a:miter lim="800000"/>
            <a:headEnd len="med" w="med" type="none"/>
            <a:tailEnd len="med" w="med" type="none"/>
          </a:ln>
        </p:spPr>
      </p:cxnSp>
      <p:cxnSp>
        <p:nvCxnSpPr>
          <p:cNvPr id="3513" name="Google Shape;3513;p30"/>
          <p:cNvCxnSpPr/>
          <p:nvPr/>
        </p:nvCxnSpPr>
        <p:spPr>
          <a:xfrm flipH="1" rot="10800000">
            <a:off x="6443662" y="4703762"/>
            <a:ext cx="277812" cy="109537"/>
          </a:xfrm>
          <a:prstGeom prst="straightConnector1">
            <a:avLst/>
          </a:prstGeom>
          <a:noFill/>
          <a:ln cap="flat" cmpd="sng" w="38100">
            <a:solidFill>
              <a:srgbClr val="FF3300"/>
            </a:solidFill>
            <a:prstDash val="solid"/>
            <a:miter lim="800000"/>
            <a:headEnd len="med" w="med" type="none"/>
            <a:tailEnd len="med" w="med" type="none"/>
          </a:ln>
        </p:spPr>
      </p:cxnSp>
      <p:cxnSp>
        <p:nvCxnSpPr>
          <p:cNvPr id="3514" name="Google Shape;3514;p30"/>
          <p:cNvCxnSpPr/>
          <p:nvPr/>
        </p:nvCxnSpPr>
        <p:spPr>
          <a:xfrm>
            <a:off x="6486525" y="4906962"/>
            <a:ext cx="971550" cy="0"/>
          </a:xfrm>
          <a:prstGeom prst="straightConnector1">
            <a:avLst/>
          </a:prstGeom>
          <a:noFill/>
          <a:ln cap="flat" cmpd="sng" w="38100">
            <a:solidFill>
              <a:srgbClr val="FF3300"/>
            </a:solidFill>
            <a:prstDash val="solid"/>
            <a:miter lim="800000"/>
            <a:headEnd len="med" w="med" type="none"/>
            <a:tailEnd len="med" w="med" type="none"/>
          </a:ln>
        </p:spPr>
      </p:cxnSp>
      <p:cxnSp>
        <p:nvCxnSpPr>
          <p:cNvPr id="3515" name="Google Shape;3515;p30"/>
          <p:cNvCxnSpPr/>
          <p:nvPr/>
        </p:nvCxnSpPr>
        <p:spPr>
          <a:xfrm flipH="1">
            <a:off x="5781675" y="4652962"/>
            <a:ext cx="254000" cy="469900"/>
          </a:xfrm>
          <a:prstGeom prst="straightConnector1">
            <a:avLst/>
          </a:prstGeom>
          <a:noFill/>
          <a:ln cap="flat" cmpd="sng" w="9525">
            <a:solidFill>
              <a:schemeClr val="lt2"/>
            </a:solidFill>
            <a:prstDash val="solid"/>
            <a:miter lim="800000"/>
            <a:headEnd len="med" w="med" type="none"/>
            <a:tailEnd len="med" w="med" type="none"/>
          </a:ln>
        </p:spPr>
      </p:cxnSp>
      <p:cxnSp>
        <p:nvCxnSpPr>
          <p:cNvPr id="3516" name="Google Shape;3516;p30"/>
          <p:cNvCxnSpPr/>
          <p:nvPr/>
        </p:nvCxnSpPr>
        <p:spPr>
          <a:xfrm>
            <a:off x="5807075" y="4703762"/>
            <a:ext cx="196850" cy="0"/>
          </a:xfrm>
          <a:prstGeom prst="straightConnector1">
            <a:avLst/>
          </a:prstGeom>
          <a:noFill/>
          <a:ln cap="flat" cmpd="sng" w="9525">
            <a:solidFill>
              <a:schemeClr val="lt2"/>
            </a:solidFill>
            <a:prstDash val="solid"/>
            <a:miter lim="800000"/>
            <a:headEnd len="med" w="med" type="none"/>
            <a:tailEnd len="med" w="med" type="none"/>
          </a:ln>
        </p:spPr>
      </p:cxnSp>
      <p:cxnSp>
        <p:nvCxnSpPr>
          <p:cNvPr id="3517" name="Google Shape;3517;p30"/>
          <p:cNvCxnSpPr/>
          <p:nvPr/>
        </p:nvCxnSpPr>
        <p:spPr>
          <a:xfrm>
            <a:off x="5667375" y="5040312"/>
            <a:ext cx="153987" cy="0"/>
          </a:xfrm>
          <a:prstGeom prst="straightConnector1">
            <a:avLst/>
          </a:prstGeom>
          <a:noFill/>
          <a:ln cap="flat" cmpd="sng" w="9525">
            <a:solidFill>
              <a:schemeClr val="lt2"/>
            </a:solidFill>
            <a:prstDash val="solid"/>
            <a:miter lim="800000"/>
            <a:headEnd len="med" w="med" type="none"/>
            <a:tailEnd len="med" w="med" type="none"/>
          </a:ln>
        </p:spPr>
      </p:cxnSp>
      <p:cxnSp>
        <p:nvCxnSpPr>
          <p:cNvPr id="3518" name="Google Shape;3518;p30"/>
          <p:cNvCxnSpPr/>
          <p:nvPr/>
        </p:nvCxnSpPr>
        <p:spPr>
          <a:xfrm>
            <a:off x="5919787" y="5119687"/>
            <a:ext cx="490537" cy="0"/>
          </a:xfrm>
          <a:prstGeom prst="straightConnector1">
            <a:avLst/>
          </a:prstGeom>
          <a:noFill/>
          <a:ln cap="flat" cmpd="sng" w="9525">
            <a:solidFill>
              <a:schemeClr val="lt2"/>
            </a:solidFill>
            <a:prstDash val="solid"/>
            <a:miter lim="800000"/>
            <a:headEnd len="med" w="med" type="none"/>
            <a:tailEnd len="med" w="med" type="none"/>
          </a:ln>
        </p:spPr>
      </p:cxnSp>
      <p:cxnSp>
        <p:nvCxnSpPr>
          <p:cNvPr id="3519" name="Google Shape;3519;p30"/>
          <p:cNvCxnSpPr/>
          <p:nvPr/>
        </p:nvCxnSpPr>
        <p:spPr>
          <a:xfrm flipH="1">
            <a:off x="6159500" y="5027612"/>
            <a:ext cx="53975" cy="85725"/>
          </a:xfrm>
          <a:prstGeom prst="straightConnector1">
            <a:avLst/>
          </a:prstGeom>
          <a:noFill/>
          <a:ln cap="flat" cmpd="sng" w="9525">
            <a:solidFill>
              <a:schemeClr val="lt2"/>
            </a:solidFill>
            <a:prstDash val="solid"/>
            <a:miter lim="800000"/>
            <a:headEnd len="med" w="med" type="none"/>
            <a:tailEnd len="med" w="med" type="none"/>
          </a:ln>
        </p:spPr>
      </p:cxnSp>
      <p:cxnSp>
        <p:nvCxnSpPr>
          <p:cNvPr id="3520" name="Google Shape;3520;p30"/>
          <p:cNvCxnSpPr/>
          <p:nvPr/>
        </p:nvCxnSpPr>
        <p:spPr>
          <a:xfrm>
            <a:off x="5972175" y="5116512"/>
            <a:ext cx="1587" cy="82550"/>
          </a:xfrm>
          <a:prstGeom prst="straightConnector1">
            <a:avLst/>
          </a:prstGeom>
          <a:noFill/>
          <a:ln cap="flat" cmpd="sng" w="9525">
            <a:solidFill>
              <a:schemeClr val="lt2"/>
            </a:solidFill>
            <a:prstDash val="solid"/>
            <a:miter lim="800000"/>
            <a:headEnd len="med" w="med" type="none"/>
            <a:tailEnd len="med" w="med" type="none"/>
          </a:ln>
        </p:spPr>
      </p:cxnSp>
      <p:cxnSp>
        <p:nvCxnSpPr>
          <p:cNvPr id="3521" name="Google Shape;3521;p30"/>
          <p:cNvCxnSpPr/>
          <p:nvPr/>
        </p:nvCxnSpPr>
        <p:spPr>
          <a:xfrm rot="10800000">
            <a:off x="6369050" y="5124450"/>
            <a:ext cx="0" cy="76200"/>
          </a:xfrm>
          <a:prstGeom prst="straightConnector1">
            <a:avLst/>
          </a:prstGeom>
          <a:noFill/>
          <a:ln cap="flat" cmpd="sng" w="9525">
            <a:solidFill>
              <a:schemeClr val="lt2"/>
            </a:solidFill>
            <a:prstDash val="solid"/>
            <a:miter lim="800000"/>
            <a:headEnd len="med" w="med" type="none"/>
            <a:tailEnd len="med" w="med" type="none"/>
          </a:ln>
        </p:spPr>
      </p:cxnSp>
      <p:cxnSp>
        <p:nvCxnSpPr>
          <p:cNvPr id="3522" name="Google Shape;3522;p30"/>
          <p:cNvCxnSpPr/>
          <p:nvPr/>
        </p:nvCxnSpPr>
        <p:spPr>
          <a:xfrm>
            <a:off x="6450012" y="4983162"/>
            <a:ext cx="503237" cy="269875"/>
          </a:xfrm>
          <a:prstGeom prst="straightConnector1">
            <a:avLst/>
          </a:prstGeom>
          <a:noFill/>
          <a:ln cap="flat" cmpd="sng" w="9525">
            <a:solidFill>
              <a:schemeClr val="lt2"/>
            </a:solidFill>
            <a:prstDash val="solid"/>
            <a:miter lim="800000"/>
            <a:headEnd len="med" w="med" type="none"/>
            <a:tailEnd len="med" w="med" type="none"/>
          </a:ln>
        </p:spPr>
      </p:cxnSp>
      <p:cxnSp>
        <p:nvCxnSpPr>
          <p:cNvPr id="3523" name="Google Shape;3523;p30"/>
          <p:cNvCxnSpPr/>
          <p:nvPr/>
        </p:nvCxnSpPr>
        <p:spPr>
          <a:xfrm>
            <a:off x="5899150" y="4918075"/>
            <a:ext cx="79375" cy="0"/>
          </a:xfrm>
          <a:prstGeom prst="straightConnector1">
            <a:avLst/>
          </a:prstGeom>
          <a:noFill/>
          <a:ln cap="flat" cmpd="sng" w="9525">
            <a:solidFill>
              <a:schemeClr val="lt2"/>
            </a:solidFill>
            <a:prstDash val="solid"/>
            <a:miter lim="800000"/>
            <a:headEnd len="med" w="med" type="none"/>
            <a:tailEnd len="med" w="med" type="none"/>
          </a:ln>
        </p:spPr>
      </p:cxnSp>
      <p:cxnSp>
        <p:nvCxnSpPr>
          <p:cNvPr id="3524" name="Google Shape;3524;p30"/>
          <p:cNvCxnSpPr/>
          <p:nvPr/>
        </p:nvCxnSpPr>
        <p:spPr>
          <a:xfrm flipH="1">
            <a:off x="5988050" y="3440112"/>
            <a:ext cx="3175" cy="134937"/>
          </a:xfrm>
          <a:prstGeom prst="straightConnector1">
            <a:avLst/>
          </a:prstGeom>
          <a:noFill/>
          <a:ln cap="flat" cmpd="sng" w="9525">
            <a:solidFill>
              <a:schemeClr val="lt2"/>
            </a:solidFill>
            <a:prstDash val="solid"/>
            <a:miter lim="800000"/>
            <a:headEnd len="med" w="med" type="none"/>
            <a:tailEnd len="med" w="med" type="none"/>
          </a:ln>
        </p:spPr>
      </p:cxnSp>
      <p:cxnSp>
        <p:nvCxnSpPr>
          <p:cNvPr id="3525" name="Google Shape;3525;p30"/>
          <p:cNvCxnSpPr/>
          <p:nvPr/>
        </p:nvCxnSpPr>
        <p:spPr>
          <a:xfrm flipH="1" rot="10800000">
            <a:off x="7285037" y="2422525"/>
            <a:ext cx="123825" cy="87312"/>
          </a:xfrm>
          <a:prstGeom prst="straightConnector1">
            <a:avLst/>
          </a:prstGeom>
          <a:noFill/>
          <a:ln cap="flat" cmpd="sng" w="38100">
            <a:solidFill>
              <a:srgbClr val="FF3300"/>
            </a:solidFill>
            <a:prstDash val="solid"/>
            <a:miter lim="800000"/>
            <a:headEnd len="med" w="med" type="none"/>
            <a:tailEnd len="med" w="med" type="none"/>
          </a:ln>
        </p:spPr>
      </p:cxnSp>
      <p:cxnSp>
        <p:nvCxnSpPr>
          <p:cNvPr id="3526" name="Google Shape;3526;p30"/>
          <p:cNvCxnSpPr/>
          <p:nvPr/>
        </p:nvCxnSpPr>
        <p:spPr>
          <a:xfrm>
            <a:off x="7112000" y="2595562"/>
            <a:ext cx="0" cy="98425"/>
          </a:xfrm>
          <a:prstGeom prst="straightConnector1">
            <a:avLst/>
          </a:prstGeom>
          <a:noFill/>
          <a:ln cap="flat" cmpd="sng" w="19050">
            <a:solidFill>
              <a:srgbClr val="FF3300"/>
            </a:solidFill>
            <a:prstDash val="solid"/>
            <a:miter lim="800000"/>
            <a:headEnd len="med" w="med" type="none"/>
            <a:tailEnd len="med" w="med" type="none"/>
          </a:ln>
        </p:spPr>
      </p:cxnSp>
      <p:cxnSp>
        <p:nvCxnSpPr>
          <p:cNvPr id="3527" name="Google Shape;3527;p30"/>
          <p:cNvCxnSpPr/>
          <p:nvPr/>
        </p:nvCxnSpPr>
        <p:spPr>
          <a:xfrm flipH="1" rot="10800000">
            <a:off x="7296150" y="2492375"/>
            <a:ext cx="263525" cy="288925"/>
          </a:xfrm>
          <a:prstGeom prst="straightConnector1">
            <a:avLst/>
          </a:prstGeom>
          <a:noFill/>
          <a:ln cap="flat" cmpd="sng" w="38100">
            <a:solidFill>
              <a:srgbClr val="FF3300"/>
            </a:solidFill>
            <a:prstDash val="solid"/>
            <a:miter lim="800000"/>
            <a:headEnd len="med" w="med" type="none"/>
            <a:tailEnd len="med" w="med" type="none"/>
          </a:ln>
        </p:spPr>
      </p:cxnSp>
      <p:cxnSp>
        <p:nvCxnSpPr>
          <p:cNvPr id="3528" name="Google Shape;3528;p30"/>
          <p:cNvCxnSpPr/>
          <p:nvPr/>
        </p:nvCxnSpPr>
        <p:spPr>
          <a:xfrm>
            <a:off x="7648575" y="2490787"/>
            <a:ext cx="0" cy="196850"/>
          </a:xfrm>
          <a:prstGeom prst="straightConnector1">
            <a:avLst/>
          </a:prstGeom>
          <a:noFill/>
          <a:ln cap="flat" cmpd="sng" w="38100">
            <a:solidFill>
              <a:srgbClr val="FF3300"/>
            </a:solidFill>
            <a:prstDash val="solid"/>
            <a:miter lim="800000"/>
            <a:headEnd len="med" w="med" type="none"/>
            <a:tailEnd len="med" w="med" type="none"/>
          </a:ln>
        </p:spPr>
      </p:cxnSp>
      <p:cxnSp>
        <p:nvCxnSpPr>
          <p:cNvPr id="3529" name="Google Shape;3529;p30"/>
          <p:cNvCxnSpPr/>
          <p:nvPr/>
        </p:nvCxnSpPr>
        <p:spPr>
          <a:xfrm>
            <a:off x="7302500" y="2797175"/>
            <a:ext cx="188912" cy="0"/>
          </a:xfrm>
          <a:prstGeom prst="straightConnector1">
            <a:avLst/>
          </a:prstGeom>
          <a:noFill/>
          <a:ln cap="flat" cmpd="sng" w="38100">
            <a:solidFill>
              <a:srgbClr val="FF3300"/>
            </a:solidFill>
            <a:prstDash val="solid"/>
            <a:miter lim="800000"/>
            <a:headEnd len="med" w="med" type="none"/>
            <a:tailEnd len="med" w="med" type="none"/>
          </a:ln>
        </p:spPr>
      </p:cxnSp>
      <p:cxnSp>
        <p:nvCxnSpPr>
          <p:cNvPr id="3530" name="Google Shape;3530;p30"/>
          <p:cNvCxnSpPr/>
          <p:nvPr/>
        </p:nvCxnSpPr>
        <p:spPr>
          <a:xfrm flipH="1" rot="10800000">
            <a:off x="5597525" y="3663950"/>
            <a:ext cx="168275" cy="3175"/>
          </a:xfrm>
          <a:prstGeom prst="straightConnector1">
            <a:avLst/>
          </a:prstGeom>
          <a:noFill/>
          <a:ln cap="flat" cmpd="sng" w="9525">
            <a:solidFill>
              <a:schemeClr val="lt2"/>
            </a:solidFill>
            <a:prstDash val="solid"/>
            <a:miter lim="800000"/>
            <a:headEnd len="med" w="med" type="none"/>
            <a:tailEnd len="med" w="med" type="none"/>
          </a:ln>
        </p:spPr>
      </p:cxnSp>
      <p:cxnSp>
        <p:nvCxnSpPr>
          <p:cNvPr id="3531" name="Google Shape;3531;p30"/>
          <p:cNvCxnSpPr/>
          <p:nvPr/>
        </p:nvCxnSpPr>
        <p:spPr>
          <a:xfrm flipH="1" rot="10800000">
            <a:off x="7716837" y="2190750"/>
            <a:ext cx="238125" cy="168275"/>
          </a:xfrm>
          <a:prstGeom prst="straightConnector1">
            <a:avLst/>
          </a:prstGeom>
          <a:noFill/>
          <a:ln cap="flat" cmpd="sng" w="38100">
            <a:solidFill>
              <a:srgbClr val="FF3300"/>
            </a:solidFill>
            <a:prstDash val="solid"/>
            <a:miter lim="800000"/>
            <a:headEnd len="med" w="med" type="none"/>
            <a:tailEnd len="med" w="med" type="none"/>
          </a:ln>
        </p:spPr>
      </p:cxnSp>
      <p:cxnSp>
        <p:nvCxnSpPr>
          <p:cNvPr id="3532" name="Google Shape;3532;p30"/>
          <p:cNvCxnSpPr/>
          <p:nvPr/>
        </p:nvCxnSpPr>
        <p:spPr>
          <a:xfrm>
            <a:off x="7848600" y="2787650"/>
            <a:ext cx="185737" cy="0"/>
          </a:xfrm>
          <a:prstGeom prst="straightConnector1">
            <a:avLst/>
          </a:prstGeom>
          <a:noFill/>
          <a:ln cap="flat" cmpd="sng" w="38100">
            <a:solidFill>
              <a:srgbClr val="FF3300"/>
            </a:solidFill>
            <a:prstDash val="solid"/>
            <a:miter lim="800000"/>
            <a:headEnd len="med" w="med" type="none"/>
            <a:tailEnd len="med" w="med" type="none"/>
          </a:ln>
        </p:spPr>
      </p:cxnSp>
      <p:cxnSp>
        <p:nvCxnSpPr>
          <p:cNvPr id="3533" name="Google Shape;3533;p30"/>
          <p:cNvCxnSpPr/>
          <p:nvPr/>
        </p:nvCxnSpPr>
        <p:spPr>
          <a:xfrm flipH="1">
            <a:off x="7002462" y="2863850"/>
            <a:ext cx="98425" cy="704850"/>
          </a:xfrm>
          <a:prstGeom prst="straightConnector1">
            <a:avLst/>
          </a:prstGeom>
          <a:noFill/>
          <a:ln cap="flat" cmpd="sng" w="38100">
            <a:solidFill>
              <a:srgbClr val="FF3300"/>
            </a:solidFill>
            <a:prstDash val="solid"/>
            <a:miter lim="800000"/>
            <a:headEnd len="med" w="med" type="none"/>
            <a:tailEnd len="med" w="med" type="none"/>
          </a:ln>
        </p:spPr>
      </p:cxnSp>
      <p:cxnSp>
        <p:nvCxnSpPr>
          <p:cNvPr id="3534" name="Google Shape;3534;p30"/>
          <p:cNvCxnSpPr/>
          <p:nvPr/>
        </p:nvCxnSpPr>
        <p:spPr>
          <a:xfrm flipH="1">
            <a:off x="7593012" y="2863850"/>
            <a:ext cx="111125" cy="727075"/>
          </a:xfrm>
          <a:prstGeom prst="straightConnector1">
            <a:avLst/>
          </a:prstGeom>
          <a:noFill/>
          <a:ln cap="flat" cmpd="sng" w="38100">
            <a:solidFill>
              <a:srgbClr val="FF3300"/>
            </a:solidFill>
            <a:prstDash val="solid"/>
            <a:miter lim="800000"/>
            <a:headEnd len="med" w="med" type="none"/>
            <a:tailEnd len="med" w="med" type="none"/>
          </a:ln>
        </p:spPr>
      </p:cxnSp>
      <p:sp>
        <p:nvSpPr>
          <p:cNvPr id="3535" name="Google Shape;3535;p30"/>
          <p:cNvSpPr/>
          <p:nvPr/>
        </p:nvSpPr>
        <p:spPr>
          <a:xfrm>
            <a:off x="6937375" y="2498725"/>
            <a:ext cx="346075" cy="87312"/>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536" name="Google Shape;3536;p30"/>
          <p:cNvCxnSpPr/>
          <p:nvPr/>
        </p:nvCxnSpPr>
        <p:spPr>
          <a:xfrm>
            <a:off x="6937375" y="2490787"/>
            <a:ext cx="0" cy="53975"/>
          </a:xfrm>
          <a:prstGeom prst="straightConnector1">
            <a:avLst/>
          </a:prstGeom>
          <a:noFill/>
          <a:ln cap="flat" cmpd="sng" w="19050">
            <a:solidFill>
              <a:srgbClr val="FF3300"/>
            </a:solidFill>
            <a:prstDash val="solid"/>
            <a:miter lim="800000"/>
            <a:headEnd len="med" w="med" type="none"/>
            <a:tailEnd len="med" w="med" type="none"/>
          </a:ln>
        </p:spPr>
      </p:cxnSp>
      <p:cxnSp>
        <p:nvCxnSpPr>
          <p:cNvPr id="3537" name="Google Shape;3537;p30"/>
          <p:cNvCxnSpPr/>
          <p:nvPr/>
        </p:nvCxnSpPr>
        <p:spPr>
          <a:xfrm>
            <a:off x="7283450" y="2490787"/>
            <a:ext cx="0" cy="53975"/>
          </a:xfrm>
          <a:prstGeom prst="straightConnector1">
            <a:avLst/>
          </a:prstGeom>
          <a:noFill/>
          <a:ln cap="flat" cmpd="sng" w="19050">
            <a:solidFill>
              <a:srgbClr val="FF3300"/>
            </a:solidFill>
            <a:prstDash val="solid"/>
            <a:miter lim="800000"/>
            <a:headEnd len="med" w="med" type="none"/>
            <a:tailEnd len="med" w="med" type="none"/>
          </a:ln>
        </p:spPr>
      </p:cxnSp>
      <p:sp>
        <p:nvSpPr>
          <p:cNvPr id="3538" name="Google Shape;3538;p30"/>
          <p:cNvSpPr txBox="1"/>
          <p:nvPr/>
        </p:nvSpPr>
        <p:spPr>
          <a:xfrm>
            <a:off x="6937375" y="2490787"/>
            <a:ext cx="342900" cy="539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39" name="Google Shape;3539;p30"/>
          <p:cNvSpPr/>
          <p:nvPr/>
        </p:nvSpPr>
        <p:spPr>
          <a:xfrm>
            <a:off x="6934200" y="2427287"/>
            <a:ext cx="346075" cy="103187"/>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40" name="Google Shape;3540;p30"/>
          <p:cNvGrpSpPr/>
          <p:nvPr/>
        </p:nvGrpSpPr>
        <p:grpSpPr>
          <a:xfrm>
            <a:off x="7018337" y="2449512"/>
            <a:ext cx="171450" cy="60325"/>
            <a:chOff x="2848" y="848"/>
            <a:chExt cx="140" cy="98"/>
          </a:xfrm>
        </p:grpSpPr>
        <p:cxnSp>
          <p:nvCxnSpPr>
            <p:cNvPr id="3541" name="Google Shape;3541;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42" name="Google Shape;3542;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43" name="Google Shape;3543;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544" name="Google Shape;3544;p30"/>
          <p:cNvGrpSpPr/>
          <p:nvPr/>
        </p:nvGrpSpPr>
        <p:grpSpPr>
          <a:xfrm flipH="1" rot="10800000">
            <a:off x="7018337" y="2449512"/>
            <a:ext cx="171450" cy="58737"/>
            <a:chOff x="2848" y="848"/>
            <a:chExt cx="140" cy="98"/>
          </a:xfrm>
        </p:grpSpPr>
        <p:cxnSp>
          <p:nvCxnSpPr>
            <p:cNvPr id="3545" name="Google Shape;3545;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46" name="Google Shape;3546;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47" name="Google Shape;3547;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548" name="Google Shape;3548;p30"/>
          <p:cNvSpPr/>
          <p:nvPr/>
        </p:nvSpPr>
        <p:spPr>
          <a:xfrm>
            <a:off x="7410450" y="2400300"/>
            <a:ext cx="346075" cy="87312"/>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549" name="Google Shape;3549;p30"/>
          <p:cNvCxnSpPr/>
          <p:nvPr/>
        </p:nvCxnSpPr>
        <p:spPr>
          <a:xfrm>
            <a:off x="7410450" y="2392362"/>
            <a:ext cx="0" cy="53975"/>
          </a:xfrm>
          <a:prstGeom prst="straightConnector1">
            <a:avLst/>
          </a:prstGeom>
          <a:noFill/>
          <a:ln cap="flat" cmpd="sng" w="19050">
            <a:solidFill>
              <a:srgbClr val="FF3300"/>
            </a:solidFill>
            <a:prstDash val="solid"/>
            <a:miter lim="800000"/>
            <a:headEnd len="med" w="med" type="none"/>
            <a:tailEnd len="med" w="med" type="none"/>
          </a:ln>
        </p:spPr>
      </p:cxnSp>
      <p:cxnSp>
        <p:nvCxnSpPr>
          <p:cNvPr id="3550" name="Google Shape;3550;p30"/>
          <p:cNvCxnSpPr/>
          <p:nvPr/>
        </p:nvCxnSpPr>
        <p:spPr>
          <a:xfrm>
            <a:off x="7756525" y="2392362"/>
            <a:ext cx="0" cy="53975"/>
          </a:xfrm>
          <a:prstGeom prst="straightConnector1">
            <a:avLst/>
          </a:prstGeom>
          <a:noFill/>
          <a:ln cap="flat" cmpd="sng" w="19050">
            <a:solidFill>
              <a:srgbClr val="FF3300"/>
            </a:solidFill>
            <a:prstDash val="solid"/>
            <a:miter lim="800000"/>
            <a:headEnd len="med" w="med" type="none"/>
            <a:tailEnd len="med" w="med" type="none"/>
          </a:ln>
        </p:spPr>
      </p:cxnSp>
      <p:sp>
        <p:nvSpPr>
          <p:cNvPr id="3551" name="Google Shape;3551;p30"/>
          <p:cNvSpPr txBox="1"/>
          <p:nvPr/>
        </p:nvSpPr>
        <p:spPr>
          <a:xfrm>
            <a:off x="7410450" y="2392362"/>
            <a:ext cx="342900" cy="539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52" name="Google Shape;3552;p30"/>
          <p:cNvSpPr/>
          <p:nvPr/>
        </p:nvSpPr>
        <p:spPr>
          <a:xfrm>
            <a:off x="7407275" y="2328862"/>
            <a:ext cx="346075" cy="103187"/>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53" name="Google Shape;3553;p30"/>
          <p:cNvGrpSpPr/>
          <p:nvPr/>
        </p:nvGrpSpPr>
        <p:grpSpPr>
          <a:xfrm>
            <a:off x="7491412" y="2351087"/>
            <a:ext cx="171450" cy="60325"/>
            <a:chOff x="2848" y="848"/>
            <a:chExt cx="140" cy="98"/>
          </a:xfrm>
        </p:grpSpPr>
        <p:cxnSp>
          <p:nvCxnSpPr>
            <p:cNvPr id="3554" name="Google Shape;3554;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55" name="Google Shape;3555;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56" name="Google Shape;3556;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557" name="Google Shape;3557;p30"/>
          <p:cNvGrpSpPr/>
          <p:nvPr/>
        </p:nvGrpSpPr>
        <p:grpSpPr>
          <a:xfrm flipH="1" rot="10800000">
            <a:off x="7491412" y="2351087"/>
            <a:ext cx="171450" cy="58737"/>
            <a:chOff x="2848" y="848"/>
            <a:chExt cx="140" cy="98"/>
          </a:xfrm>
        </p:grpSpPr>
        <p:cxnSp>
          <p:nvCxnSpPr>
            <p:cNvPr id="3558" name="Google Shape;3558;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59" name="Google Shape;3559;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60" name="Google Shape;3560;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561" name="Google Shape;3561;p30"/>
          <p:cNvSpPr/>
          <p:nvPr/>
        </p:nvSpPr>
        <p:spPr>
          <a:xfrm>
            <a:off x="7497762" y="2778125"/>
            <a:ext cx="346075" cy="87312"/>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562" name="Google Shape;3562;p30"/>
          <p:cNvCxnSpPr/>
          <p:nvPr/>
        </p:nvCxnSpPr>
        <p:spPr>
          <a:xfrm>
            <a:off x="7497762" y="2770187"/>
            <a:ext cx="0" cy="53975"/>
          </a:xfrm>
          <a:prstGeom prst="straightConnector1">
            <a:avLst/>
          </a:prstGeom>
          <a:noFill/>
          <a:ln cap="flat" cmpd="sng" w="19050">
            <a:solidFill>
              <a:srgbClr val="FF3300"/>
            </a:solidFill>
            <a:prstDash val="solid"/>
            <a:miter lim="800000"/>
            <a:headEnd len="med" w="med" type="none"/>
            <a:tailEnd len="med" w="med" type="none"/>
          </a:ln>
        </p:spPr>
      </p:cxnSp>
      <p:cxnSp>
        <p:nvCxnSpPr>
          <p:cNvPr id="3563" name="Google Shape;3563;p30"/>
          <p:cNvCxnSpPr/>
          <p:nvPr/>
        </p:nvCxnSpPr>
        <p:spPr>
          <a:xfrm>
            <a:off x="7843837" y="2770187"/>
            <a:ext cx="0" cy="53975"/>
          </a:xfrm>
          <a:prstGeom prst="straightConnector1">
            <a:avLst/>
          </a:prstGeom>
          <a:noFill/>
          <a:ln cap="flat" cmpd="sng" w="19050">
            <a:solidFill>
              <a:srgbClr val="FF3300"/>
            </a:solidFill>
            <a:prstDash val="solid"/>
            <a:miter lim="800000"/>
            <a:headEnd len="med" w="med" type="none"/>
            <a:tailEnd len="med" w="med" type="none"/>
          </a:ln>
        </p:spPr>
      </p:cxnSp>
      <p:sp>
        <p:nvSpPr>
          <p:cNvPr id="3564" name="Google Shape;3564;p30"/>
          <p:cNvSpPr txBox="1"/>
          <p:nvPr/>
        </p:nvSpPr>
        <p:spPr>
          <a:xfrm>
            <a:off x="7497762" y="2770187"/>
            <a:ext cx="342900" cy="539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65" name="Google Shape;3565;p30"/>
          <p:cNvSpPr/>
          <p:nvPr/>
        </p:nvSpPr>
        <p:spPr>
          <a:xfrm>
            <a:off x="7494587" y="2706687"/>
            <a:ext cx="346075" cy="103187"/>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66" name="Google Shape;3566;p30"/>
          <p:cNvGrpSpPr/>
          <p:nvPr/>
        </p:nvGrpSpPr>
        <p:grpSpPr>
          <a:xfrm>
            <a:off x="7578725" y="2728912"/>
            <a:ext cx="171450" cy="60325"/>
            <a:chOff x="2848" y="848"/>
            <a:chExt cx="140" cy="98"/>
          </a:xfrm>
        </p:grpSpPr>
        <p:cxnSp>
          <p:nvCxnSpPr>
            <p:cNvPr id="3567" name="Google Shape;3567;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68" name="Google Shape;3568;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69" name="Google Shape;3569;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570" name="Google Shape;3570;p30"/>
          <p:cNvGrpSpPr/>
          <p:nvPr/>
        </p:nvGrpSpPr>
        <p:grpSpPr>
          <a:xfrm flipH="1" rot="10800000">
            <a:off x="7578725" y="2728912"/>
            <a:ext cx="171450" cy="58737"/>
            <a:chOff x="2848" y="848"/>
            <a:chExt cx="140" cy="98"/>
          </a:xfrm>
        </p:grpSpPr>
        <p:cxnSp>
          <p:nvCxnSpPr>
            <p:cNvPr id="3571" name="Google Shape;3571;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72" name="Google Shape;3572;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73" name="Google Shape;3573;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574" name="Google Shape;3574;p30"/>
          <p:cNvSpPr/>
          <p:nvPr/>
        </p:nvSpPr>
        <p:spPr>
          <a:xfrm>
            <a:off x="6946900" y="2765425"/>
            <a:ext cx="346075" cy="87312"/>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575" name="Google Shape;3575;p30"/>
          <p:cNvCxnSpPr/>
          <p:nvPr/>
        </p:nvCxnSpPr>
        <p:spPr>
          <a:xfrm>
            <a:off x="6946900" y="2757487"/>
            <a:ext cx="0" cy="53975"/>
          </a:xfrm>
          <a:prstGeom prst="straightConnector1">
            <a:avLst/>
          </a:prstGeom>
          <a:noFill/>
          <a:ln cap="flat" cmpd="sng" w="19050">
            <a:solidFill>
              <a:srgbClr val="FF3300"/>
            </a:solidFill>
            <a:prstDash val="solid"/>
            <a:miter lim="800000"/>
            <a:headEnd len="med" w="med" type="none"/>
            <a:tailEnd len="med" w="med" type="none"/>
          </a:ln>
        </p:spPr>
      </p:cxnSp>
      <p:cxnSp>
        <p:nvCxnSpPr>
          <p:cNvPr id="3576" name="Google Shape;3576;p30"/>
          <p:cNvCxnSpPr/>
          <p:nvPr/>
        </p:nvCxnSpPr>
        <p:spPr>
          <a:xfrm>
            <a:off x="7292975" y="2757487"/>
            <a:ext cx="0" cy="53975"/>
          </a:xfrm>
          <a:prstGeom prst="straightConnector1">
            <a:avLst/>
          </a:prstGeom>
          <a:noFill/>
          <a:ln cap="flat" cmpd="sng" w="19050">
            <a:solidFill>
              <a:srgbClr val="FF3300"/>
            </a:solidFill>
            <a:prstDash val="solid"/>
            <a:miter lim="800000"/>
            <a:headEnd len="med" w="med" type="none"/>
            <a:tailEnd len="med" w="med" type="none"/>
          </a:ln>
        </p:spPr>
      </p:cxnSp>
      <p:sp>
        <p:nvSpPr>
          <p:cNvPr id="3577" name="Google Shape;3577;p30"/>
          <p:cNvSpPr txBox="1"/>
          <p:nvPr/>
        </p:nvSpPr>
        <p:spPr>
          <a:xfrm>
            <a:off x="6946900" y="2757487"/>
            <a:ext cx="342900" cy="53975"/>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78" name="Google Shape;3578;p30"/>
          <p:cNvSpPr/>
          <p:nvPr/>
        </p:nvSpPr>
        <p:spPr>
          <a:xfrm>
            <a:off x="6943725" y="2693987"/>
            <a:ext cx="346075" cy="103187"/>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79" name="Google Shape;3579;p30"/>
          <p:cNvGrpSpPr/>
          <p:nvPr/>
        </p:nvGrpSpPr>
        <p:grpSpPr>
          <a:xfrm>
            <a:off x="7027862" y="2716212"/>
            <a:ext cx="171450" cy="60325"/>
            <a:chOff x="2848" y="848"/>
            <a:chExt cx="140" cy="98"/>
          </a:xfrm>
        </p:grpSpPr>
        <p:cxnSp>
          <p:nvCxnSpPr>
            <p:cNvPr id="3580" name="Google Shape;3580;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81" name="Google Shape;3581;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82" name="Google Shape;3582;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583" name="Google Shape;3583;p30"/>
          <p:cNvGrpSpPr/>
          <p:nvPr/>
        </p:nvGrpSpPr>
        <p:grpSpPr>
          <a:xfrm flipH="1" rot="10800000">
            <a:off x="7027862" y="2716212"/>
            <a:ext cx="171450" cy="58737"/>
            <a:chOff x="2848" y="848"/>
            <a:chExt cx="140" cy="98"/>
          </a:xfrm>
        </p:grpSpPr>
        <p:cxnSp>
          <p:nvCxnSpPr>
            <p:cNvPr id="3584" name="Google Shape;3584;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85" name="Google Shape;3585;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86" name="Google Shape;3586;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587" name="Google Shape;3587;p30"/>
          <p:cNvSpPr/>
          <p:nvPr/>
        </p:nvSpPr>
        <p:spPr>
          <a:xfrm>
            <a:off x="7469187" y="3654425"/>
            <a:ext cx="358775" cy="95250"/>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588" name="Google Shape;3588;p30"/>
          <p:cNvCxnSpPr/>
          <p:nvPr/>
        </p:nvCxnSpPr>
        <p:spPr>
          <a:xfrm>
            <a:off x="7469187" y="3646487"/>
            <a:ext cx="0" cy="58737"/>
          </a:xfrm>
          <a:prstGeom prst="straightConnector1">
            <a:avLst/>
          </a:prstGeom>
          <a:noFill/>
          <a:ln cap="flat" cmpd="sng" w="19050">
            <a:solidFill>
              <a:srgbClr val="FF3300"/>
            </a:solidFill>
            <a:prstDash val="solid"/>
            <a:miter lim="800000"/>
            <a:headEnd len="med" w="med" type="none"/>
            <a:tailEnd len="med" w="med" type="none"/>
          </a:ln>
        </p:spPr>
      </p:cxnSp>
      <p:cxnSp>
        <p:nvCxnSpPr>
          <p:cNvPr id="3589" name="Google Shape;3589;p30"/>
          <p:cNvCxnSpPr/>
          <p:nvPr/>
        </p:nvCxnSpPr>
        <p:spPr>
          <a:xfrm>
            <a:off x="7827962" y="3646487"/>
            <a:ext cx="0" cy="58737"/>
          </a:xfrm>
          <a:prstGeom prst="straightConnector1">
            <a:avLst/>
          </a:prstGeom>
          <a:noFill/>
          <a:ln cap="flat" cmpd="sng" w="19050">
            <a:solidFill>
              <a:srgbClr val="FF3300"/>
            </a:solidFill>
            <a:prstDash val="solid"/>
            <a:miter lim="800000"/>
            <a:headEnd len="med" w="med" type="none"/>
            <a:tailEnd len="med" w="med" type="none"/>
          </a:ln>
        </p:spPr>
      </p:cxnSp>
      <p:sp>
        <p:nvSpPr>
          <p:cNvPr id="3590" name="Google Shape;3590;p30"/>
          <p:cNvSpPr txBox="1"/>
          <p:nvPr/>
        </p:nvSpPr>
        <p:spPr>
          <a:xfrm>
            <a:off x="7469187" y="3646487"/>
            <a:ext cx="355600" cy="58737"/>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91" name="Google Shape;3591;p30"/>
          <p:cNvSpPr/>
          <p:nvPr/>
        </p:nvSpPr>
        <p:spPr>
          <a:xfrm>
            <a:off x="7466012" y="3578225"/>
            <a:ext cx="358775" cy="111125"/>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592" name="Google Shape;3592;p30"/>
          <p:cNvGrpSpPr/>
          <p:nvPr/>
        </p:nvGrpSpPr>
        <p:grpSpPr>
          <a:xfrm>
            <a:off x="7551737" y="3602037"/>
            <a:ext cx="179387" cy="65087"/>
            <a:chOff x="2848" y="848"/>
            <a:chExt cx="140" cy="98"/>
          </a:xfrm>
        </p:grpSpPr>
        <p:cxnSp>
          <p:nvCxnSpPr>
            <p:cNvPr id="3593" name="Google Shape;3593;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94" name="Google Shape;3594;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95" name="Google Shape;3595;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596" name="Google Shape;3596;p30"/>
          <p:cNvGrpSpPr/>
          <p:nvPr/>
        </p:nvGrpSpPr>
        <p:grpSpPr>
          <a:xfrm flipH="1" rot="10800000">
            <a:off x="7551737" y="3602037"/>
            <a:ext cx="179387" cy="65087"/>
            <a:chOff x="2848" y="848"/>
            <a:chExt cx="140" cy="98"/>
          </a:xfrm>
        </p:grpSpPr>
        <p:cxnSp>
          <p:nvCxnSpPr>
            <p:cNvPr id="3597" name="Google Shape;3597;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598" name="Google Shape;3598;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599" name="Google Shape;3599;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sp>
        <p:nvSpPr>
          <p:cNvPr id="3600" name="Google Shape;3600;p30"/>
          <p:cNvSpPr/>
          <p:nvPr/>
        </p:nvSpPr>
        <p:spPr>
          <a:xfrm>
            <a:off x="7172325" y="3929062"/>
            <a:ext cx="358775" cy="95250"/>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601" name="Google Shape;3601;p30"/>
          <p:cNvCxnSpPr/>
          <p:nvPr/>
        </p:nvCxnSpPr>
        <p:spPr>
          <a:xfrm>
            <a:off x="7172325" y="3921125"/>
            <a:ext cx="0" cy="58737"/>
          </a:xfrm>
          <a:prstGeom prst="straightConnector1">
            <a:avLst/>
          </a:prstGeom>
          <a:noFill/>
          <a:ln cap="flat" cmpd="sng" w="12700">
            <a:solidFill>
              <a:srgbClr val="FF3300"/>
            </a:solidFill>
            <a:prstDash val="solid"/>
            <a:miter lim="800000"/>
            <a:headEnd len="med" w="med" type="none"/>
            <a:tailEnd len="med" w="med" type="none"/>
          </a:ln>
        </p:spPr>
      </p:cxnSp>
      <p:cxnSp>
        <p:nvCxnSpPr>
          <p:cNvPr id="3602" name="Google Shape;3602;p30"/>
          <p:cNvCxnSpPr/>
          <p:nvPr/>
        </p:nvCxnSpPr>
        <p:spPr>
          <a:xfrm>
            <a:off x="7531100" y="3921125"/>
            <a:ext cx="0" cy="58737"/>
          </a:xfrm>
          <a:prstGeom prst="straightConnector1">
            <a:avLst/>
          </a:prstGeom>
          <a:noFill/>
          <a:ln cap="flat" cmpd="sng" w="19050">
            <a:solidFill>
              <a:srgbClr val="FF3300"/>
            </a:solidFill>
            <a:prstDash val="solid"/>
            <a:miter lim="800000"/>
            <a:headEnd len="med" w="med" type="none"/>
            <a:tailEnd len="med" w="med" type="none"/>
          </a:ln>
        </p:spPr>
      </p:cxnSp>
      <p:sp>
        <p:nvSpPr>
          <p:cNvPr id="3603" name="Google Shape;3603;p30"/>
          <p:cNvSpPr txBox="1"/>
          <p:nvPr/>
        </p:nvSpPr>
        <p:spPr>
          <a:xfrm>
            <a:off x="7178675" y="3921125"/>
            <a:ext cx="349250" cy="58737"/>
          </a:xfrm>
          <a:prstGeom prst="rect">
            <a:avLst/>
          </a:prstGeom>
          <a:solidFill>
            <a:srgbClr val="FF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04" name="Google Shape;3604;p30"/>
          <p:cNvSpPr/>
          <p:nvPr/>
        </p:nvSpPr>
        <p:spPr>
          <a:xfrm>
            <a:off x="7169150" y="3852862"/>
            <a:ext cx="358775" cy="111125"/>
          </a:xfrm>
          <a:prstGeom prst="ellipse">
            <a:avLst/>
          </a:prstGeom>
          <a:solidFill>
            <a:srgbClr val="FFCCFF"/>
          </a:solidFill>
          <a:ln cap="flat" cmpd="sng" w="1905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605" name="Google Shape;3605;p30"/>
          <p:cNvGrpSpPr/>
          <p:nvPr/>
        </p:nvGrpSpPr>
        <p:grpSpPr>
          <a:xfrm>
            <a:off x="7254875" y="3876675"/>
            <a:ext cx="179387" cy="65087"/>
            <a:chOff x="2848" y="848"/>
            <a:chExt cx="140" cy="98"/>
          </a:xfrm>
        </p:grpSpPr>
        <p:cxnSp>
          <p:nvCxnSpPr>
            <p:cNvPr id="3606" name="Google Shape;3606;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607" name="Google Shape;3607;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608" name="Google Shape;3608;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grpSp>
        <p:nvGrpSpPr>
          <p:cNvPr id="3609" name="Google Shape;3609;p30"/>
          <p:cNvGrpSpPr/>
          <p:nvPr/>
        </p:nvGrpSpPr>
        <p:grpSpPr>
          <a:xfrm flipH="1" rot="10800000">
            <a:off x="7254875" y="3876675"/>
            <a:ext cx="179387" cy="65087"/>
            <a:chOff x="2848" y="848"/>
            <a:chExt cx="140" cy="98"/>
          </a:xfrm>
        </p:grpSpPr>
        <p:cxnSp>
          <p:nvCxnSpPr>
            <p:cNvPr id="3610" name="Google Shape;3610;p30"/>
            <p:cNvCxnSpPr/>
            <p:nvPr/>
          </p:nvCxnSpPr>
          <p:spPr>
            <a:xfrm flipH="1" rot="10800000">
              <a:off x="2848" y="848"/>
              <a:ext cx="50" cy="2"/>
            </a:xfrm>
            <a:prstGeom prst="straightConnector1">
              <a:avLst/>
            </a:prstGeom>
            <a:noFill/>
            <a:ln cap="flat" cmpd="sng" w="28575">
              <a:solidFill>
                <a:srgbClr val="FF3300"/>
              </a:solidFill>
              <a:prstDash val="solid"/>
              <a:miter lim="800000"/>
              <a:headEnd len="med" w="med" type="none"/>
              <a:tailEnd len="med" w="med" type="none"/>
            </a:ln>
          </p:spPr>
        </p:cxnSp>
        <p:cxnSp>
          <p:nvCxnSpPr>
            <p:cNvPr id="3611" name="Google Shape;3611;p30"/>
            <p:cNvCxnSpPr/>
            <p:nvPr/>
          </p:nvCxnSpPr>
          <p:spPr>
            <a:xfrm>
              <a:off x="2944" y="946"/>
              <a:ext cx="44" cy="0"/>
            </a:xfrm>
            <a:prstGeom prst="straightConnector1">
              <a:avLst/>
            </a:prstGeom>
            <a:noFill/>
            <a:ln cap="flat" cmpd="sng" w="28575">
              <a:solidFill>
                <a:srgbClr val="FF3300"/>
              </a:solidFill>
              <a:prstDash val="solid"/>
              <a:miter lim="800000"/>
              <a:headEnd len="med" w="med" type="none"/>
              <a:tailEnd len="med" w="med" type="none"/>
            </a:ln>
          </p:spPr>
        </p:cxnSp>
        <p:cxnSp>
          <p:nvCxnSpPr>
            <p:cNvPr id="3612" name="Google Shape;3612;p30"/>
            <p:cNvCxnSpPr/>
            <p:nvPr/>
          </p:nvCxnSpPr>
          <p:spPr>
            <a:xfrm>
              <a:off x="2894" y="850"/>
              <a:ext cx="52" cy="96"/>
            </a:xfrm>
            <a:prstGeom prst="straightConnector1">
              <a:avLst/>
            </a:prstGeom>
            <a:noFill/>
            <a:ln cap="flat" cmpd="sng" w="28575">
              <a:solidFill>
                <a:srgbClr val="FF3300"/>
              </a:solidFill>
              <a:prstDash val="solid"/>
              <a:miter lim="800000"/>
              <a:headEnd len="med" w="med" type="none"/>
              <a:tailEnd len="med" w="med" type="none"/>
            </a:ln>
          </p:spPr>
        </p:cxnSp>
      </p:grpSp>
      <p:cxnSp>
        <p:nvCxnSpPr>
          <p:cNvPr id="3613" name="Google Shape;3613;p30"/>
          <p:cNvCxnSpPr/>
          <p:nvPr/>
        </p:nvCxnSpPr>
        <p:spPr>
          <a:xfrm flipH="1" rot="10800000">
            <a:off x="6942137" y="4005262"/>
            <a:ext cx="263525" cy="482600"/>
          </a:xfrm>
          <a:prstGeom prst="straightConnector1">
            <a:avLst/>
          </a:prstGeom>
          <a:noFill/>
          <a:ln cap="flat" cmpd="sng" w="38100">
            <a:solidFill>
              <a:srgbClr val="FF3300"/>
            </a:solidFill>
            <a:prstDash val="solid"/>
            <a:miter lim="800000"/>
            <a:headEnd len="med" w="med" type="none"/>
            <a:tailEnd len="med" w="med" type="none"/>
          </a:ln>
        </p:spPr>
      </p:cxnSp>
      <p:grpSp>
        <p:nvGrpSpPr>
          <p:cNvPr id="3614" name="Google Shape;3614;p30"/>
          <p:cNvGrpSpPr/>
          <p:nvPr/>
        </p:nvGrpSpPr>
        <p:grpSpPr>
          <a:xfrm>
            <a:off x="5481637" y="3602037"/>
            <a:ext cx="173037" cy="219075"/>
            <a:chOff x="3774" y="2423"/>
            <a:chExt cx="189" cy="286"/>
          </a:xfrm>
        </p:grpSpPr>
        <p:sp>
          <p:nvSpPr>
            <p:cNvPr id="3615" name="Google Shape;3615;p30"/>
            <p:cNvSpPr txBox="1"/>
            <p:nvPr/>
          </p:nvSpPr>
          <p:spPr>
            <a:xfrm>
              <a:off x="3790" y="2610"/>
              <a:ext cx="153"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16" name="Google Shape;3616;p30"/>
            <p:cNvSpPr txBox="1"/>
            <p:nvPr/>
          </p:nvSpPr>
          <p:spPr>
            <a:xfrm>
              <a:off x="3774" y="2653"/>
              <a:ext cx="189"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17" name="Google Shape;3617;p30"/>
            <p:cNvSpPr txBox="1"/>
            <p:nvPr/>
          </p:nvSpPr>
          <p:spPr>
            <a:xfrm>
              <a:off x="3808" y="2564"/>
              <a:ext cx="119"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18" name="Google Shape;3618;p30"/>
            <p:cNvSpPr txBox="1"/>
            <p:nvPr/>
          </p:nvSpPr>
          <p:spPr>
            <a:xfrm>
              <a:off x="3818" y="2518"/>
              <a:ext cx="97"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19" name="Google Shape;3619;p30"/>
            <p:cNvSpPr txBox="1"/>
            <p:nvPr/>
          </p:nvSpPr>
          <p:spPr>
            <a:xfrm>
              <a:off x="3828" y="2472"/>
              <a:ext cx="74"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0" name="Google Shape;3620;p30"/>
            <p:cNvSpPr txBox="1"/>
            <p:nvPr/>
          </p:nvSpPr>
          <p:spPr>
            <a:xfrm>
              <a:off x="3839" y="2423"/>
              <a:ext cx="51"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621" name="Google Shape;3621;p30"/>
          <p:cNvGrpSpPr/>
          <p:nvPr/>
        </p:nvGrpSpPr>
        <p:grpSpPr>
          <a:xfrm>
            <a:off x="6810375" y="4968875"/>
            <a:ext cx="293687" cy="411162"/>
            <a:chOff x="4290" y="3130"/>
            <a:chExt cx="185" cy="259"/>
          </a:xfrm>
        </p:grpSpPr>
        <p:pic>
          <p:nvPicPr>
            <p:cNvPr descr="31u_bnrz[1]" id="3622" name="Google Shape;3622;p30"/>
            <p:cNvPicPr preferRelativeResize="0"/>
            <p:nvPr/>
          </p:nvPicPr>
          <p:blipFill rotWithShape="1">
            <a:blip r:embed="rId4">
              <a:alphaModFix/>
            </a:blip>
            <a:srcRect b="0" l="0" r="0" t="0"/>
            <a:stretch/>
          </p:blipFill>
          <p:spPr>
            <a:xfrm>
              <a:off x="4343" y="3211"/>
              <a:ext cx="121" cy="174"/>
            </a:xfrm>
            <a:prstGeom prst="rect">
              <a:avLst/>
            </a:prstGeom>
            <a:noFill/>
            <a:ln>
              <a:noFill/>
            </a:ln>
          </p:spPr>
        </p:pic>
        <p:sp>
          <p:nvSpPr>
            <p:cNvPr id="3623" name="Google Shape;3623;p30"/>
            <p:cNvSpPr/>
            <p:nvPr/>
          </p:nvSpPr>
          <p:spPr>
            <a:xfrm>
              <a:off x="4432" y="3130"/>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4" name="Google Shape;3624;p30"/>
            <p:cNvSpPr/>
            <p:nvPr/>
          </p:nvSpPr>
          <p:spPr>
            <a:xfrm>
              <a:off x="4387" y="3191"/>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5" name="Google Shape;3625;p30"/>
            <p:cNvSpPr/>
            <p:nvPr/>
          </p:nvSpPr>
          <p:spPr>
            <a:xfrm>
              <a:off x="4381" y="3174"/>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6" name="Google Shape;3626;p30"/>
            <p:cNvSpPr/>
            <p:nvPr/>
          </p:nvSpPr>
          <p:spPr>
            <a:xfrm>
              <a:off x="4375" y="3163"/>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7" name="Google Shape;3627;p30"/>
            <p:cNvSpPr/>
            <p:nvPr/>
          </p:nvSpPr>
          <p:spPr>
            <a:xfrm>
              <a:off x="4370" y="3155"/>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8" name="Google Shape;3628;p30"/>
            <p:cNvSpPr/>
            <p:nvPr/>
          </p:nvSpPr>
          <p:spPr>
            <a:xfrm>
              <a:off x="4330" y="3145"/>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9" name="Google Shape;3629;p30"/>
            <p:cNvSpPr/>
            <p:nvPr/>
          </p:nvSpPr>
          <p:spPr>
            <a:xfrm>
              <a:off x="4386" y="3145"/>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0" name="Google Shape;3630;p30"/>
            <p:cNvSpPr/>
            <p:nvPr/>
          </p:nvSpPr>
          <p:spPr>
            <a:xfrm>
              <a:off x="4309" y="3138"/>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1" name="Google Shape;3631;p30"/>
            <p:cNvSpPr/>
            <p:nvPr/>
          </p:nvSpPr>
          <p:spPr>
            <a:xfrm>
              <a:off x="4384" y="3136"/>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2" name="Google Shape;3632;p30"/>
            <p:cNvSpPr/>
            <p:nvPr/>
          </p:nvSpPr>
          <p:spPr>
            <a:xfrm>
              <a:off x="4290" y="3159"/>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3" name="Google Shape;3633;p30"/>
            <p:cNvSpPr/>
            <p:nvPr/>
          </p:nvSpPr>
          <p:spPr>
            <a:xfrm>
              <a:off x="4423" y="3133"/>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634" name="Google Shape;3634;p30"/>
            <p:cNvGrpSpPr/>
            <p:nvPr/>
          </p:nvGrpSpPr>
          <p:grpSpPr>
            <a:xfrm>
              <a:off x="4332" y="3207"/>
              <a:ext cx="143" cy="182"/>
              <a:chOff x="3774" y="2423"/>
              <a:chExt cx="189" cy="286"/>
            </a:xfrm>
          </p:grpSpPr>
          <p:sp>
            <p:nvSpPr>
              <p:cNvPr id="3635" name="Google Shape;3635;p30"/>
              <p:cNvSpPr txBox="1"/>
              <p:nvPr/>
            </p:nvSpPr>
            <p:spPr>
              <a:xfrm>
                <a:off x="3790" y="2610"/>
                <a:ext cx="153"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6" name="Google Shape;3636;p30"/>
              <p:cNvSpPr txBox="1"/>
              <p:nvPr/>
            </p:nvSpPr>
            <p:spPr>
              <a:xfrm>
                <a:off x="3774" y="2653"/>
                <a:ext cx="189"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7" name="Google Shape;3637;p30"/>
              <p:cNvSpPr txBox="1"/>
              <p:nvPr/>
            </p:nvSpPr>
            <p:spPr>
              <a:xfrm>
                <a:off x="3808" y="2564"/>
                <a:ext cx="119"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8" name="Google Shape;3638;p30"/>
              <p:cNvSpPr txBox="1"/>
              <p:nvPr/>
            </p:nvSpPr>
            <p:spPr>
              <a:xfrm>
                <a:off x="3818" y="2518"/>
                <a:ext cx="97"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9" name="Google Shape;3639;p30"/>
              <p:cNvSpPr txBox="1"/>
              <p:nvPr/>
            </p:nvSpPr>
            <p:spPr>
              <a:xfrm>
                <a:off x="3828" y="2472"/>
                <a:ext cx="74"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40" name="Google Shape;3640;p30"/>
              <p:cNvSpPr txBox="1"/>
              <p:nvPr/>
            </p:nvSpPr>
            <p:spPr>
              <a:xfrm>
                <a:off x="3839" y="2423"/>
                <a:ext cx="51" cy="5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grpSp>
        <p:nvGrpSpPr>
          <p:cNvPr id="3641" name="Google Shape;3641;p30"/>
          <p:cNvGrpSpPr/>
          <p:nvPr/>
        </p:nvGrpSpPr>
        <p:grpSpPr>
          <a:xfrm>
            <a:off x="7926387" y="4949825"/>
            <a:ext cx="198437" cy="365125"/>
            <a:chOff x="4702" y="3292"/>
            <a:chExt cx="125" cy="230"/>
          </a:xfrm>
        </p:grpSpPr>
        <p:sp>
          <p:nvSpPr>
            <p:cNvPr id="3642" name="Google Shape;3642;p30"/>
            <p:cNvSpPr/>
            <p:nvPr/>
          </p:nvSpPr>
          <p:spPr>
            <a:xfrm>
              <a:off x="4702" y="3469"/>
              <a:ext cx="125" cy="53"/>
            </a:xfrm>
            <a:prstGeom prst="parallelogram">
              <a:avLst>
                <a:gd fmla="val 8321" name="adj"/>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43" name="Google Shape;3643;p30"/>
            <p:cNvSpPr txBox="1"/>
            <p:nvPr/>
          </p:nvSpPr>
          <p:spPr>
            <a:xfrm>
              <a:off x="4765" y="3293"/>
              <a:ext cx="58" cy="177"/>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44" name="Google Shape;3644;p30"/>
            <p:cNvSpPr txBox="1"/>
            <p:nvPr/>
          </p:nvSpPr>
          <p:spPr>
            <a:xfrm>
              <a:off x="4703" y="3344"/>
              <a:ext cx="79" cy="177"/>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45" name="Google Shape;3645;p30"/>
            <p:cNvSpPr/>
            <p:nvPr/>
          </p:nvSpPr>
          <p:spPr>
            <a:xfrm>
              <a:off x="4702" y="3292"/>
              <a:ext cx="125" cy="53"/>
            </a:xfrm>
            <a:prstGeom prst="parallelogram">
              <a:avLst>
                <a:gd fmla="val 8321" name="adj"/>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646" name="Google Shape;3646;p30"/>
            <p:cNvCxnSpPr/>
            <p:nvPr/>
          </p:nvCxnSpPr>
          <p:spPr>
            <a:xfrm>
              <a:off x="4827" y="3296"/>
              <a:ext cx="0" cy="173"/>
            </a:xfrm>
            <a:prstGeom prst="straightConnector1">
              <a:avLst/>
            </a:prstGeom>
            <a:noFill/>
            <a:ln cap="flat" cmpd="sng" w="9525">
              <a:solidFill>
                <a:schemeClr val="lt2"/>
              </a:solidFill>
              <a:prstDash val="solid"/>
              <a:miter lim="800000"/>
              <a:headEnd len="med" w="med" type="none"/>
              <a:tailEnd len="med" w="med" type="none"/>
            </a:ln>
          </p:spPr>
        </p:cxnSp>
        <p:cxnSp>
          <p:nvCxnSpPr>
            <p:cNvPr id="3647" name="Google Shape;3647;p30"/>
            <p:cNvCxnSpPr/>
            <p:nvPr/>
          </p:nvCxnSpPr>
          <p:spPr>
            <a:xfrm flipH="1">
              <a:off x="4782" y="3469"/>
              <a:ext cx="45" cy="52"/>
            </a:xfrm>
            <a:prstGeom prst="straightConnector1">
              <a:avLst/>
            </a:prstGeom>
            <a:noFill/>
            <a:ln cap="flat" cmpd="sng" w="9525">
              <a:solidFill>
                <a:schemeClr val="lt2"/>
              </a:solidFill>
              <a:prstDash val="solid"/>
              <a:miter lim="800000"/>
              <a:headEnd len="med" w="med" type="none"/>
              <a:tailEnd len="med" w="med" type="none"/>
            </a:ln>
          </p:spPr>
        </p:cxnSp>
        <p:sp>
          <p:nvSpPr>
            <p:cNvPr id="3648" name="Google Shape;3648;p30"/>
            <p:cNvSpPr txBox="1"/>
            <p:nvPr/>
          </p:nvSpPr>
          <p:spPr>
            <a:xfrm>
              <a:off x="4713" y="3367"/>
              <a:ext cx="52" cy="102"/>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49" name="Google Shape;3649;p30"/>
            <p:cNvSpPr txBox="1"/>
            <p:nvPr/>
          </p:nvSpPr>
          <p:spPr>
            <a:xfrm>
              <a:off x="4720" y="3398"/>
              <a:ext cx="40" cy="36"/>
            </a:xfrm>
            <a:prstGeom prst="rect">
              <a:avLst/>
            </a:prstGeom>
            <a:solidFill>
              <a:schemeClr val="folHlink"/>
            </a:solid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650" name="Google Shape;3650;p30"/>
          <p:cNvGrpSpPr/>
          <p:nvPr/>
        </p:nvGrpSpPr>
        <p:grpSpPr>
          <a:xfrm>
            <a:off x="7104062" y="5305425"/>
            <a:ext cx="273050" cy="341312"/>
            <a:chOff x="4475" y="3342"/>
            <a:chExt cx="172" cy="215"/>
          </a:xfrm>
        </p:grpSpPr>
        <p:sp>
          <p:nvSpPr>
            <p:cNvPr id="3651" name="Google Shape;3651;p30"/>
            <p:cNvSpPr/>
            <p:nvPr/>
          </p:nvSpPr>
          <p:spPr>
            <a:xfrm>
              <a:off x="4500" y="3398"/>
              <a:ext cx="147" cy="1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2" name="Google Shape;3652;p30"/>
            <p:cNvSpPr/>
            <p:nvPr/>
          </p:nvSpPr>
          <p:spPr>
            <a:xfrm>
              <a:off x="4501" y="3398"/>
              <a:ext cx="146" cy="159"/>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3" name="Google Shape;3653;p30"/>
            <p:cNvSpPr/>
            <p:nvPr/>
          </p:nvSpPr>
          <p:spPr>
            <a:xfrm>
              <a:off x="4519" y="3499"/>
              <a:ext cx="85" cy="27"/>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4" name="Google Shape;3654;p30"/>
            <p:cNvSpPr/>
            <p:nvPr/>
          </p:nvSpPr>
          <p:spPr>
            <a:xfrm>
              <a:off x="4505" y="3511"/>
              <a:ext cx="99" cy="42"/>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5" name="Google Shape;3655;p30"/>
            <p:cNvSpPr/>
            <p:nvPr/>
          </p:nvSpPr>
          <p:spPr>
            <a:xfrm>
              <a:off x="4475" y="3342"/>
              <a:ext cx="160" cy="1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6" name="Google Shape;3656;p30"/>
            <p:cNvSpPr/>
            <p:nvPr/>
          </p:nvSpPr>
          <p:spPr>
            <a:xfrm>
              <a:off x="4508" y="3354"/>
              <a:ext cx="23" cy="31"/>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7" name="Google Shape;3657;p30"/>
            <p:cNvSpPr/>
            <p:nvPr/>
          </p:nvSpPr>
          <p:spPr>
            <a:xfrm>
              <a:off x="4547" y="3353"/>
              <a:ext cx="14" cy="24"/>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8" name="Google Shape;3658;p30"/>
            <p:cNvSpPr/>
            <p:nvPr/>
          </p:nvSpPr>
          <p:spPr>
            <a:xfrm>
              <a:off x="4494" y="3348"/>
              <a:ext cx="37" cy="50"/>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9" name="Google Shape;3659;p30"/>
            <p:cNvSpPr/>
            <p:nvPr/>
          </p:nvSpPr>
          <p:spPr>
            <a:xfrm>
              <a:off x="4545" y="3346"/>
              <a:ext cx="32" cy="34"/>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0" name="Google Shape;3660;p30"/>
            <p:cNvSpPr/>
            <p:nvPr/>
          </p:nvSpPr>
          <p:spPr>
            <a:xfrm>
              <a:off x="4481" y="3362"/>
              <a:ext cx="13" cy="31"/>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1" name="Google Shape;3661;p30"/>
            <p:cNvSpPr/>
            <p:nvPr/>
          </p:nvSpPr>
          <p:spPr>
            <a:xfrm>
              <a:off x="4571" y="3344"/>
              <a:ext cx="28" cy="41"/>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2" name="Google Shape;3662;p30"/>
            <p:cNvSpPr/>
            <p:nvPr/>
          </p:nvSpPr>
          <p:spPr>
            <a:xfrm>
              <a:off x="4541" y="3392"/>
              <a:ext cx="9" cy="25"/>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3" name="Google Shape;3663;p30"/>
            <p:cNvSpPr/>
            <p:nvPr/>
          </p:nvSpPr>
          <p:spPr>
            <a:xfrm>
              <a:off x="4537" y="3379"/>
              <a:ext cx="5" cy="12"/>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4" name="Google Shape;3664;p30"/>
            <p:cNvSpPr/>
            <p:nvPr/>
          </p:nvSpPr>
          <p:spPr>
            <a:xfrm>
              <a:off x="4533" y="3370"/>
              <a:ext cx="4" cy="7"/>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5" name="Google Shape;3665;p30"/>
            <p:cNvSpPr/>
            <p:nvPr/>
          </p:nvSpPr>
          <p:spPr>
            <a:xfrm>
              <a:off x="4529" y="3364"/>
              <a:ext cx="6" cy="4"/>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6" name="Google Shape;3666;p30"/>
            <p:cNvSpPr/>
            <p:nvPr/>
          </p:nvSpPr>
          <p:spPr>
            <a:xfrm>
              <a:off x="4502" y="3356"/>
              <a:ext cx="23" cy="31"/>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7" name="Google Shape;3667;p30"/>
            <p:cNvSpPr/>
            <p:nvPr/>
          </p:nvSpPr>
          <p:spPr>
            <a:xfrm>
              <a:off x="4540" y="3355"/>
              <a:ext cx="15" cy="25"/>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8" name="Google Shape;3668;p30"/>
            <p:cNvSpPr/>
            <p:nvPr/>
          </p:nvSpPr>
          <p:spPr>
            <a:xfrm>
              <a:off x="4488" y="3350"/>
              <a:ext cx="36" cy="50"/>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9" name="Google Shape;3669;p30"/>
            <p:cNvSpPr/>
            <p:nvPr/>
          </p:nvSpPr>
          <p:spPr>
            <a:xfrm>
              <a:off x="4539" y="3348"/>
              <a:ext cx="32" cy="34"/>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0" name="Google Shape;3670;p30"/>
            <p:cNvSpPr/>
            <p:nvPr/>
          </p:nvSpPr>
          <p:spPr>
            <a:xfrm>
              <a:off x="4476" y="3366"/>
              <a:ext cx="13" cy="32"/>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1" name="Google Shape;3671;p30"/>
            <p:cNvSpPr/>
            <p:nvPr/>
          </p:nvSpPr>
          <p:spPr>
            <a:xfrm>
              <a:off x="4565" y="3346"/>
              <a:ext cx="28" cy="41"/>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2" name="Google Shape;3672;p30"/>
            <p:cNvSpPr/>
            <p:nvPr/>
          </p:nvSpPr>
          <p:spPr>
            <a:xfrm>
              <a:off x="4538" y="3409"/>
              <a:ext cx="107" cy="71"/>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3" name="Google Shape;3673;p30"/>
            <p:cNvSpPr/>
            <p:nvPr/>
          </p:nvSpPr>
          <p:spPr>
            <a:xfrm>
              <a:off x="4547" y="3411"/>
              <a:ext cx="82" cy="28"/>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4" name="Google Shape;3674;p30"/>
            <p:cNvSpPr/>
            <p:nvPr/>
          </p:nvSpPr>
          <p:spPr>
            <a:xfrm>
              <a:off x="4527" y="3494"/>
              <a:ext cx="108" cy="26"/>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5" name="Google Shape;3675;p30"/>
            <p:cNvSpPr/>
            <p:nvPr/>
          </p:nvSpPr>
          <p:spPr>
            <a:xfrm>
              <a:off x="4517" y="3502"/>
              <a:ext cx="109" cy="26"/>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6" name="Google Shape;3676;p30"/>
            <p:cNvSpPr/>
            <p:nvPr/>
          </p:nvSpPr>
          <p:spPr>
            <a:xfrm>
              <a:off x="4534" y="3526"/>
              <a:ext cx="16" cy="6"/>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7" name="Google Shape;3677;p30"/>
            <p:cNvSpPr/>
            <p:nvPr/>
          </p:nvSpPr>
          <p:spPr>
            <a:xfrm>
              <a:off x="4537" y="3483"/>
              <a:ext cx="15" cy="9"/>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8" name="Google Shape;3678;p30"/>
            <p:cNvSpPr/>
            <p:nvPr/>
          </p:nvSpPr>
          <p:spPr>
            <a:xfrm>
              <a:off x="4620" y="3499"/>
              <a:ext cx="15" cy="9"/>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9" name="Google Shape;3679;p30"/>
            <p:cNvSpPr/>
            <p:nvPr/>
          </p:nvSpPr>
          <p:spPr>
            <a:xfrm>
              <a:off x="4553" y="3485"/>
              <a:ext cx="63" cy="16"/>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0" name="Google Shape;3680;p30"/>
            <p:cNvSpPr/>
            <p:nvPr/>
          </p:nvSpPr>
          <p:spPr>
            <a:xfrm>
              <a:off x="4553" y="349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1" name="Google Shape;3681;p30"/>
            <p:cNvSpPr/>
            <p:nvPr/>
          </p:nvSpPr>
          <p:spPr>
            <a:xfrm>
              <a:off x="4553" y="348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682" name="Google Shape;3682;p30"/>
          <p:cNvGrpSpPr/>
          <p:nvPr/>
        </p:nvGrpSpPr>
        <p:grpSpPr>
          <a:xfrm>
            <a:off x="6646862" y="5322887"/>
            <a:ext cx="273050" cy="341312"/>
            <a:chOff x="4475" y="3342"/>
            <a:chExt cx="172" cy="215"/>
          </a:xfrm>
        </p:grpSpPr>
        <p:sp>
          <p:nvSpPr>
            <p:cNvPr id="3683" name="Google Shape;3683;p30"/>
            <p:cNvSpPr/>
            <p:nvPr/>
          </p:nvSpPr>
          <p:spPr>
            <a:xfrm>
              <a:off x="4500" y="3398"/>
              <a:ext cx="147" cy="1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4" name="Google Shape;3684;p30"/>
            <p:cNvSpPr/>
            <p:nvPr/>
          </p:nvSpPr>
          <p:spPr>
            <a:xfrm>
              <a:off x="4501" y="3398"/>
              <a:ext cx="146" cy="159"/>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5" name="Google Shape;3685;p30"/>
            <p:cNvSpPr/>
            <p:nvPr/>
          </p:nvSpPr>
          <p:spPr>
            <a:xfrm>
              <a:off x="4519" y="3499"/>
              <a:ext cx="85" cy="27"/>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6" name="Google Shape;3686;p30"/>
            <p:cNvSpPr/>
            <p:nvPr/>
          </p:nvSpPr>
          <p:spPr>
            <a:xfrm>
              <a:off x="4505" y="3511"/>
              <a:ext cx="99" cy="42"/>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7" name="Google Shape;3687;p30"/>
            <p:cNvSpPr/>
            <p:nvPr/>
          </p:nvSpPr>
          <p:spPr>
            <a:xfrm>
              <a:off x="4475" y="3342"/>
              <a:ext cx="160" cy="1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8" name="Google Shape;3688;p30"/>
            <p:cNvSpPr/>
            <p:nvPr/>
          </p:nvSpPr>
          <p:spPr>
            <a:xfrm>
              <a:off x="4508" y="3354"/>
              <a:ext cx="23" cy="31"/>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9" name="Google Shape;3689;p30"/>
            <p:cNvSpPr/>
            <p:nvPr/>
          </p:nvSpPr>
          <p:spPr>
            <a:xfrm>
              <a:off x="4547" y="3353"/>
              <a:ext cx="14" cy="24"/>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0" name="Google Shape;3690;p30"/>
            <p:cNvSpPr/>
            <p:nvPr/>
          </p:nvSpPr>
          <p:spPr>
            <a:xfrm>
              <a:off x="4494" y="3348"/>
              <a:ext cx="37" cy="50"/>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1" name="Google Shape;3691;p30"/>
            <p:cNvSpPr/>
            <p:nvPr/>
          </p:nvSpPr>
          <p:spPr>
            <a:xfrm>
              <a:off x="4545" y="3346"/>
              <a:ext cx="32" cy="34"/>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2" name="Google Shape;3692;p30"/>
            <p:cNvSpPr/>
            <p:nvPr/>
          </p:nvSpPr>
          <p:spPr>
            <a:xfrm>
              <a:off x="4481" y="3362"/>
              <a:ext cx="13" cy="31"/>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3" name="Google Shape;3693;p30"/>
            <p:cNvSpPr/>
            <p:nvPr/>
          </p:nvSpPr>
          <p:spPr>
            <a:xfrm>
              <a:off x="4571" y="3344"/>
              <a:ext cx="28" cy="41"/>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4" name="Google Shape;3694;p30"/>
            <p:cNvSpPr/>
            <p:nvPr/>
          </p:nvSpPr>
          <p:spPr>
            <a:xfrm>
              <a:off x="4541" y="3392"/>
              <a:ext cx="9" cy="25"/>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5" name="Google Shape;3695;p30"/>
            <p:cNvSpPr/>
            <p:nvPr/>
          </p:nvSpPr>
          <p:spPr>
            <a:xfrm>
              <a:off x="4537" y="3379"/>
              <a:ext cx="5" cy="12"/>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6" name="Google Shape;3696;p30"/>
            <p:cNvSpPr/>
            <p:nvPr/>
          </p:nvSpPr>
          <p:spPr>
            <a:xfrm>
              <a:off x="4533" y="3370"/>
              <a:ext cx="4" cy="7"/>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7" name="Google Shape;3697;p30"/>
            <p:cNvSpPr/>
            <p:nvPr/>
          </p:nvSpPr>
          <p:spPr>
            <a:xfrm>
              <a:off x="4529" y="3364"/>
              <a:ext cx="6" cy="4"/>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8" name="Google Shape;3698;p30"/>
            <p:cNvSpPr/>
            <p:nvPr/>
          </p:nvSpPr>
          <p:spPr>
            <a:xfrm>
              <a:off x="4502" y="3356"/>
              <a:ext cx="23" cy="31"/>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9" name="Google Shape;3699;p30"/>
            <p:cNvSpPr/>
            <p:nvPr/>
          </p:nvSpPr>
          <p:spPr>
            <a:xfrm>
              <a:off x="4540" y="3355"/>
              <a:ext cx="15" cy="25"/>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0" name="Google Shape;3700;p30"/>
            <p:cNvSpPr/>
            <p:nvPr/>
          </p:nvSpPr>
          <p:spPr>
            <a:xfrm>
              <a:off x="4488" y="3350"/>
              <a:ext cx="36" cy="50"/>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1" name="Google Shape;3701;p30"/>
            <p:cNvSpPr/>
            <p:nvPr/>
          </p:nvSpPr>
          <p:spPr>
            <a:xfrm>
              <a:off x="4539" y="3348"/>
              <a:ext cx="32" cy="34"/>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2" name="Google Shape;3702;p30"/>
            <p:cNvSpPr/>
            <p:nvPr/>
          </p:nvSpPr>
          <p:spPr>
            <a:xfrm>
              <a:off x="4476" y="3366"/>
              <a:ext cx="13" cy="32"/>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3" name="Google Shape;3703;p30"/>
            <p:cNvSpPr/>
            <p:nvPr/>
          </p:nvSpPr>
          <p:spPr>
            <a:xfrm>
              <a:off x="4565" y="3346"/>
              <a:ext cx="28" cy="41"/>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4" name="Google Shape;3704;p30"/>
            <p:cNvSpPr/>
            <p:nvPr/>
          </p:nvSpPr>
          <p:spPr>
            <a:xfrm>
              <a:off x="4538" y="3409"/>
              <a:ext cx="107" cy="71"/>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5" name="Google Shape;3705;p30"/>
            <p:cNvSpPr/>
            <p:nvPr/>
          </p:nvSpPr>
          <p:spPr>
            <a:xfrm>
              <a:off x="4547" y="3411"/>
              <a:ext cx="82" cy="28"/>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6" name="Google Shape;3706;p30"/>
            <p:cNvSpPr/>
            <p:nvPr/>
          </p:nvSpPr>
          <p:spPr>
            <a:xfrm>
              <a:off x="4527" y="3494"/>
              <a:ext cx="108" cy="26"/>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7" name="Google Shape;3707;p30"/>
            <p:cNvSpPr/>
            <p:nvPr/>
          </p:nvSpPr>
          <p:spPr>
            <a:xfrm>
              <a:off x="4517" y="3502"/>
              <a:ext cx="109" cy="26"/>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8" name="Google Shape;3708;p30"/>
            <p:cNvSpPr/>
            <p:nvPr/>
          </p:nvSpPr>
          <p:spPr>
            <a:xfrm>
              <a:off x="4534" y="3526"/>
              <a:ext cx="16" cy="6"/>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9" name="Google Shape;3709;p30"/>
            <p:cNvSpPr/>
            <p:nvPr/>
          </p:nvSpPr>
          <p:spPr>
            <a:xfrm>
              <a:off x="4537" y="3483"/>
              <a:ext cx="15" cy="9"/>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0" name="Google Shape;3710;p30"/>
            <p:cNvSpPr/>
            <p:nvPr/>
          </p:nvSpPr>
          <p:spPr>
            <a:xfrm>
              <a:off x="4620" y="3499"/>
              <a:ext cx="15" cy="9"/>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1" name="Google Shape;3711;p30"/>
            <p:cNvSpPr/>
            <p:nvPr/>
          </p:nvSpPr>
          <p:spPr>
            <a:xfrm>
              <a:off x="4553" y="3485"/>
              <a:ext cx="63" cy="16"/>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2" name="Google Shape;3712;p30"/>
            <p:cNvSpPr/>
            <p:nvPr/>
          </p:nvSpPr>
          <p:spPr>
            <a:xfrm>
              <a:off x="4553" y="349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3" name="Google Shape;3713;p30"/>
            <p:cNvSpPr/>
            <p:nvPr/>
          </p:nvSpPr>
          <p:spPr>
            <a:xfrm>
              <a:off x="4553" y="348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714" name="Google Shape;3714;p30"/>
          <p:cNvGrpSpPr/>
          <p:nvPr/>
        </p:nvGrpSpPr>
        <p:grpSpPr>
          <a:xfrm>
            <a:off x="6189662" y="5181600"/>
            <a:ext cx="338137" cy="282575"/>
            <a:chOff x="3899" y="3264"/>
            <a:chExt cx="213" cy="178"/>
          </a:xfrm>
        </p:grpSpPr>
        <p:sp>
          <p:nvSpPr>
            <p:cNvPr id="3715" name="Google Shape;3715;p30"/>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6" name="Google Shape;3716;p30"/>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7" name="Google Shape;3717;p30"/>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8" name="Google Shape;3718;p30"/>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9" name="Google Shape;3719;p30"/>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0" name="Google Shape;3720;p30"/>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1" name="Google Shape;3721;p30"/>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2" name="Google Shape;3722;p30"/>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3" name="Google Shape;3723;p30"/>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4" name="Google Shape;3724;p30"/>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5" name="Google Shape;3725;p30"/>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6" name="Google Shape;3726;p30"/>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7" name="Google Shape;3727;p30"/>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8" name="Google Shape;3728;p30"/>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9" name="Google Shape;3729;p30"/>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0" name="Google Shape;3730;p30"/>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1" name="Google Shape;3731;p30"/>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2" name="Google Shape;3732;p30"/>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3" name="Google Shape;3733;p30"/>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4" name="Google Shape;3734;p30"/>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5" name="Google Shape;3735;p30"/>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6" name="Google Shape;3736;p30"/>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7" name="Google Shape;3737;p30"/>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8" name="Google Shape;3738;p30"/>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9" name="Google Shape;3739;p30"/>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0" name="Google Shape;3740;p30"/>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1" name="Google Shape;3741;p30"/>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2" name="Google Shape;3742;p30"/>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3" name="Google Shape;3743;p30"/>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4" name="Google Shape;3744;p30"/>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5" name="Google Shape;3745;p30"/>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6" name="Google Shape;3746;p30"/>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7" name="Google Shape;3747;p30"/>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8" name="Google Shape;3748;p30"/>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9" name="Google Shape;3749;p30"/>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0" name="Google Shape;3750;p30"/>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1" name="Google Shape;3751;p30"/>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2" name="Google Shape;3752;p30"/>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3" name="Google Shape;3753;p30"/>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754" name="Google Shape;3754;p30"/>
          <p:cNvGrpSpPr/>
          <p:nvPr/>
        </p:nvGrpSpPr>
        <p:grpSpPr>
          <a:xfrm>
            <a:off x="5843587" y="5184775"/>
            <a:ext cx="338137" cy="282575"/>
            <a:chOff x="3899" y="3264"/>
            <a:chExt cx="213" cy="178"/>
          </a:xfrm>
        </p:grpSpPr>
        <p:sp>
          <p:nvSpPr>
            <p:cNvPr id="3755" name="Google Shape;3755;p30"/>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6" name="Google Shape;3756;p30"/>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7" name="Google Shape;3757;p30"/>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8" name="Google Shape;3758;p30"/>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9" name="Google Shape;3759;p30"/>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0" name="Google Shape;3760;p30"/>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1" name="Google Shape;3761;p30"/>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2" name="Google Shape;3762;p30"/>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3" name="Google Shape;3763;p30"/>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4" name="Google Shape;3764;p30"/>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5" name="Google Shape;3765;p30"/>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6" name="Google Shape;3766;p30"/>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7" name="Google Shape;3767;p30"/>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8" name="Google Shape;3768;p30"/>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9" name="Google Shape;3769;p30"/>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0" name="Google Shape;3770;p30"/>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1" name="Google Shape;3771;p30"/>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2" name="Google Shape;3772;p30"/>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3" name="Google Shape;3773;p30"/>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4" name="Google Shape;3774;p30"/>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5" name="Google Shape;3775;p30"/>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6" name="Google Shape;3776;p30"/>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7" name="Google Shape;3777;p30"/>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8" name="Google Shape;3778;p30"/>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9" name="Google Shape;3779;p30"/>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0" name="Google Shape;3780;p30"/>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1" name="Google Shape;3781;p30"/>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2" name="Google Shape;3782;p30"/>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3" name="Google Shape;3783;p30"/>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4" name="Google Shape;3784;p30"/>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5" name="Google Shape;3785;p30"/>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6" name="Google Shape;3786;p30"/>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7" name="Google Shape;3787;p30"/>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8" name="Google Shape;3788;p30"/>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9" name="Google Shape;3789;p30"/>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0" name="Google Shape;3790;p30"/>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1" name="Google Shape;3791;p30"/>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2" name="Google Shape;3792;p30"/>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3" name="Google Shape;3793;p30"/>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794" name="Google Shape;3794;p30"/>
          <p:cNvGrpSpPr/>
          <p:nvPr/>
        </p:nvGrpSpPr>
        <p:grpSpPr>
          <a:xfrm>
            <a:off x="5424487" y="4926012"/>
            <a:ext cx="338137" cy="282575"/>
            <a:chOff x="3899" y="3264"/>
            <a:chExt cx="213" cy="178"/>
          </a:xfrm>
        </p:grpSpPr>
        <p:sp>
          <p:nvSpPr>
            <p:cNvPr id="3795" name="Google Shape;3795;p30"/>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6" name="Google Shape;3796;p30"/>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7" name="Google Shape;3797;p30"/>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8" name="Google Shape;3798;p30"/>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9" name="Google Shape;3799;p30"/>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0" name="Google Shape;3800;p30"/>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1" name="Google Shape;3801;p30"/>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2" name="Google Shape;3802;p30"/>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3" name="Google Shape;3803;p30"/>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4" name="Google Shape;3804;p30"/>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5" name="Google Shape;3805;p30"/>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6" name="Google Shape;3806;p30"/>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7" name="Google Shape;3807;p30"/>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8" name="Google Shape;3808;p30"/>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9" name="Google Shape;3809;p30"/>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0" name="Google Shape;3810;p30"/>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1" name="Google Shape;3811;p30"/>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2" name="Google Shape;3812;p30"/>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3" name="Google Shape;3813;p30"/>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4" name="Google Shape;3814;p30"/>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5" name="Google Shape;3815;p30"/>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6" name="Google Shape;3816;p30"/>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7" name="Google Shape;3817;p30"/>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8" name="Google Shape;3818;p30"/>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9" name="Google Shape;3819;p30"/>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0" name="Google Shape;3820;p30"/>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1" name="Google Shape;3821;p30"/>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2" name="Google Shape;3822;p30"/>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3" name="Google Shape;3823;p30"/>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4" name="Google Shape;3824;p30"/>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5" name="Google Shape;3825;p30"/>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6" name="Google Shape;3826;p30"/>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7" name="Google Shape;3827;p30"/>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8" name="Google Shape;3828;p30"/>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9" name="Google Shape;3829;p30"/>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0" name="Google Shape;3830;p30"/>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1" name="Google Shape;3831;p30"/>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2" name="Google Shape;3832;p30"/>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3" name="Google Shape;3833;p30"/>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834" name="Google Shape;3834;p30"/>
          <p:cNvGrpSpPr/>
          <p:nvPr/>
        </p:nvGrpSpPr>
        <p:grpSpPr>
          <a:xfrm>
            <a:off x="5588000" y="4610100"/>
            <a:ext cx="338137" cy="282575"/>
            <a:chOff x="3899" y="3264"/>
            <a:chExt cx="213" cy="178"/>
          </a:xfrm>
        </p:grpSpPr>
        <p:sp>
          <p:nvSpPr>
            <p:cNvPr id="3835" name="Google Shape;3835;p30"/>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6" name="Google Shape;3836;p30"/>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7" name="Google Shape;3837;p30"/>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8" name="Google Shape;3838;p30"/>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9" name="Google Shape;3839;p30"/>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0" name="Google Shape;3840;p30"/>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1" name="Google Shape;3841;p30"/>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2" name="Google Shape;3842;p30"/>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3" name="Google Shape;3843;p30"/>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4" name="Google Shape;3844;p30"/>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5" name="Google Shape;3845;p30"/>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6" name="Google Shape;3846;p30"/>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7" name="Google Shape;3847;p30"/>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8" name="Google Shape;3848;p30"/>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9" name="Google Shape;3849;p30"/>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0" name="Google Shape;3850;p30"/>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1" name="Google Shape;3851;p30"/>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2" name="Google Shape;3852;p30"/>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3" name="Google Shape;3853;p30"/>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4" name="Google Shape;3854;p30"/>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5" name="Google Shape;3855;p30"/>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6" name="Google Shape;3856;p30"/>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7" name="Google Shape;3857;p30"/>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8" name="Google Shape;3858;p30"/>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9" name="Google Shape;3859;p30"/>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0" name="Google Shape;3860;p30"/>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1" name="Google Shape;3861;p30"/>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2" name="Google Shape;3862;p30"/>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3" name="Google Shape;3863;p30"/>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4" name="Google Shape;3864;p30"/>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5" name="Google Shape;3865;p30"/>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6" name="Google Shape;3866;p30"/>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7" name="Google Shape;3867;p30"/>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8" name="Google Shape;3868;p30"/>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9" name="Google Shape;3869;p30"/>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0" name="Google Shape;3870;p30"/>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1" name="Google Shape;3871;p30"/>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2" name="Google Shape;3872;p30"/>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3" name="Google Shape;3873;p30"/>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3874" name="Google Shape;3874;p30"/>
          <p:cNvCxnSpPr/>
          <p:nvPr/>
        </p:nvCxnSpPr>
        <p:spPr>
          <a:xfrm>
            <a:off x="6651625" y="4576762"/>
            <a:ext cx="0" cy="80962"/>
          </a:xfrm>
          <a:prstGeom prst="straightConnector1">
            <a:avLst/>
          </a:prstGeom>
          <a:noFill/>
          <a:ln cap="flat" cmpd="sng" w="19050">
            <a:solidFill>
              <a:srgbClr val="FF3300"/>
            </a:solidFill>
            <a:prstDash val="solid"/>
            <a:miter lim="800000"/>
            <a:headEnd len="med" w="med" type="none"/>
            <a:tailEnd len="med" w="med" type="none"/>
          </a:ln>
        </p:spPr>
      </p:cxnSp>
      <p:grpSp>
        <p:nvGrpSpPr>
          <p:cNvPr id="3875" name="Google Shape;3875;p30"/>
          <p:cNvGrpSpPr/>
          <p:nvPr/>
        </p:nvGrpSpPr>
        <p:grpSpPr>
          <a:xfrm>
            <a:off x="5792787" y="3178175"/>
            <a:ext cx="338137" cy="282575"/>
            <a:chOff x="3899" y="3264"/>
            <a:chExt cx="213" cy="178"/>
          </a:xfrm>
        </p:grpSpPr>
        <p:sp>
          <p:nvSpPr>
            <p:cNvPr id="3876" name="Google Shape;3876;p30"/>
            <p:cNvSpPr/>
            <p:nvPr/>
          </p:nvSpPr>
          <p:spPr>
            <a:xfrm>
              <a:off x="3899" y="3264"/>
              <a:ext cx="213" cy="178"/>
            </a:xfrm>
            <a:custGeom>
              <a:rect b="b" l="l" r="r" t="t"/>
              <a:pathLst>
                <a:path extrusionOk="0" h="1606" w="1913">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7" name="Google Shape;3877;p30"/>
            <p:cNvSpPr/>
            <p:nvPr/>
          </p:nvSpPr>
          <p:spPr>
            <a:xfrm>
              <a:off x="3977" y="3278"/>
              <a:ext cx="68" cy="78"/>
            </a:xfrm>
            <a:custGeom>
              <a:rect b="b" l="l" r="r" t="t"/>
              <a:pathLst>
                <a:path extrusionOk="0" h="697" w="614">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8" name="Google Shape;3878;p30"/>
            <p:cNvSpPr/>
            <p:nvPr/>
          </p:nvSpPr>
          <p:spPr>
            <a:xfrm>
              <a:off x="3984" y="3299"/>
              <a:ext cx="113" cy="77"/>
            </a:xfrm>
            <a:custGeom>
              <a:rect b="b" l="l" r="r" t="t"/>
              <a:pathLst>
                <a:path extrusionOk="0" h="693" w="1014">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9" name="Google Shape;3879;p30"/>
            <p:cNvSpPr/>
            <p:nvPr/>
          </p:nvSpPr>
          <p:spPr>
            <a:xfrm>
              <a:off x="3970" y="3375"/>
              <a:ext cx="83" cy="27"/>
            </a:xfrm>
            <a:custGeom>
              <a:rect b="b" l="l" r="r" t="t"/>
              <a:pathLst>
                <a:path extrusionOk="0" h="240" w="745">
                  <a:moveTo>
                    <a:pt x="745" y="86"/>
                  </a:moveTo>
                  <a:lnTo>
                    <a:pt x="11" y="0"/>
                  </a:lnTo>
                  <a:lnTo>
                    <a:pt x="0" y="86"/>
                  </a:lnTo>
                  <a:lnTo>
                    <a:pt x="722" y="240"/>
                  </a:lnTo>
                  <a:lnTo>
                    <a:pt x="745" y="8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0" name="Google Shape;3880;p30"/>
            <p:cNvSpPr/>
            <p:nvPr/>
          </p:nvSpPr>
          <p:spPr>
            <a:xfrm>
              <a:off x="4011" y="3384"/>
              <a:ext cx="36" cy="12"/>
            </a:xfrm>
            <a:custGeom>
              <a:rect b="b" l="l" r="r" t="t"/>
              <a:pathLst>
                <a:path extrusionOk="0" h="109" w="319">
                  <a:moveTo>
                    <a:pt x="319" y="47"/>
                  </a:moveTo>
                  <a:lnTo>
                    <a:pt x="4" y="0"/>
                  </a:lnTo>
                  <a:lnTo>
                    <a:pt x="0" y="45"/>
                  </a:lnTo>
                  <a:lnTo>
                    <a:pt x="309" y="109"/>
                  </a:lnTo>
                  <a:lnTo>
                    <a:pt x="319" y="4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1" name="Google Shape;3881;p30"/>
            <p:cNvSpPr/>
            <p:nvPr/>
          </p:nvSpPr>
          <p:spPr>
            <a:xfrm>
              <a:off x="3975" y="3378"/>
              <a:ext cx="24" cy="9"/>
            </a:xfrm>
            <a:custGeom>
              <a:rect b="b" l="l" r="r" t="t"/>
              <a:pathLst>
                <a:path extrusionOk="0" h="81" w="213">
                  <a:moveTo>
                    <a:pt x="213" y="37"/>
                  </a:moveTo>
                  <a:lnTo>
                    <a:pt x="0" y="0"/>
                  </a:lnTo>
                  <a:lnTo>
                    <a:pt x="2" y="39"/>
                  </a:lnTo>
                  <a:lnTo>
                    <a:pt x="206" y="81"/>
                  </a:lnTo>
                  <a:lnTo>
                    <a:pt x="213" y="3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2" name="Google Shape;3882;p30"/>
            <p:cNvSpPr/>
            <p:nvPr/>
          </p:nvSpPr>
          <p:spPr>
            <a:xfrm>
              <a:off x="3916" y="3386"/>
              <a:ext cx="139" cy="47"/>
            </a:xfrm>
            <a:custGeom>
              <a:rect b="b" l="l" r="r" t="t"/>
              <a:pathLst>
                <a:path extrusionOk="0" h="415" w="1254">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3" name="Google Shape;3883;p30"/>
            <p:cNvSpPr/>
            <p:nvPr/>
          </p:nvSpPr>
          <p:spPr>
            <a:xfrm>
              <a:off x="4055" y="3381"/>
              <a:ext cx="49" cy="22"/>
            </a:xfrm>
            <a:custGeom>
              <a:rect b="b" l="l" r="r" t="t"/>
              <a:pathLst>
                <a:path extrusionOk="0" h="198" w="447">
                  <a:moveTo>
                    <a:pt x="45" y="198"/>
                  </a:moveTo>
                  <a:lnTo>
                    <a:pt x="447" y="79"/>
                  </a:lnTo>
                  <a:lnTo>
                    <a:pt x="203" y="0"/>
                  </a:lnTo>
                  <a:lnTo>
                    <a:pt x="5" y="22"/>
                  </a:lnTo>
                  <a:lnTo>
                    <a:pt x="0" y="187"/>
                  </a:lnTo>
                  <a:lnTo>
                    <a:pt x="45" y="19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4" name="Google Shape;3884;p30"/>
            <p:cNvSpPr/>
            <p:nvPr/>
          </p:nvSpPr>
          <p:spPr>
            <a:xfrm>
              <a:off x="3926" y="3287"/>
              <a:ext cx="27" cy="105"/>
            </a:xfrm>
            <a:custGeom>
              <a:rect b="b" l="l" r="r" t="t"/>
              <a:pathLst>
                <a:path extrusionOk="0" h="947" w="238">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5" name="Google Shape;3885;p30"/>
            <p:cNvSpPr/>
            <p:nvPr/>
          </p:nvSpPr>
          <p:spPr>
            <a:xfrm>
              <a:off x="3927" y="3288"/>
              <a:ext cx="23" cy="89"/>
            </a:xfrm>
            <a:custGeom>
              <a:rect b="b" l="l" r="r" t="t"/>
              <a:pathLst>
                <a:path extrusionOk="0" h="799" w="203">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6" name="Google Shape;3886;p30"/>
            <p:cNvSpPr/>
            <p:nvPr/>
          </p:nvSpPr>
          <p:spPr>
            <a:xfrm>
              <a:off x="3928" y="3289"/>
              <a:ext cx="19" cy="72"/>
            </a:xfrm>
            <a:custGeom>
              <a:rect b="b" l="l" r="r" t="t"/>
              <a:pathLst>
                <a:path extrusionOk="0" h="650" w="171">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7" name="Google Shape;3887;p30"/>
            <p:cNvSpPr/>
            <p:nvPr/>
          </p:nvSpPr>
          <p:spPr>
            <a:xfrm>
              <a:off x="3929" y="3289"/>
              <a:ext cx="15" cy="56"/>
            </a:xfrm>
            <a:custGeom>
              <a:rect b="b" l="l" r="r" t="t"/>
              <a:pathLst>
                <a:path extrusionOk="0" h="502" w="138">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8" name="Google Shape;3888;p30"/>
            <p:cNvSpPr/>
            <p:nvPr/>
          </p:nvSpPr>
          <p:spPr>
            <a:xfrm>
              <a:off x="3929" y="3290"/>
              <a:ext cx="12" cy="40"/>
            </a:xfrm>
            <a:custGeom>
              <a:rect b="b" l="l" r="r" t="t"/>
              <a:pathLst>
                <a:path extrusionOk="0" h="353" w="104">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9" name="Google Shape;3889;p30"/>
            <p:cNvSpPr/>
            <p:nvPr/>
          </p:nvSpPr>
          <p:spPr>
            <a:xfrm>
              <a:off x="3930" y="3291"/>
              <a:ext cx="8" cy="23"/>
            </a:xfrm>
            <a:custGeom>
              <a:rect b="b" l="l" r="r" t="t"/>
              <a:pathLst>
                <a:path extrusionOk="0" h="204" w="72">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0" name="Google Shape;3890;p30"/>
            <p:cNvSpPr/>
            <p:nvPr/>
          </p:nvSpPr>
          <p:spPr>
            <a:xfrm>
              <a:off x="4025" y="3357"/>
              <a:ext cx="12" cy="11"/>
            </a:xfrm>
            <a:custGeom>
              <a:rect b="b" l="l" r="r" t="t"/>
              <a:pathLst>
                <a:path extrusionOk="0" h="104" w="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1" name="Google Shape;3891;p30"/>
            <p:cNvSpPr/>
            <p:nvPr/>
          </p:nvSpPr>
          <p:spPr>
            <a:xfrm>
              <a:off x="3990" y="3357"/>
              <a:ext cx="6" cy="6"/>
            </a:xfrm>
            <a:custGeom>
              <a:rect b="b" l="l" r="r" t="t"/>
              <a:pathLst>
                <a:path extrusionOk="0" h="52" w="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2" name="Google Shape;3892;p30"/>
            <p:cNvSpPr/>
            <p:nvPr/>
          </p:nvSpPr>
          <p:spPr>
            <a:xfrm>
              <a:off x="4000" y="3357"/>
              <a:ext cx="5" cy="6"/>
            </a:xfrm>
            <a:custGeom>
              <a:rect b="b" l="l" r="r" t="t"/>
              <a:pathLst>
                <a:path extrusionOk="0" h="52" w="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3" name="Google Shape;3893;p30"/>
            <p:cNvSpPr/>
            <p:nvPr/>
          </p:nvSpPr>
          <p:spPr>
            <a:xfrm>
              <a:off x="3961" y="3278"/>
              <a:ext cx="16" cy="79"/>
            </a:xfrm>
            <a:custGeom>
              <a:rect b="b" l="l" r="r" t="t"/>
              <a:pathLst>
                <a:path extrusionOk="0" h="712" w="148">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4" name="Google Shape;3894;p30"/>
            <p:cNvSpPr/>
            <p:nvPr/>
          </p:nvSpPr>
          <p:spPr>
            <a:xfrm>
              <a:off x="4045" y="3268"/>
              <a:ext cx="23" cy="88"/>
            </a:xfrm>
            <a:custGeom>
              <a:rect b="b" l="l" r="r" t="t"/>
              <a:pathLst>
                <a:path extrusionOk="0" h="795" w="201">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5" name="Google Shape;3895;p30"/>
            <p:cNvSpPr/>
            <p:nvPr/>
          </p:nvSpPr>
          <p:spPr>
            <a:xfrm>
              <a:off x="3961" y="3282"/>
              <a:ext cx="15" cy="69"/>
            </a:xfrm>
            <a:custGeom>
              <a:rect b="b" l="l" r="r" t="t"/>
              <a:pathLst>
                <a:path extrusionOk="0" h="622" w="129">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6" name="Google Shape;3896;p30"/>
            <p:cNvSpPr/>
            <p:nvPr/>
          </p:nvSpPr>
          <p:spPr>
            <a:xfrm>
              <a:off x="3962" y="3287"/>
              <a:ext cx="12" cy="59"/>
            </a:xfrm>
            <a:custGeom>
              <a:rect b="b" l="l" r="r" t="t"/>
              <a:pathLst>
                <a:path extrusionOk="0" h="531" w="110">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7" name="Google Shape;3897;p30"/>
            <p:cNvSpPr/>
            <p:nvPr/>
          </p:nvSpPr>
          <p:spPr>
            <a:xfrm>
              <a:off x="3963" y="3292"/>
              <a:ext cx="10" cy="48"/>
            </a:xfrm>
            <a:custGeom>
              <a:rect b="b" l="l" r="r" t="t"/>
              <a:pathLst>
                <a:path extrusionOk="0" h="438" w="92">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8" name="Google Shape;3898;p30"/>
            <p:cNvSpPr/>
            <p:nvPr/>
          </p:nvSpPr>
          <p:spPr>
            <a:xfrm>
              <a:off x="3963" y="3296"/>
              <a:ext cx="8" cy="39"/>
            </a:xfrm>
            <a:custGeom>
              <a:rect b="b" l="l" r="r" t="t"/>
              <a:pathLst>
                <a:path extrusionOk="0" h="347" w="73">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9" name="Google Shape;3899;p30"/>
            <p:cNvSpPr/>
            <p:nvPr/>
          </p:nvSpPr>
          <p:spPr>
            <a:xfrm>
              <a:off x="3964" y="3301"/>
              <a:ext cx="6" cy="28"/>
            </a:xfrm>
            <a:custGeom>
              <a:rect b="b" l="l" r="r" t="t"/>
              <a:pathLst>
                <a:path extrusionOk="0" h="256" w="52">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0" name="Google Shape;3900;p30"/>
            <p:cNvSpPr/>
            <p:nvPr/>
          </p:nvSpPr>
          <p:spPr>
            <a:xfrm>
              <a:off x="4046" y="3273"/>
              <a:ext cx="20" cy="77"/>
            </a:xfrm>
            <a:custGeom>
              <a:rect b="b" l="l" r="r" t="t"/>
              <a:pathLst>
                <a:path extrusionOk="0" h="693" w="176">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1" name="Google Shape;3901;p30"/>
            <p:cNvSpPr/>
            <p:nvPr/>
          </p:nvSpPr>
          <p:spPr>
            <a:xfrm>
              <a:off x="4047" y="3279"/>
              <a:ext cx="16" cy="65"/>
            </a:xfrm>
            <a:custGeom>
              <a:rect b="b" l="l" r="r" t="t"/>
              <a:pathLst>
                <a:path extrusionOk="0" h="592" w="149">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2" name="Google Shape;3902;p30"/>
            <p:cNvSpPr/>
            <p:nvPr/>
          </p:nvSpPr>
          <p:spPr>
            <a:xfrm>
              <a:off x="4048" y="3284"/>
              <a:ext cx="13" cy="54"/>
            </a:xfrm>
            <a:custGeom>
              <a:rect b="b" l="l" r="r" t="t"/>
              <a:pathLst>
                <a:path extrusionOk="0" h="490" w="124">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3" name="Google Shape;3903;p30"/>
            <p:cNvSpPr/>
            <p:nvPr/>
          </p:nvSpPr>
          <p:spPr>
            <a:xfrm>
              <a:off x="4048" y="3289"/>
              <a:ext cx="11" cy="43"/>
            </a:xfrm>
            <a:custGeom>
              <a:rect b="b" l="l" r="r" t="t"/>
              <a:pathLst>
                <a:path extrusionOk="0" h="389" w="9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4" name="Google Shape;3904;p30"/>
            <p:cNvSpPr/>
            <p:nvPr/>
          </p:nvSpPr>
          <p:spPr>
            <a:xfrm>
              <a:off x="4049" y="3295"/>
              <a:ext cx="8" cy="31"/>
            </a:xfrm>
            <a:custGeom>
              <a:rect b="b" l="l" r="r" t="t"/>
              <a:pathLst>
                <a:path extrusionOk="0" h="287" w="72">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5" name="Google Shape;3905;p30"/>
            <p:cNvSpPr txBox="1"/>
            <p:nvPr/>
          </p:nvSpPr>
          <p:spPr>
            <a:xfrm>
              <a:off x="3944" y="3287"/>
              <a:ext cx="3" cy="101"/>
            </a:xfrm>
            <a:prstGeom prst="rect">
              <a:avLst/>
            </a:pr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6" name="Google Shape;3906;p30"/>
            <p:cNvSpPr/>
            <p:nvPr/>
          </p:nvSpPr>
          <p:spPr>
            <a:xfrm>
              <a:off x="3980" y="3285"/>
              <a:ext cx="39" cy="47"/>
            </a:xfrm>
            <a:custGeom>
              <a:rect b="b" l="l" r="r" t="t"/>
              <a:pathLst>
                <a:path extrusionOk="0" h="418" w="354">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7" name="Google Shape;3907;p30"/>
            <p:cNvSpPr/>
            <p:nvPr/>
          </p:nvSpPr>
          <p:spPr>
            <a:xfrm>
              <a:off x="3925" y="3320"/>
              <a:ext cx="32" cy="8"/>
            </a:xfrm>
            <a:custGeom>
              <a:rect b="b" l="l" r="r" t="t"/>
              <a:pathLst>
                <a:path extrusionOk="0" h="79" w="290">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8" name="Google Shape;3908;p30"/>
            <p:cNvSpPr/>
            <p:nvPr/>
          </p:nvSpPr>
          <p:spPr>
            <a:xfrm>
              <a:off x="3925" y="3299"/>
              <a:ext cx="32" cy="9"/>
            </a:xfrm>
            <a:custGeom>
              <a:rect b="b" l="l" r="r" t="t"/>
              <a:pathLst>
                <a:path extrusionOk="0" h="79" w="290">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9" name="Google Shape;3909;p30"/>
            <p:cNvSpPr/>
            <p:nvPr/>
          </p:nvSpPr>
          <p:spPr>
            <a:xfrm>
              <a:off x="3955" y="3289"/>
              <a:ext cx="52" cy="96"/>
            </a:xfrm>
            <a:custGeom>
              <a:rect b="b" l="l" r="r" t="t"/>
              <a:pathLst>
                <a:path extrusionOk="0" h="868" w="469">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0" name="Google Shape;3910;p30"/>
            <p:cNvSpPr/>
            <p:nvPr/>
          </p:nvSpPr>
          <p:spPr>
            <a:xfrm>
              <a:off x="3981" y="3267"/>
              <a:ext cx="67" cy="13"/>
            </a:xfrm>
            <a:custGeom>
              <a:rect b="b" l="l" r="r" t="t"/>
              <a:pathLst>
                <a:path extrusionOk="0" h="118" w="604">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1" name="Google Shape;3911;p30"/>
            <p:cNvSpPr/>
            <p:nvPr/>
          </p:nvSpPr>
          <p:spPr>
            <a:xfrm>
              <a:off x="3942" y="3387"/>
              <a:ext cx="113" cy="38"/>
            </a:xfrm>
            <a:custGeom>
              <a:rect b="b" l="l" r="r" t="t"/>
              <a:pathLst>
                <a:path extrusionOk="0" h="337" w="101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2" name="Google Shape;3912;p30"/>
            <p:cNvSpPr/>
            <p:nvPr/>
          </p:nvSpPr>
          <p:spPr>
            <a:xfrm>
              <a:off x="3918" y="3397"/>
              <a:ext cx="116" cy="34"/>
            </a:xfrm>
            <a:custGeom>
              <a:rect b="b" l="l" r="r" t="t"/>
              <a:pathLst>
                <a:path extrusionOk="0" h="303" w="1036">
                  <a:moveTo>
                    <a:pt x="0" y="0"/>
                  </a:moveTo>
                  <a:lnTo>
                    <a:pt x="1013" y="303"/>
                  </a:lnTo>
                  <a:lnTo>
                    <a:pt x="1036" y="303"/>
                  </a:lnTo>
                  <a:lnTo>
                    <a:pt x="31"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3" name="Google Shape;3913;p30"/>
            <p:cNvSpPr/>
            <p:nvPr/>
          </p:nvSpPr>
          <p:spPr>
            <a:xfrm>
              <a:off x="3938" y="3393"/>
              <a:ext cx="113" cy="30"/>
            </a:xfrm>
            <a:custGeom>
              <a:rect b="b" l="l" r="r" t="t"/>
              <a:pathLst>
                <a:path extrusionOk="0" h="270" w="1023">
                  <a:moveTo>
                    <a:pt x="0" y="1"/>
                  </a:moveTo>
                  <a:lnTo>
                    <a:pt x="1001" y="270"/>
                  </a:lnTo>
                  <a:lnTo>
                    <a:pt x="1023" y="269"/>
                  </a:lnTo>
                  <a:lnTo>
                    <a:pt x="31" y="0"/>
                  </a:lnTo>
                  <a:lnTo>
                    <a:pt x="0" y="1"/>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4" name="Google Shape;3914;p30"/>
            <p:cNvSpPr/>
            <p:nvPr/>
          </p:nvSpPr>
          <p:spPr>
            <a:xfrm>
              <a:off x="3929" y="3394"/>
              <a:ext cx="114" cy="33"/>
            </a:xfrm>
            <a:custGeom>
              <a:rect b="b" l="l" r="r" t="t"/>
              <a:pathLst>
                <a:path extrusionOk="0" h="299" w="1028">
                  <a:moveTo>
                    <a:pt x="0" y="0"/>
                  </a:moveTo>
                  <a:lnTo>
                    <a:pt x="1009" y="299"/>
                  </a:lnTo>
                  <a:lnTo>
                    <a:pt x="1028" y="292"/>
                  </a:lnTo>
                  <a:lnTo>
                    <a:pt x="30" y="0"/>
                  </a:lnTo>
                  <a:lnTo>
                    <a:pt x="0" y="0"/>
                  </a:ln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915" name="Google Shape;3915;p30"/>
          <p:cNvGrpSpPr/>
          <p:nvPr/>
        </p:nvGrpSpPr>
        <p:grpSpPr>
          <a:xfrm>
            <a:off x="5395912" y="3130550"/>
            <a:ext cx="304800" cy="363537"/>
            <a:chOff x="4475" y="3342"/>
            <a:chExt cx="172" cy="215"/>
          </a:xfrm>
        </p:grpSpPr>
        <p:sp>
          <p:nvSpPr>
            <p:cNvPr id="3916" name="Google Shape;3916;p30"/>
            <p:cNvSpPr/>
            <p:nvPr/>
          </p:nvSpPr>
          <p:spPr>
            <a:xfrm>
              <a:off x="4500" y="3398"/>
              <a:ext cx="147" cy="1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7" name="Google Shape;3917;p30"/>
            <p:cNvSpPr/>
            <p:nvPr/>
          </p:nvSpPr>
          <p:spPr>
            <a:xfrm>
              <a:off x="4501" y="3398"/>
              <a:ext cx="146" cy="159"/>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8" name="Google Shape;3918;p30"/>
            <p:cNvSpPr/>
            <p:nvPr/>
          </p:nvSpPr>
          <p:spPr>
            <a:xfrm>
              <a:off x="4519" y="3499"/>
              <a:ext cx="85" cy="27"/>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9" name="Google Shape;3919;p30"/>
            <p:cNvSpPr/>
            <p:nvPr/>
          </p:nvSpPr>
          <p:spPr>
            <a:xfrm>
              <a:off x="4505" y="3511"/>
              <a:ext cx="99" cy="42"/>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0" name="Google Shape;3920;p30"/>
            <p:cNvSpPr/>
            <p:nvPr/>
          </p:nvSpPr>
          <p:spPr>
            <a:xfrm>
              <a:off x="4475" y="3342"/>
              <a:ext cx="160" cy="1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1" name="Google Shape;3921;p30"/>
            <p:cNvSpPr/>
            <p:nvPr/>
          </p:nvSpPr>
          <p:spPr>
            <a:xfrm>
              <a:off x="4508" y="3354"/>
              <a:ext cx="23" cy="31"/>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2" name="Google Shape;3922;p30"/>
            <p:cNvSpPr/>
            <p:nvPr/>
          </p:nvSpPr>
          <p:spPr>
            <a:xfrm>
              <a:off x="4547" y="3353"/>
              <a:ext cx="14" cy="24"/>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3" name="Google Shape;3923;p30"/>
            <p:cNvSpPr/>
            <p:nvPr/>
          </p:nvSpPr>
          <p:spPr>
            <a:xfrm>
              <a:off x="4494" y="3348"/>
              <a:ext cx="37" cy="50"/>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4" name="Google Shape;3924;p30"/>
            <p:cNvSpPr/>
            <p:nvPr/>
          </p:nvSpPr>
          <p:spPr>
            <a:xfrm>
              <a:off x="4545" y="3346"/>
              <a:ext cx="32" cy="34"/>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5" name="Google Shape;3925;p30"/>
            <p:cNvSpPr/>
            <p:nvPr/>
          </p:nvSpPr>
          <p:spPr>
            <a:xfrm>
              <a:off x="4481" y="3362"/>
              <a:ext cx="13" cy="31"/>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6" name="Google Shape;3926;p30"/>
            <p:cNvSpPr/>
            <p:nvPr/>
          </p:nvSpPr>
          <p:spPr>
            <a:xfrm>
              <a:off x="4571" y="3344"/>
              <a:ext cx="28" cy="41"/>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7" name="Google Shape;3927;p30"/>
            <p:cNvSpPr/>
            <p:nvPr/>
          </p:nvSpPr>
          <p:spPr>
            <a:xfrm>
              <a:off x="4541" y="3392"/>
              <a:ext cx="9" cy="25"/>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8" name="Google Shape;3928;p30"/>
            <p:cNvSpPr/>
            <p:nvPr/>
          </p:nvSpPr>
          <p:spPr>
            <a:xfrm>
              <a:off x="4537" y="3379"/>
              <a:ext cx="5" cy="12"/>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9" name="Google Shape;3929;p30"/>
            <p:cNvSpPr/>
            <p:nvPr/>
          </p:nvSpPr>
          <p:spPr>
            <a:xfrm>
              <a:off x="4533" y="3370"/>
              <a:ext cx="4" cy="7"/>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0" name="Google Shape;3930;p30"/>
            <p:cNvSpPr/>
            <p:nvPr/>
          </p:nvSpPr>
          <p:spPr>
            <a:xfrm>
              <a:off x="4529" y="3364"/>
              <a:ext cx="6" cy="4"/>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1" name="Google Shape;3931;p30"/>
            <p:cNvSpPr/>
            <p:nvPr/>
          </p:nvSpPr>
          <p:spPr>
            <a:xfrm>
              <a:off x="4502" y="3356"/>
              <a:ext cx="23" cy="31"/>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2" name="Google Shape;3932;p30"/>
            <p:cNvSpPr/>
            <p:nvPr/>
          </p:nvSpPr>
          <p:spPr>
            <a:xfrm>
              <a:off x="4540" y="3355"/>
              <a:ext cx="15" cy="25"/>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3" name="Google Shape;3933;p30"/>
            <p:cNvSpPr/>
            <p:nvPr/>
          </p:nvSpPr>
          <p:spPr>
            <a:xfrm>
              <a:off x="4488" y="3350"/>
              <a:ext cx="36" cy="50"/>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4" name="Google Shape;3934;p30"/>
            <p:cNvSpPr/>
            <p:nvPr/>
          </p:nvSpPr>
          <p:spPr>
            <a:xfrm>
              <a:off x="4539" y="3348"/>
              <a:ext cx="32" cy="34"/>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5" name="Google Shape;3935;p30"/>
            <p:cNvSpPr/>
            <p:nvPr/>
          </p:nvSpPr>
          <p:spPr>
            <a:xfrm>
              <a:off x="4476" y="3366"/>
              <a:ext cx="13" cy="32"/>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6" name="Google Shape;3936;p30"/>
            <p:cNvSpPr/>
            <p:nvPr/>
          </p:nvSpPr>
          <p:spPr>
            <a:xfrm>
              <a:off x="4565" y="3346"/>
              <a:ext cx="28" cy="41"/>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7" name="Google Shape;3937;p30"/>
            <p:cNvSpPr/>
            <p:nvPr/>
          </p:nvSpPr>
          <p:spPr>
            <a:xfrm>
              <a:off x="4538" y="3409"/>
              <a:ext cx="107" cy="71"/>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8" name="Google Shape;3938;p30"/>
            <p:cNvSpPr/>
            <p:nvPr/>
          </p:nvSpPr>
          <p:spPr>
            <a:xfrm>
              <a:off x="4547" y="3411"/>
              <a:ext cx="82" cy="28"/>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9" name="Google Shape;3939;p30"/>
            <p:cNvSpPr/>
            <p:nvPr/>
          </p:nvSpPr>
          <p:spPr>
            <a:xfrm>
              <a:off x="4527" y="3494"/>
              <a:ext cx="108" cy="26"/>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0" name="Google Shape;3940;p30"/>
            <p:cNvSpPr/>
            <p:nvPr/>
          </p:nvSpPr>
          <p:spPr>
            <a:xfrm>
              <a:off x="4517" y="3502"/>
              <a:ext cx="109" cy="26"/>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1" name="Google Shape;3941;p30"/>
            <p:cNvSpPr/>
            <p:nvPr/>
          </p:nvSpPr>
          <p:spPr>
            <a:xfrm>
              <a:off x="4534" y="3526"/>
              <a:ext cx="16" cy="6"/>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2" name="Google Shape;3942;p30"/>
            <p:cNvSpPr/>
            <p:nvPr/>
          </p:nvSpPr>
          <p:spPr>
            <a:xfrm>
              <a:off x="4537" y="3483"/>
              <a:ext cx="15" cy="9"/>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3" name="Google Shape;3943;p30"/>
            <p:cNvSpPr/>
            <p:nvPr/>
          </p:nvSpPr>
          <p:spPr>
            <a:xfrm>
              <a:off x="4620" y="3499"/>
              <a:ext cx="15" cy="9"/>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4" name="Google Shape;3944;p30"/>
            <p:cNvSpPr/>
            <p:nvPr/>
          </p:nvSpPr>
          <p:spPr>
            <a:xfrm>
              <a:off x="4553" y="3485"/>
              <a:ext cx="63" cy="16"/>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5" name="Google Shape;3945;p30"/>
            <p:cNvSpPr/>
            <p:nvPr/>
          </p:nvSpPr>
          <p:spPr>
            <a:xfrm>
              <a:off x="4553" y="349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6" name="Google Shape;3946;p30"/>
            <p:cNvSpPr/>
            <p:nvPr/>
          </p:nvSpPr>
          <p:spPr>
            <a:xfrm>
              <a:off x="4553" y="348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3947" name="Google Shape;3947;p30"/>
          <p:cNvGrpSpPr/>
          <p:nvPr/>
        </p:nvGrpSpPr>
        <p:grpSpPr>
          <a:xfrm>
            <a:off x="6143625" y="1728787"/>
            <a:ext cx="346075" cy="396875"/>
            <a:chOff x="4475" y="3342"/>
            <a:chExt cx="172" cy="215"/>
          </a:xfrm>
        </p:grpSpPr>
        <p:sp>
          <p:nvSpPr>
            <p:cNvPr id="3948" name="Google Shape;3948;p30"/>
            <p:cNvSpPr/>
            <p:nvPr/>
          </p:nvSpPr>
          <p:spPr>
            <a:xfrm>
              <a:off x="4500" y="3398"/>
              <a:ext cx="147" cy="1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9" name="Google Shape;3949;p30"/>
            <p:cNvSpPr/>
            <p:nvPr/>
          </p:nvSpPr>
          <p:spPr>
            <a:xfrm>
              <a:off x="4501" y="3398"/>
              <a:ext cx="146" cy="159"/>
            </a:xfrm>
            <a:custGeom>
              <a:rect b="b" l="l" r="r" t="t"/>
              <a:pathLst>
                <a:path extrusionOk="0" h="1904" w="189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0" name="Google Shape;3950;p30"/>
            <p:cNvSpPr/>
            <p:nvPr/>
          </p:nvSpPr>
          <p:spPr>
            <a:xfrm>
              <a:off x="4519" y="3499"/>
              <a:ext cx="85" cy="27"/>
            </a:xfrm>
            <a:custGeom>
              <a:rect b="b" l="l" r="r" t="t"/>
              <a:pathLst>
                <a:path extrusionOk="0" h="331" w="1106">
                  <a:moveTo>
                    <a:pt x="40" y="0"/>
                  </a:moveTo>
                  <a:lnTo>
                    <a:pt x="1106" y="277"/>
                  </a:lnTo>
                  <a:lnTo>
                    <a:pt x="1071" y="331"/>
                  </a:lnTo>
                  <a:lnTo>
                    <a:pt x="0" y="36"/>
                  </a:lnTo>
                  <a:lnTo>
                    <a:pt x="40"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1" name="Google Shape;3951;p30"/>
            <p:cNvSpPr/>
            <p:nvPr/>
          </p:nvSpPr>
          <p:spPr>
            <a:xfrm>
              <a:off x="4505" y="3511"/>
              <a:ext cx="99" cy="42"/>
            </a:xfrm>
            <a:custGeom>
              <a:rect b="b" l="l" r="r" t="t"/>
              <a:pathLst>
                <a:path extrusionOk="0" h="505" w="128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2" name="Google Shape;3952;p30"/>
            <p:cNvSpPr/>
            <p:nvPr/>
          </p:nvSpPr>
          <p:spPr>
            <a:xfrm>
              <a:off x="4475" y="3342"/>
              <a:ext cx="160" cy="1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3" name="Google Shape;3953;p30"/>
            <p:cNvSpPr/>
            <p:nvPr/>
          </p:nvSpPr>
          <p:spPr>
            <a:xfrm>
              <a:off x="4508" y="3354"/>
              <a:ext cx="23" cy="31"/>
            </a:xfrm>
            <a:custGeom>
              <a:rect b="b" l="l" r="r" t="t"/>
              <a:pathLst>
                <a:path extrusionOk="0" h="216" w="179">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4" name="Google Shape;3954;p30"/>
            <p:cNvSpPr/>
            <p:nvPr/>
          </p:nvSpPr>
          <p:spPr>
            <a:xfrm>
              <a:off x="4547" y="3353"/>
              <a:ext cx="14" cy="24"/>
            </a:xfrm>
            <a:custGeom>
              <a:rect b="b" l="l" r="r" t="t"/>
              <a:pathLst>
                <a:path extrusionOk="0" h="168" w="114">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5" name="Google Shape;3955;p30"/>
            <p:cNvSpPr/>
            <p:nvPr/>
          </p:nvSpPr>
          <p:spPr>
            <a:xfrm>
              <a:off x="4494" y="3348"/>
              <a:ext cx="37" cy="50"/>
            </a:xfrm>
            <a:custGeom>
              <a:rect b="b" l="l" r="r" t="t"/>
              <a:pathLst>
                <a:path extrusionOk="0" h="351" w="289">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6" name="Google Shape;3956;p30"/>
            <p:cNvSpPr/>
            <p:nvPr/>
          </p:nvSpPr>
          <p:spPr>
            <a:xfrm>
              <a:off x="4545" y="3346"/>
              <a:ext cx="32" cy="34"/>
            </a:xfrm>
            <a:custGeom>
              <a:rect b="b" l="l" r="r" t="t"/>
              <a:pathLst>
                <a:path extrusionOk="0" h="234" w="25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7" name="Google Shape;3957;p30"/>
            <p:cNvSpPr/>
            <p:nvPr/>
          </p:nvSpPr>
          <p:spPr>
            <a:xfrm>
              <a:off x="4481" y="3362"/>
              <a:ext cx="13" cy="31"/>
            </a:xfrm>
            <a:custGeom>
              <a:rect b="b" l="l" r="r" t="t"/>
              <a:pathLst>
                <a:path extrusionOk="0" h="221" w="103">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8" name="Google Shape;3958;p30"/>
            <p:cNvSpPr/>
            <p:nvPr/>
          </p:nvSpPr>
          <p:spPr>
            <a:xfrm>
              <a:off x="4571" y="3344"/>
              <a:ext cx="28" cy="41"/>
            </a:xfrm>
            <a:custGeom>
              <a:rect b="b" l="l" r="r" t="t"/>
              <a:pathLst>
                <a:path extrusionOk="0" h="288" w="221">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9" name="Google Shape;3959;p30"/>
            <p:cNvSpPr/>
            <p:nvPr/>
          </p:nvSpPr>
          <p:spPr>
            <a:xfrm>
              <a:off x="4541" y="3392"/>
              <a:ext cx="9" cy="25"/>
            </a:xfrm>
            <a:custGeom>
              <a:rect b="b" l="l" r="r" t="t"/>
              <a:pathLst>
                <a:path extrusionOk="0" h="174" w="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0" name="Google Shape;3960;p30"/>
            <p:cNvSpPr/>
            <p:nvPr/>
          </p:nvSpPr>
          <p:spPr>
            <a:xfrm>
              <a:off x="4537" y="3379"/>
              <a:ext cx="5" cy="12"/>
            </a:xfrm>
            <a:custGeom>
              <a:rect b="b" l="l" r="r" t="t"/>
              <a:pathLst>
                <a:path extrusionOk="0" h="87" w="39">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1" name="Google Shape;3961;p30"/>
            <p:cNvSpPr/>
            <p:nvPr/>
          </p:nvSpPr>
          <p:spPr>
            <a:xfrm>
              <a:off x="4533" y="3370"/>
              <a:ext cx="4" cy="7"/>
            </a:xfrm>
            <a:custGeom>
              <a:rect b="b" l="l" r="r" t="t"/>
              <a:pathLst>
                <a:path extrusionOk="0" h="51" w="34">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2" name="Google Shape;3962;p30"/>
            <p:cNvSpPr/>
            <p:nvPr/>
          </p:nvSpPr>
          <p:spPr>
            <a:xfrm>
              <a:off x="4529" y="3364"/>
              <a:ext cx="6" cy="4"/>
            </a:xfrm>
            <a:custGeom>
              <a:rect b="b" l="l" r="r" t="t"/>
              <a:pathLst>
                <a:path extrusionOk="0" h="33" w="46">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3" name="Google Shape;3963;p30"/>
            <p:cNvSpPr/>
            <p:nvPr/>
          </p:nvSpPr>
          <p:spPr>
            <a:xfrm>
              <a:off x="4502" y="3356"/>
              <a:ext cx="23" cy="31"/>
            </a:xfrm>
            <a:custGeom>
              <a:rect b="b" l="l" r="r" t="t"/>
              <a:pathLst>
                <a:path extrusionOk="0" h="219" w="177">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4" name="Google Shape;3964;p30"/>
            <p:cNvSpPr/>
            <p:nvPr/>
          </p:nvSpPr>
          <p:spPr>
            <a:xfrm>
              <a:off x="4540" y="3355"/>
              <a:ext cx="15" cy="25"/>
            </a:xfrm>
            <a:custGeom>
              <a:rect b="b" l="l" r="r" t="t"/>
              <a:pathLst>
                <a:path extrusionOk="0" h="170" w="115">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5" name="Google Shape;3965;p30"/>
            <p:cNvSpPr/>
            <p:nvPr/>
          </p:nvSpPr>
          <p:spPr>
            <a:xfrm>
              <a:off x="4488" y="3350"/>
              <a:ext cx="36" cy="50"/>
            </a:xfrm>
            <a:custGeom>
              <a:rect b="b" l="l" r="r" t="t"/>
              <a:pathLst>
                <a:path extrusionOk="0" h="352" w="289">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6" name="Google Shape;3966;p30"/>
            <p:cNvSpPr/>
            <p:nvPr/>
          </p:nvSpPr>
          <p:spPr>
            <a:xfrm>
              <a:off x="4539" y="3348"/>
              <a:ext cx="32" cy="34"/>
            </a:xfrm>
            <a:custGeom>
              <a:rect b="b" l="l" r="r" t="t"/>
              <a:pathLst>
                <a:path extrusionOk="0" h="235" w="252">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7" name="Google Shape;3967;p30"/>
            <p:cNvSpPr/>
            <p:nvPr/>
          </p:nvSpPr>
          <p:spPr>
            <a:xfrm>
              <a:off x="4476" y="3366"/>
              <a:ext cx="13" cy="32"/>
            </a:xfrm>
            <a:custGeom>
              <a:rect b="b" l="l" r="r" t="t"/>
              <a:pathLst>
                <a:path extrusionOk="0" h="220" w="103">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8" name="Google Shape;3968;p30"/>
            <p:cNvSpPr/>
            <p:nvPr/>
          </p:nvSpPr>
          <p:spPr>
            <a:xfrm>
              <a:off x="4565" y="3346"/>
              <a:ext cx="28" cy="41"/>
            </a:xfrm>
            <a:custGeom>
              <a:rect b="b" l="l" r="r" t="t"/>
              <a:pathLst>
                <a:path extrusionOk="0" h="288" w="220">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9" name="Google Shape;3969;p30"/>
            <p:cNvSpPr/>
            <p:nvPr/>
          </p:nvSpPr>
          <p:spPr>
            <a:xfrm>
              <a:off x="4538" y="3409"/>
              <a:ext cx="107" cy="71"/>
            </a:xfrm>
            <a:custGeom>
              <a:rect b="b" l="l" r="r" t="t"/>
              <a:pathLst>
                <a:path extrusionOk="0" h="844" w="1070">
                  <a:moveTo>
                    <a:pt x="141" y="0"/>
                  </a:moveTo>
                  <a:lnTo>
                    <a:pt x="1070" y="194"/>
                  </a:lnTo>
                  <a:lnTo>
                    <a:pt x="919" y="844"/>
                  </a:lnTo>
                  <a:lnTo>
                    <a:pt x="0" y="624"/>
                  </a:lnTo>
                  <a:lnTo>
                    <a:pt x="141"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0" name="Google Shape;3970;p30"/>
            <p:cNvSpPr/>
            <p:nvPr/>
          </p:nvSpPr>
          <p:spPr>
            <a:xfrm>
              <a:off x="4547" y="3411"/>
              <a:ext cx="82" cy="28"/>
            </a:xfrm>
            <a:custGeom>
              <a:rect b="b" l="l" r="r" t="t"/>
              <a:pathLst>
                <a:path extrusionOk="0" h="333" w="819">
                  <a:moveTo>
                    <a:pt x="97" y="0"/>
                  </a:moveTo>
                  <a:lnTo>
                    <a:pt x="819" y="139"/>
                  </a:lnTo>
                  <a:lnTo>
                    <a:pt x="172" y="98"/>
                  </a:lnTo>
                  <a:lnTo>
                    <a:pt x="0" y="333"/>
                  </a:lnTo>
                  <a:lnTo>
                    <a:pt x="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1" name="Google Shape;3971;p30"/>
            <p:cNvSpPr/>
            <p:nvPr/>
          </p:nvSpPr>
          <p:spPr>
            <a:xfrm>
              <a:off x="4527" y="3494"/>
              <a:ext cx="108" cy="26"/>
            </a:xfrm>
            <a:custGeom>
              <a:rect b="b" l="l" r="r" t="t"/>
              <a:pathLst>
                <a:path extrusionOk="0" h="306" w="1083">
                  <a:moveTo>
                    <a:pt x="34" y="0"/>
                  </a:moveTo>
                  <a:lnTo>
                    <a:pt x="1083" y="261"/>
                  </a:lnTo>
                  <a:lnTo>
                    <a:pt x="1055" y="306"/>
                  </a:lnTo>
                  <a:lnTo>
                    <a:pt x="0" y="28"/>
                  </a:lnTo>
                  <a:lnTo>
                    <a:pt x="34"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2" name="Google Shape;3972;p30"/>
            <p:cNvSpPr/>
            <p:nvPr/>
          </p:nvSpPr>
          <p:spPr>
            <a:xfrm>
              <a:off x="4517" y="3502"/>
              <a:ext cx="109" cy="26"/>
            </a:xfrm>
            <a:custGeom>
              <a:rect b="b" l="l" r="r" t="t"/>
              <a:pathLst>
                <a:path extrusionOk="0" h="311" w="1088">
                  <a:moveTo>
                    <a:pt x="39" y="0"/>
                  </a:moveTo>
                  <a:lnTo>
                    <a:pt x="1088" y="260"/>
                  </a:lnTo>
                  <a:lnTo>
                    <a:pt x="1055" y="311"/>
                  </a:lnTo>
                  <a:lnTo>
                    <a:pt x="0" y="34"/>
                  </a:lnTo>
                  <a:lnTo>
                    <a:pt x="3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3" name="Google Shape;3973;p30"/>
            <p:cNvSpPr/>
            <p:nvPr/>
          </p:nvSpPr>
          <p:spPr>
            <a:xfrm>
              <a:off x="4534" y="3526"/>
              <a:ext cx="16" cy="6"/>
            </a:xfrm>
            <a:custGeom>
              <a:rect b="b" l="l" r="r" t="t"/>
              <a:pathLst>
                <a:path extrusionOk="0" h="72" w="164">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4" name="Google Shape;3974;p30"/>
            <p:cNvSpPr/>
            <p:nvPr/>
          </p:nvSpPr>
          <p:spPr>
            <a:xfrm>
              <a:off x="4537" y="3483"/>
              <a:ext cx="15" cy="9"/>
            </a:xfrm>
            <a:custGeom>
              <a:rect b="b" l="l" r="r" t="t"/>
              <a:pathLst>
                <a:path extrusionOk="0" h="109" w="146">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5" name="Google Shape;3975;p30"/>
            <p:cNvSpPr/>
            <p:nvPr/>
          </p:nvSpPr>
          <p:spPr>
            <a:xfrm>
              <a:off x="4620" y="3499"/>
              <a:ext cx="15" cy="9"/>
            </a:xfrm>
            <a:custGeom>
              <a:rect b="b" l="l" r="r" t="t"/>
              <a:pathLst>
                <a:path extrusionOk="0" h="107" w="146">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6" name="Google Shape;3976;p30"/>
            <p:cNvSpPr/>
            <p:nvPr/>
          </p:nvSpPr>
          <p:spPr>
            <a:xfrm>
              <a:off x="4553" y="3485"/>
              <a:ext cx="63" cy="16"/>
            </a:xfrm>
            <a:custGeom>
              <a:rect b="b" l="l" r="r" t="t"/>
              <a:pathLst>
                <a:path extrusionOk="0" h="182" w="629">
                  <a:moveTo>
                    <a:pt x="0" y="40"/>
                  </a:moveTo>
                  <a:lnTo>
                    <a:pt x="601" y="182"/>
                  </a:lnTo>
                  <a:lnTo>
                    <a:pt x="629" y="142"/>
                  </a:lnTo>
                  <a:lnTo>
                    <a:pt x="29" y="0"/>
                  </a:lnTo>
                  <a:lnTo>
                    <a:pt x="0" y="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7" name="Google Shape;3977;p30"/>
            <p:cNvSpPr/>
            <p:nvPr/>
          </p:nvSpPr>
          <p:spPr>
            <a:xfrm>
              <a:off x="4553" y="349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8" name="Google Shape;3978;p30"/>
            <p:cNvSpPr/>
            <p:nvPr/>
          </p:nvSpPr>
          <p:spPr>
            <a:xfrm>
              <a:off x="4553" y="3482"/>
              <a:ext cx="60" cy="14"/>
            </a:xfrm>
            <a:custGeom>
              <a:rect b="b" l="l" r="r" t="t"/>
              <a:pathLst>
                <a:path extrusionOk="0" h="170" w="606">
                  <a:moveTo>
                    <a:pt x="0" y="28"/>
                  </a:moveTo>
                  <a:lnTo>
                    <a:pt x="600" y="170"/>
                  </a:lnTo>
                  <a:lnTo>
                    <a:pt x="606" y="142"/>
                  </a:lnTo>
                  <a:lnTo>
                    <a:pt x="5" y="0"/>
                  </a:lnTo>
                  <a:lnTo>
                    <a:pt x="0" y="28"/>
                  </a:lnTo>
                  <a:close/>
                </a:path>
              </a:pathLst>
            </a:custGeom>
            <a:solidFill>
              <a:srgbClr val="F2E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3979" name="Google Shape;3979;p30"/>
          <p:cNvSpPr/>
          <p:nvPr/>
        </p:nvSpPr>
        <p:spPr>
          <a:xfrm flipH="1">
            <a:off x="5227637" y="2174875"/>
            <a:ext cx="517525" cy="180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80" name="Google Shape;3980;p30"/>
          <p:cNvSpPr/>
          <p:nvPr/>
        </p:nvSpPr>
        <p:spPr>
          <a:xfrm flipH="1">
            <a:off x="5600700" y="2266950"/>
            <a:ext cx="74612" cy="88900"/>
          </a:xfrm>
          <a:custGeom>
            <a:rect b="b" l="l" r="r" t="t"/>
            <a:pathLst>
              <a:path extrusionOk="0" h="168" w="188">
                <a:moveTo>
                  <a:pt x="92" y="0"/>
                </a:moveTo>
                <a:lnTo>
                  <a:pt x="135" y="7"/>
                </a:lnTo>
                <a:lnTo>
                  <a:pt x="164" y="27"/>
                </a:lnTo>
                <a:lnTo>
                  <a:pt x="182" y="54"/>
                </a:lnTo>
                <a:lnTo>
                  <a:pt x="188" y="84"/>
                </a:lnTo>
                <a:lnTo>
                  <a:pt x="182" y="115"/>
                </a:lnTo>
                <a:lnTo>
                  <a:pt x="164" y="141"/>
                </a:lnTo>
                <a:lnTo>
                  <a:pt x="135" y="161"/>
                </a:lnTo>
                <a:lnTo>
                  <a:pt x="92" y="168"/>
                </a:lnTo>
                <a:lnTo>
                  <a:pt x="51" y="161"/>
                </a:lnTo>
                <a:lnTo>
                  <a:pt x="22" y="141"/>
                </a:lnTo>
                <a:lnTo>
                  <a:pt x="5" y="115"/>
                </a:lnTo>
                <a:lnTo>
                  <a:pt x="0" y="84"/>
                </a:lnTo>
                <a:lnTo>
                  <a:pt x="5" y="54"/>
                </a:lnTo>
                <a:lnTo>
                  <a:pt x="22" y="27"/>
                </a:lnTo>
                <a:lnTo>
                  <a:pt x="51" y="7"/>
                </a:lnTo>
                <a:lnTo>
                  <a:pt x="92" y="0"/>
                </a:lnTo>
                <a:lnTo>
                  <a:pt x="96" y="37"/>
                </a:lnTo>
                <a:lnTo>
                  <a:pt x="72" y="42"/>
                </a:lnTo>
                <a:lnTo>
                  <a:pt x="57" y="52"/>
                </a:lnTo>
                <a:lnTo>
                  <a:pt x="47" y="67"/>
                </a:lnTo>
                <a:lnTo>
                  <a:pt x="45" y="85"/>
                </a:lnTo>
                <a:lnTo>
                  <a:pt x="47" y="102"/>
                </a:lnTo>
                <a:lnTo>
                  <a:pt x="58" y="117"/>
                </a:lnTo>
                <a:lnTo>
                  <a:pt x="74" y="128"/>
                </a:lnTo>
                <a:lnTo>
                  <a:pt x="96" y="132"/>
                </a:lnTo>
                <a:lnTo>
                  <a:pt x="120" y="128"/>
                </a:lnTo>
                <a:lnTo>
                  <a:pt x="136" y="117"/>
                </a:lnTo>
                <a:lnTo>
                  <a:pt x="147" y="102"/>
                </a:lnTo>
                <a:lnTo>
                  <a:pt x="151" y="85"/>
                </a:lnTo>
                <a:lnTo>
                  <a:pt x="148" y="67"/>
                </a:lnTo>
                <a:lnTo>
                  <a:pt x="137" y="52"/>
                </a:lnTo>
                <a:lnTo>
                  <a:pt x="120" y="42"/>
                </a:lnTo>
                <a:lnTo>
                  <a:pt x="96" y="37"/>
                </a:lnTo>
                <a:lnTo>
                  <a:pt x="9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81" name="Google Shape;3981;p30"/>
          <p:cNvSpPr/>
          <p:nvPr/>
        </p:nvSpPr>
        <p:spPr>
          <a:xfrm flipH="1">
            <a:off x="5294312" y="2266950"/>
            <a:ext cx="76200" cy="88900"/>
          </a:xfrm>
          <a:custGeom>
            <a:rect b="b" l="l" r="r" t="t"/>
            <a:pathLst>
              <a:path extrusionOk="0" h="168" w="192">
                <a:moveTo>
                  <a:pt x="95" y="0"/>
                </a:moveTo>
                <a:lnTo>
                  <a:pt x="138" y="7"/>
                </a:lnTo>
                <a:lnTo>
                  <a:pt x="168" y="27"/>
                </a:lnTo>
                <a:lnTo>
                  <a:pt x="185" y="54"/>
                </a:lnTo>
                <a:lnTo>
                  <a:pt x="192" y="84"/>
                </a:lnTo>
                <a:lnTo>
                  <a:pt x="187" y="115"/>
                </a:lnTo>
                <a:lnTo>
                  <a:pt x="168" y="141"/>
                </a:lnTo>
                <a:lnTo>
                  <a:pt x="138" y="161"/>
                </a:lnTo>
                <a:lnTo>
                  <a:pt x="95" y="168"/>
                </a:lnTo>
                <a:lnTo>
                  <a:pt x="53" y="161"/>
                </a:lnTo>
                <a:lnTo>
                  <a:pt x="24" y="141"/>
                </a:lnTo>
                <a:lnTo>
                  <a:pt x="5" y="115"/>
                </a:lnTo>
                <a:lnTo>
                  <a:pt x="0" y="84"/>
                </a:lnTo>
                <a:lnTo>
                  <a:pt x="6" y="54"/>
                </a:lnTo>
                <a:lnTo>
                  <a:pt x="24" y="27"/>
                </a:lnTo>
                <a:lnTo>
                  <a:pt x="54" y="7"/>
                </a:lnTo>
                <a:lnTo>
                  <a:pt x="95" y="0"/>
                </a:lnTo>
                <a:lnTo>
                  <a:pt x="95" y="37"/>
                </a:lnTo>
                <a:lnTo>
                  <a:pt x="71" y="42"/>
                </a:lnTo>
                <a:lnTo>
                  <a:pt x="56" y="52"/>
                </a:lnTo>
                <a:lnTo>
                  <a:pt x="46" y="67"/>
                </a:lnTo>
                <a:lnTo>
                  <a:pt x="44" y="85"/>
                </a:lnTo>
                <a:lnTo>
                  <a:pt x="46" y="102"/>
                </a:lnTo>
                <a:lnTo>
                  <a:pt x="57" y="117"/>
                </a:lnTo>
                <a:lnTo>
                  <a:pt x="73" y="128"/>
                </a:lnTo>
                <a:lnTo>
                  <a:pt x="95" y="132"/>
                </a:lnTo>
                <a:lnTo>
                  <a:pt x="119" y="128"/>
                </a:lnTo>
                <a:lnTo>
                  <a:pt x="135" y="117"/>
                </a:lnTo>
                <a:lnTo>
                  <a:pt x="146" y="102"/>
                </a:lnTo>
                <a:lnTo>
                  <a:pt x="150" y="85"/>
                </a:lnTo>
                <a:lnTo>
                  <a:pt x="147" y="67"/>
                </a:lnTo>
                <a:lnTo>
                  <a:pt x="136" y="52"/>
                </a:lnTo>
                <a:lnTo>
                  <a:pt x="119" y="42"/>
                </a:lnTo>
                <a:lnTo>
                  <a:pt x="95" y="37"/>
                </a:lnTo>
                <a:lnTo>
                  <a:pt x="9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82" name="Google Shape;3982;p30"/>
          <p:cNvSpPr/>
          <p:nvPr/>
        </p:nvSpPr>
        <p:spPr>
          <a:xfrm flipH="1">
            <a:off x="5432425" y="2251075"/>
            <a:ext cx="128587" cy="77787"/>
          </a:xfrm>
          <a:custGeom>
            <a:rect b="b" l="l" r="r" t="t"/>
            <a:pathLst>
              <a:path extrusionOk="0" h="148" w="325">
                <a:moveTo>
                  <a:pt x="45" y="0"/>
                </a:moveTo>
                <a:lnTo>
                  <a:pt x="58" y="0"/>
                </a:lnTo>
                <a:lnTo>
                  <a:pt x="73" y="0"/>
                </a:lnTo>
                <a:lnTo>
                  <a:pt x="88" y="0"/>
                </a:lnTo>
                <a:lnTo>
                  <a:pt x="102" y="2"/>
                </a:lnTo>
                <a:lnTo>
                  <a:pt x="117" y="2"/>
                </a:lnTo>
                <a:lnTo>
                  <a:pt x="131" y="2"/>
                </a:lnTo>
                <a:lnTo>
                  <a:pt x="147" y="2"/>
                </a:lnTo>
                <a:lnTo>
                  <a:pt x="163" y="2"/>
                </a:lnTo>
                <a:lnTo>
                  <a:pt x="179" y="2"/>
                </a:lnTo>
                <a:lnTo>
                  <a:pt x="196" y="2"/>
                </a:lnTo>
                <a:lnTo>
                  <a:pt x="212" y="2"/>
                </a:lnTo>
                <a:lnTo>
                  <a:pt x="229" y="2"/>
                </a:lnTo>
                <a:lnTo>
                  <a:pt x="247" y="2"/>
                </a:lnTo>
                <a:lnTo>
                  <a:pt x="265" y="2"/>
                </a:lnTo>
                <a:lnTo>
                  <a:pt x="282" y="2"/>
                </a:lnTo>
                <a:lnTo>
                  <a:pt x="301" y="2"/>
                </a:lnTo>
                <a:lnTo>
                  <a:pt x="310" y="11"/>
                </a:lnTo>
                <a:lnTo>
                  <a:pt x="225" y="17"/>
                </a:lnTo>
                <a:lnTo>
                  <a:pt x="316" y="24"/>
                </a:lnTo>
                <a:lnTo>
                  <a:pt x="325" y="47"/>
                </a:lnTo>
                <a:lnTo>
                  <a:pt x="325" y="65"/>
                </a:lnTo>
                <a:lnTo>
                  <a:pt x="318" y="80"/>
                </a:lnTo>
                <a:lnTo>
                  <a:pt x="308" y="94"/>
                </a:lnTo>
                <a:lnTo>
                  <a:pt x="296" y="106"/>
                </a:lnTo>
                <a:lnTo>
                  <a:pt x="284" y="118"/>
                </a:lnTo>
                <a:lnTo>
                  <a:pt x="276" y="132"/>
                </a:lnTo>
                <a:lnTo>
                  <a:pt x="272" y="148"/>
                </a:lnTo>
                <a:lnTo>
                  <a:pt x="20" y="144"/>
                </a:lnTo>
                <a:lnTo>
                  <a:pt x="19" y="125"/>
                </a:lnTo>
                <a:lnTo>
                  <a:pt x="15" y="104"/>
                </a:lnTo>
                <a:lnTo>
                  <a:pt x="9" y="82"/>
                </a:lnTo>
                <a:lnTo>
                  <a:pt x="0" y="57"/>
                </a:lnTo>
                <a:lnTo>
                  <a:pt x="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83" name="Google Shape;3983;p30"/>
          <p:cNvSpPr/>
          <p:nvPr/>
        </p:nvSpPr>
        <p:spPr>
          <a:xfrm flipH="1">
            <a:off x="5227637" y="2195512"/>
            <a:ext cx="517525" cy="133350"/>
          </a:xfrm>
          <a:custGeom>
            <a:rect b="b" l="l" r="r" t="t"/>
            <a:pathLst>
              <a:path extrusionOk="0" h="253" w="1303">
                <a:moveTo>
                  <a:pt x="805" y="184"/>
                </a:moveTo>
                <a:lnTo>
                  <a:pt x="799" y="192"/>
                </a:lnTo>
                <a:lnTo>
                  <a:pt x="791" y="200"/>
                </a:lnTo>
                <a:lnTo>
                  <a:pt x="785" y="208"/>
                </a:lnTo>
                <a:lnTo>
                  <a:pt x="777" y="216"/>
                </a:lnTo>
                <a:lnTo>
                  <a:pt x="770" y="224"/>
                </a:lnTo>
                <a:lnTo>
                  <a:pt x="765" y="233"/>
                </a:lnTo>
                <a:lnTo>
                  <a:pt x="761" y="243"/>
                </a:lnTo>
                <a:lnTo>
                  <a:pt x="760" y="253"/>
                </a:lnTo>
                <a:lnTo>
                  <a:pt x="909" y="252"/>
                </a:lnTo>
                <a:lnTo>
                  <a:pt x="912" y="219"/>
                </a:lnTo>
                <a:lnTo>
                  <a:pt x="921" y="191"/>
                </a:lnTo>
                <a:lnTo>
                  <a:pt x="935" y="167"/>
                </a:lnTo>
                <a:lnTo>
                  <a:pt x="952" y="147"/>
                </a:lnTo>
                <a:lnTo>
                  <a:pt x="972" y="132"/>
                </a:lnTo>
                <a:lnTo>
                  <a:pt x="994" y="122"/>
                </a:lnTo>
                <a:lnTo>
                  <a:pt x="1019" y="115"/>
                </a:lnTo>
                <a:lnTo>
                  <a:pt x="1045" y="112"/>
                </a:lnTo>
                <a:lnTo>
                  <a:pt x="1068" y="115"/>
                </a:lnTo>
                <a:lnTo>
                  <a:pt x="1094" y="120"/>
                </a:lnTo>
                <a:lnTo>
                  <a:pt x="1116" y="130"/>
                </a:lnTo>
                <a:lnTo>
                  <a:pt x="1136" y="144"/>
                </a:lnTo>
                <a:lnTo>
                  <a:pt x="1153" y="162"/>
                </a:lnTo>
                <a:lnTo>
                  <a:pt x="1167" y="183"/>
                </a:lnTo>
                <a:lnTo>
                  <a:pt x="1176" y="208"/>
                </a:lnTo>
                <a:lnTo>
                  <a:pt x="1178" y="237"/>
                </a:lnTo>
                <a:lnTo>
                  <a:pt x="1291" y="224"/>
                </a:lnTo>
                <a:lnTo>
                  <a:pt x="1284" y="212"/>
                </a:lnTo>
                <a:lnTo>
                  <a:pt x="1290" y="206"/>
                </a:lnTo>
                <a:lnTo>
                  <a:pt x="1298" y="202"/>
                </a:lnTo>
                <a:lnTo>
                  <a:pt x="1302" y="196"/>
                </a:lnTo>
                <a:lnTo>
                  <a:pt x="1288" y="178"/>
                </a:lnTo>
                <a:lnTo>
                  <a:pt x="1282" y="166"/>
                </a:lnTo>
                <a:lnTo>
                  <a:pt x="1280" y="155"/>
                </a:lnTo>
                <a:lnTo>
                  <a:pt x="1284" y="147"/>
                </a:lnTo>
                <a:lnTo>
                  <a:pt x="1290" y="139"/>
                </a:lnTo>
                <a:lnTo>
                  <a:pt x="1296" y="131"/>
                </a:lnTo>
                <a:lnTo>
                  <a:pt x="1300" y="120"/>
                </a:lnTo>
                <a:lnTo>
                  <a:pt x="1303" y="108"/>
                </a:lnTo>
                <a:lnTo>
                  <a:pt x="1282" y="108"/>
                </a:lnTo>
                <a:lnTo>
                  <a:pt x="1262" y="107"/>
                </a:lnTo>
                <a:lnTo>
                  <a:pt x="1242" y="107"/>
                </a:lnTo>
                <a:lnTo>
                  <a:pt x="1222" y="105"/>
                </a:lnTo>
                <a:lnTo>
                  <a:pt x="1204" y="103"/>
                </a:lnTo>
                <a:lnTo>
                  <a:pt x="1184" y="101"/>
                </a:lnTo>
                <a:lnTo>
                  <a:pt x="1165" y="98"/>
                </a:lnTo>
                <a:lnTo>
                  <a:pt x="1147" y="95"/>
                </a:lnTo>
                <a:lnTo>
                  <a:pt x="1128" y="92"/>
                </a:lnTo>
                <a:lnTo>
                  <a:pt x="1110" y="88"/>
                </a:lnTo>
                <a:lnTo>
                  <a:pt x="1091" y="82"/>
                </a:lnTo>
                <a:lnTo>
                  <a:pt x="1074" y="78"/>
                </a:lnTo>
                <a:lnTo>
                  <a:pt x="1055" y="72"/>
                </a:lnTo>
                <a:lnTo>
                  <a:pt x="1037" y="65"/>
                </a:lnTo>
                <a:lnTo>
                  <a:pt x="1018" y="58"/>
                </a:lnTo>
                <a:lnTo>
                  <a:pt x="1000" y="50"/>
                </a:lnTo>
                <a:lnTo>
                  <a:pt x="961" y="35"/>
                </a:lnTo>
                <a:lnTo>
                  <a:pt x="921" y="22"/>
                </a:lnTo>
                <a:lnTo>
                  <a:pt x="882" y="13"/>
                </a:lnTo>
                <a:lnTo>
                  <a:pt x="841" y="6"/>
                </a:lnTo>
                <a:lnTo>
                  <a:pt x="798" y="3"/>
                </a:lnTo>
                <a:lnTo>
                  <a:pt x="757" y="0"/>
                </a:lnTo>
                <a:lnTo>
                  <a:pt x="715" y="1"/>
                </a:lnTo>
                <a:lnTo>
                  <a:pt x="674" y="4"/>
                </a:lnTo>
                <a:lnTo>
                  <a:pt x="631" y="10"/>
                </a:lnTo>
                <a:lnTo>
                  <a:pt x="589" y="16"/>
                </a:lnTo>
                <a:lnTo>
                  <a:pt x="548" y="25"/>
                </a:lnTo>
                <a:lnTo>
                  <a:pt x="508" y="35"/>
                </a:lnTo>
                <a:lnTo>
                  <a:pt x="468" y="48"/>
                </a:lnTo>
                <a:lnTo>
                  <a:pt x="428" y="62"/>
                </a:lnTo>
                <a:lnTo>
                  <a:pt x="391" y="77"/>
                </a:lnTo>
                <a:lnTo>
                  <a:pt x="354" y="93"/>
                </a:lnTo>
                <a:lnTo>
                  <a:pt x="382" y="97"/>
                </a:lnTo>
                <a:lnTo>
                  <a:pt x="393" y="93"/>
                </a:lnTo>
                <a:lnTo>
                  <a:pt x="407" y="87"/>
                </a:lnTo>
                <a:lnTo>
                  <a:pt x="426" y="80"/>
                </a:lnTo>
                <a:lnTo>
                  <a:pt x="447" y="72"/>
                </a:lnTo>
                <a:lnTo>
                  <a:pt x="471" y="64"/>
                </a:lnTo>
                <a:lnTo>
                  <a:pt x="499" y="53"/>
                </a:lnTo>
                <a:lnTo>
                  <a:pt x="530" y="43"/>
                </a:lnTo>
                <a:lnTo>
                  <a:pt x="565" y="31"/>
                </a:lnTo>
                <a:lnTo>
                  <a:pt x="459" y="97"/>
                </a:lnTo>
                <a:lnTo>
                  <a:pt x="382" y="97"/>
                </a:lnTo>
                <a:lnTo>
                  <a:pt x="354" y="93"/>
                </a:lnTo>
                <a:lnTo>
                  <a:pt x="329" y="90"/>
                </a:lnTo>
                <a:lnTo>
                  <a:pt x="304" y="88"/>
                </a:lnTo>
                <a:lnTo>
                  <a:pt x="280" y="87"/>
                </a:lnTo>
                <a:lnTo>
                  <a:pt x="257" y="87"/>
                </a:lnTo>
                <a:lnTo>
                  <a:pt x="235" y="88"/>
                </a:lnTo>
                <a:lnTo>
                  <a:pt x="212" y="90"/>
                </a:lnTo>
                <a:lnTo>
                  <a:pt x="191" y="94"/>
                </a:lnTo>
                <a:lnTo>
                  <a:pt x="170" y="97"/>
                </a:lnTo>
                <a:lnTo>
                  <a:pt x="149" y="103"/>
                </a:lnTo>
                <a:lnTo>
                  <a:pt x="129" y="110"/>
                </a:lnTo>
                <a:lnTo>
                  <a:pt x="108" y="119"/>
                </a:lnTo>
                <a:lnTo>
                  <a:pt x="88" y="129"/>
                </a:lnTo>
                <a:lnTo>
                  <a:pt x="68" y="140"/>
                </a:lnTo>
                <a:lnTo>
                  <a:pt x="49" y="153"/>
                </a:lnTo>
                <a:lnTo>
                  <a:pt x="29" y="167"/>
                </a:lnTo>
                <a:lnTo>
                  <a:pt x="10" y="183"/>
                </a:lnTo>
                <a:lnTo>
                  <a:pt x="122" y="197"/>
                </a:lnTo>
                <a:lnTo>
                  <a:pt x="108" y="204"/>
                </a:lnTo>
                <a:lnTo>
                  <a:pt x="93" y="208"/>
                </a:lnTo>
                <a:lnTo>
                  <a:pt x="77" y="212"/>
                </a:lnTo>
                <a:lnTo>
                  <a:pt x="61" y="212"/>
                </a:lnTo>
                <a:lnTo>
                  <a:pt x="44" y="211"/>
                </a:lnTo>
                <a:lnTo>
                  <a:pt x="29" y="207"/>
                </a:lnTo>
                <a:lnTo>
                  <a:pt x="14" y="202"/>
                </a:lnTo>
                <a:lnTo>
                  <a:pt x="0" y="196"/>
                </a:lnTo>
                <a:lnTo>
                  <a:pt x="0" y="201"/>
                </a:lnTo>
                <a:lnTo>
                  <a:pt x="4" y="208"/>
                </a:lnTo>
                <a:lnTo>
                  <a:pt x="10" y="218"/>
                </a:lnTo>
                <a:lnTo>
                  <a:pt x="19" y="229"/>
                </a:lnTo>
                <a:lnTo>
                  <a:pt x="149" y="229"/>
                </a:lnTo>
                <a:lnTo>
                  <a:pt x="151" y="201"/>
                </a:lnTo>
                <a:lnTo>
                  <a:pt x="159" y="177"/>
                </a:lnTo>
                <a:lnTo>
                  <a:pt x="173" y="156"/>
                </a:lnTo>
                <a:lnTo>
                  <a:pt x="189" y="140"/>
                </a:lnTo>
                <a:lnTo>
                  <a:pt x="207" y="127"/>
                </a:lnTo>
                <a:lnTo>
                  <a:pt x="228" y="119"/>
                </a:lnTo>
                <a:lnTo>
                  <a:pt x="252" y="114"/>
                </a:lnTo>
                <a:lnTo>
                  <a:pt x="276" y="112"/>
                </a:lnTo>
                <a:lnTo>
                  <a:pt x="298" y="116"/>
                </a:lnTo>
                <a:lnTo>
                  <a:pt x="322" y="123"/>
                </a:lnTo>
                <a:lnTo>
                  <a:pt x="344" y="133"/>
                </a:lnTo>
                <a:lnTo>
                  <a:pt x="362" y="148"/>
                </a:lnTo>
                <a:lnTo>
                  <a:pt x="378" y="168"/>
                </a:lnTo>
                <a:lnTo>
                  <a:pt x="391" y="190"/>
                </a:lnTo>
                <a:lnTo>
                  <a:pt x="399" y="218"/>
                </a:lnTo>
                <a:lnTo>
                  <a:pt x="402" y="249"/>
                </a:lnTo>
                <a:lnTo>
                  <a:pt x="467" y="249"/>
                </a:lnTo>
                <a:lnTo>
                  <a:pt x="465" y="228"/>
                </a:lnTo>
                <a:lnTo>
                  <a:pt x="460" y="206"/>
                </a:lnTo>
                <a:lnTo>
                  <a:pt x="452" y="184"/>
                </a:lnTo>
                <a:lnTo>
                  <a:pt x="442" y="160"/>
                </a:lnTo>
                <a:lnTo>
                  <a:pt x="598" y="30"/>
                </a:lnTo>
                <a:lnTo>
                  <a:pt x="811" y="21"/>
                </a:lnTo>
                <a:lnTo>
                  <a:pt x="809" y="47"/>
                </a:lnTo>
                <a:lnTo>
                  <a:pt x="843" y="50"/>
                </a:lnTo>
                <a:lnTo>
                  <a:pt x="860" y="50"/>
                </a:lnTo>
                <a:lnTo>
                  <a:pt x="875" y="50"/>
                </a:lnTo>
                <a:lnTo>
                  <a:pt x="892" y="50"/>
                </a:lnTo>
                <a:lnTo>
                  <a:pt x="905" y="50"/>
                </a:lnTo>
                <a:lnTo>
                  <a:pt x="924" y="50"/>
                </a:lnTo>
                <a:lnTo>
                  <a:pt x="909" y="83"/>
                </a:lnTo>
                <a:lnTo>
                  <a:pt x="892" y="83"/>
                </a:lnTo>
                <a:lnTo>
                  <a:pt x="905" y="50"/>
                </a:lnTo>
                <a:lnTo>
                  <a:pt x="892" y="50"/>
                </a:lnTo>
                <a:lnTo>
                  <a:pt x="878" y="83"/>
                </a:lnTo>
                <a:lnTo>
                  <a:pt x="860" y="83"/>
                </a:lnTo>
                <a:lnTo>
                  <a:pt x="875" y="50"/>
                </a:lnTo>
                <a:lnTo>
                  <a:pt x="860" y="50"/>
                </a:lnTo>
                <a:lnTo>
                  <a:pt x="848" y="83"/>
                </a:lnTo>
                <a:lnTo>
                  <a:pt x="830" y="83"/>
                </a:lnTo>
                <a:lnTo>
                  <a:pt x="843" y="50"/>
                </a:lnTo>
                <a:lnTo>
                  <a:pt x="809" y="47"/>
                </a:lnTo>
                <a:lnTo>
                  <a:pt x="802" y="103"/>
                </a:lnTo>
                <a:lnTo>
                  <a:pt x="785" y="105"/>
                </a:lnTo>
                <a:lnTo>
                  <a:pt x="790" y="116"/>
                </a:lnTo>
                <a:lnTo>
                  <a:pt x="799" y="112"/>
                </a:lnTo>
                <a:lnTo>
                  <a:pt x="814" y="109"/>
                </a:lnTo>
                <a:lnTo>
                  <a:pt x="831" y="108"/>
                </a:lnTo>
                <a:lnTo>
                  <a:pt x="850" y="107"/>
                </a:lnTo>
                <a:lnTo>
                  <a:pt x="867" y="107"/>
                </a:lnTo>
                <a:lnTo>
                  <a:pt x="882" y="109"/>
                </a:lnTo>
                <a:lnTo>
                  <a:pt x="892" y="114"/>
                </a:lnTo>
                <a:lnTo>
                  <a:pt x="896" y="122"/>
                </a:lnTo>
                <a:lnTo>
                  <a:pt x="892" y="126"/>
                </a:lnTo>
                <a:lnTo>
                  <a:pt x="882" y="129"/>
                </a:lnTo>
                <a:lnTo>
                  <a:pt x="867" y="130"/>
                </a:lnTo>
                <a:lnTo>
                  <a:pt x="848" y="130"/>
                </a:lnTo>
                <a:lnTo>
                  <a:pt x="831" y="130"/>
                </a:lnTo>
                <a:lnTo>
                  <a:pt x="815" y="130"/>
                </a:lnTo>
                <a:lnTo>
                  <a:pt x="803" y="129"/>
                </a:lnTo>
                <a:lnTo>
                  <a:pt x="797" y="129"/>
                </a:lnTo>
                <a:lnTo>
                  <a:pt x="806" y="146"/>
                </a:lnTo>
                <a:lnTo>
                  <a:pt x="810" y="160"/>
                </a:lnTo>
                <a:lnTo>
                  <a:pt x="809" y="172"/>
                </a:lnTo>
                <a:lnTo>
                  <a:pt x="805" y="184"/>
                </a:lnTo>
                <a:lnTo>
                  <a:pt x="829" y="183"/>
                </a:lnTo>
                <a:lnTo>
                  <a:pt x="843" y="168"/>
                </a:lnTo>
                <a:lnTo>
                  <a:pt x="831" y="154"/>
                </a:lnTo>
                <a:lnTo>
                  <a:pt x="846" y="154"/>
                </a:lnTo>
                <a:lnTo>
                  <a:pt x="860" y="168"/>
                </a:lnTo>
                <a:lnTo>
                  <a:pt x="848" y="183"/>
                </a:lnTo>
                <a:lnTo>
                  <a:pt x="829" y="183"/>
                </a:lnTo>
                <a:lnTo>
                  <a:pt x="805" y="18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88" name="Shape 3988"/>
        <p:cNvGrpSpPr/>
        <p:nvPr/>
      </p:nvGrpSpPr>
      <p:grpSpPr>
        <a:xfrm>
          <a:off x="0" y="0"/>
          <a:ext cx="0" cy="0"/>
          <a:chOff x="0" y="0"/>
          <a:chExt cx="0" cy="0"/>
        </a:xfrm>
      </p:grpSpPr>
      <p:sp>
        <p:nvSpPr>
          <p:cNvPr id="3989" name="Google Shape;3989;p3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3990" name="Google Shape;3990;p3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991" name="Google Shape;3991;p3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Network Core: Circuit Switching</a:t>
            </a:r>
            <a:endParaRPr/>
          </a:p>
        </p:txBody>
      </p:sp>
      <p:sp>
        <p:nvSpPr>
          <p:cNvPr id="3992" name="Google Shape;3992;p31"/>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0" lang="en-US" sz="2800" u="none">
                <a:solidFill>
                  <a:srgbClr val="FF0000"/>
                </a:solidFill>
                <a:latin typeface="Comic Sans MS"/>
                <a:ea typeface="Comic Sans MS"/>
                <a:cs typeface="Comic Sans MS"/>
                <a:sym typeface="Comic Sans MS"/>
              </a:rPr>
              <a:t>End-end resources reserved for “call”</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link bandwidth,  switch capacity</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dedicated resources: no sharing</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circuit-like (guaranteed) performance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call setup required</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grpSp>
        <p:nvGrpSpPr>
          <p:cNvPr id="3993" name="Google Shape;3993;p31"/>
          <p:cNvGrpSpPr/>
          <p:nvPr/>
        </p:nvGrpSpPr>
        <p:grpSpPr>
          <a:xfrm>
            <a:off x="4989512" y="1639887"/>
            <a:ext cx="3470275" cy="4168775"/>
            <a:chOff x="3143" y="1033"/>
            <a:chExt cx="2186" cy="2626"/>
          </a:xfrm>
        </p:grpSpPr>
        <p:sp>
          <p:nvSpPr>
            <p:cNvPr id="3994" name="Google Shape;3994;p31"/>
            <p:cNvSpPr/>
            <p:nvPr/>
          </p:nvSpPr>
          <p:spPr>
            <a:xfrm>
              <a:off x="4227" y="2178"/>
              <a:ext cx="828" cy="425"/>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95" name="Google Shape;3995;p31"/>
            <p:cNvSpPr/>
            <p:nvPr/>
          </p:nvSpPr>
          <p:spPr>
            <a:xfrm>
              <a:off x="4239" y="1217"/>
              <a:ext cx="1090" cy="65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96" name="Google Shape;3996;p31"/>
            <p:cNvSpPr/>
            <p:nvPr/>
          </p:nvSpPr>
          <p:spPr>
            <a:xfrm>
              <a:off x="3143" y="1033"/>
              <a:ext cx="1036" cy="67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997" name="Google Shape;3997;p31"/>
            <p:cNvGrpSpPr/>
            <p:nvPr/>
          </p:nvGrpSpPr>
          <p:grpSpPr>
            <a:xfrm>
              <a:off x="3198" y="1874"/>
              <a:ext cx="919" cy="588"/>
              <a:chOff x="2889" y="1631"/>
              <a:chExt cx="980" cy="743"/>
            </a:xfrm>
          </p:grpSpPr>
          <p:sp>
            <p:nvSpPr>
              <p:cNvPr id="3998" name="Google Shape;3998;p31"/>
              <p:cNvSpPr txBox="1"/>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99" name="Google Shape;3999;p31"/>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000" name="Google Shape;4000;p31"/>
            <p:cNvGrpSpPr/>
            <p:nvPr/>
          </p:nvGrpSpPr>
          <p:grpSpPr>
            <a:xfrm>
              <a:off x="3638" y="1152"/>
              <a:ext cx="216" cy="337"/>
              <a:chOff x="3789" y="1034"/>
              <a:chExt cx="879" cy="1246"/>
            </a:xfrm>
          </p:grpSpPr>
          <p:cxnSp>
            <p:nvCxnSpPr>
              <p:cNvPr id="4001" name="Google Shape;4001;p31"/>
              <p:cNvCxnSpPr/>
              <p:nvPr/>
            </p:nvCxnSpPr>
            <p:spPr>
              <a:xfrm flipH="1">
                <a:off x="3992" y="1481"/>
                <a:ext cx="235" cy="724"/>
              </a:xfrm>
              <a:prstGeom prst="straightConnector1">
                <a:avLst/>
              </a:prstGeom>
              <a:noFill/>
              <a:ln cap="flat" cmpd="sng" w="9525">
                <a:solidFill>
                  <a:schemeClr val="dk1"/>
                </a:solidFill>
                <a:prstDash val="solid"/>
                <a:miter lim="800000"/>
                <a:headEnd len="med" w="med" type="none"/>
                <a:tailEnd len="med" w="med" type="none"/>
              </a:ln>
            </p:spPr>
          </p:cxnSp>
          <p:cxnSp>
            <p:nvCxnSpPr>
              <p:cNvPr id="4002" name="Google Shape;4002;p31"/>
              <p:cNvCxnSpPr/>
              <p:nvPr/>
            </p:nvCxnSpPr>
            <p:spPr>
              <a:xfrm>
                <a:off x="4227" y="1481"/>
                <a:ext cx="236" cy="720"/>
              </a:xfrm>
              <a:prstGeom prst="straightConnector1">
                <a:avLst/>
              </a:prstGeom>
              <a:noFill/>
              <a:ln cap="flat" cmpd="sng" w="9525">
                <a:solidFill>
                  <a:schemeClr val="dk1"/>
                </a:solidFill>
                <a:prstDash val="solid"/>
                <a:miter lim="800000"/>
                <a:headEnd len="med" w="med" type="none"/>
                <a:tailEnd len="med" w="med" type="none"/>
              </a:ln>
            </p:spPr>
          </p:cxnSp>
          <p:cxnSp>
            <p:nvCxnSpPr>
              <p:cNvPr id="4003" name="Google Shape;4003;p31"/>
              <p:cNvCxnSpPr/>
              <p:nvPr/>
            </p:nvCxnSpPr>
            <p:spPr>
              <a:xfrm>
                <a:off x="3992" y="2201"/>
                <a:ext cx="235" cy="79"/>
              </a:xfrm>
              <a:prstGeom prst="straightConnector1">
                <a:avLst/>
              </a:prstGeom>
              <a:noFill/>
              <a:ln cap="flat" cmpd="sng" w="9525">
                <a:solidFill>
                  <a:schemeClr val="dk1"/>
                </a:solidFill>
                <a:prstDash val="solid"/>
                <a:miter lim="800000"/>
                <a:headEnd len="med" w="med" type="none"/>
                <a:tailEnd len="med" w="med" type="none"/>
              </a:ln>
            </p:spPr>
          </p:cxnSp>
          <p:cxnSp>
            <p:nvCxnSpPr>
              <p:cNvPr id="4004" name="Google Shape;4004;p31"/>
              <p:cNvCxnSpPr/>
              <p:nvPr/>
            </p:nvCxnSpPr>
            <p:spPr>
              <a:xfrm flipH="1">
                <a:off x="4227" y="2201"/>
                <a:ext cx="236" cy="79"/>
              </a:xfrm>
              <a:prstGeom prst="straightConnector1">
                <a:avLst/>
              </a:prstGeom>
              <a:noFill/>
              <a:ln cap="flat" cmpd="sng" w="9525">
                <a:solidFill>
                  <a:schemeClr val="dk1"/>
                </a:solidFill>
                <a:prstDash val="solid"/>
                <a:miter lim="800000"/>
                <a:headEnd len="med" w="med" type="none"/>
                <a:tailEnd len="med" w="med" type="none"/>
              </a:ln>
            </p:spPr>
          </p:cxnSp>
          <p:cxnSp>
            <p:nvCxnSpPr>
              <p:cNvPr id="4005" name="Google Shape;4005;p31"/>
              <p:cNvCxnSpPr/>
              <p:nvPr/>
            </p:nvCxnSpPr>
            <p:spPr>
              <a:xfrm>
                <a:off x="4227" y="1497"/>
                <a:ext cx="0" cy="783"/>
              </a:xfrm>
              <a:prstGeom prst="straightConnector1">
                <a:avLst/>
              </a:prstGeom>
              <a:noFill/>
              <a:ln cap="flat" cmpd="sng" w="9525">
                <a:solidFill>
                  <a:schemeClr val="dk1"/>
                </a:solidFill>
                <a:prstDash val="solid"/>
                <a:miter lim="800000"/>
                <a:headEnd len="med" w="med" type="none"/>
                <a:tailEnd len="med" w="med" type="none"/>
              </a:ln>
            </p:spPr>
          </p:cxnSp>
          <p:cxnSp>
            <p:nvCxnSpPr>
              <p:cNvPr id="4006" name="Google Shape;4006;p31"/>
              <p:cNvCxnSpPr/>
              <p:nvPr/>
            </p:nvCxnSpPr>
            <p:spPr>
              <a:xfrm flipH="1" rot="10800000">
                <a:off x="3992" y="2127"/>
                <a:ext cx="235" cy="78"/>
              </a:xfrm>
              <a:prstGeom prst="straightConnector1">
                <a:avLst/>
              </a:prstGeom>
              <a:noFill/>
              <a:ln cap="flat" cmpd="sng" w="9525">
                <a:solidFill>
                  <a:schemeClr val="dk1"/>
                </a:solidFill>
                <a:prstDash val="solid"/>
                <a:miter lim="800000"/>
                <a:headEnd len="med" w="med" type="none"/>
                <a:tailEnd len="med" w="med" type="none"/>
              </a:ln>
            </p:spPr>
          </p:cxnSp>
          <p:cxnSp>
            <p:nvCxnSpPr>
              <p:cNvPr id="4007" name="Google Shape;4007;p31"/>
              <p:cNvCxnSpPr/>
              <p:nvPr/>
            </p:nvCxnSpPr>
            <p:spPr>
              <a:xfrm rot="10800000">
                <a:off x="4227" y="2127"/>
                <a:ext cx="236" cy="74"/>
              </a:xfrm>
              <a:prstGeom prst="straightConnector1">
                <a:avLst/>
              </a:prstGeom>
              <a:noFill/>
              <a:ln cap="flat" cmpd="sng" w="9525">
                <a:solidFill>
                  <a:schemeClr val="dk1"/>
                </a:solidFill>
                <a:prstDash val="solid"/>
                <a:miter lim="800000"/>
                <a:headEnd len="med" w="med" type="none"/>
                <a:tailEnd len="med" w="med" type="none"/>
              </a:ln>
            </p:spPr>
          </p:cxnSp>
          <p:cxnSp>
            <p:nvCxnSpPr>
              <p:cNvPr id="4008" name="Google Shape;4008;p31"/>
              <p:cNvCxnSpPr/>
              <p:nvPr/>
            </p:nvCxnSpPr>
            <p:spPr>
              <a:xfrm>
                <a:off x="4092" y="1890"/>
                <a:ext cx="135" cy="60"/>
              </a:xfrm>
              <a:prstGeom prst="straightConnector1">
                <a:avLst/>
              </a:prstGeom>
              <a:noFill/>
              <a:ln cap="flat" cmpd="sng" w="9525">
                <a:solidFill>
                  <a:schemeClr val="dk1"/>
                </a:solidFill>
                <a:prstDash val="solid"/>
                <a:miter lim="800000"/>
                <a:headEnd len="med" w="med" type="none"/>
                <a:tailEnd len="med" w="med" type="none"/>
              </a:ln>
            </p:spPr>
          </p:cxnSp>
          <p:cxnSp>
            <p:nvCxnSpPr>
              <p:cNvPr id="4009" name="Google Shape;4009;p31"/>
              <p:cNvCxnSpPr/>
              <p:nvPr/>
            </p:nvCxnSpPr>
            <p:spPr>
              <a:xfrm flipH="1" rot="10800000">
                <a:off x="4227" y="1890"/>
                <a:ext cx="143" cy="60"/>
              </a:xfrm>
              <a:prstGeom prst="straightConnector1">
                <a:avLst/>
              </a:prstGeom>
              <a:noFill/>
              <a:ln cap="flat" cmpd="sng" w="9525">
                <a:solidFill>
                  <a:schemeClr val="dk1"/>
                </a:solidFill>
                <a:prstDash val="solid"/>
                <a:miter lim="800000"/>
                <a:headEnd len="med" w="med" type="none"/>
                <a:tailEnd len="med" w="med" type="none"/>
              </a:ln>
            </p:spPr>
          </p:cxnSp>
          <p:cxnSp>
            <p:nvCxnSpPr>
              <p:cNvPr id="4010" name="Google Shape;4010;p31"/>
              <p:cNvCxnSpPr/>
              <p:nvPr/>
            </p:nvCxnSpPr>
            <p:spPr>
              <a:xfrm>
                <a:off x="4047" y="1996"/>
                <a:ext cx="175" cy="81"/>
              </a:xfrm>
              <a:prstGeom prst="straightConnector1">
                <a:avLst/>
              </a:prstGeom>
              <a:noFill/>
              <a:ln cap="flat" cmpd="sng" w="9525">
                <a:solidFill>
                  <a:schemeClr val="dk1"/>
                </a:solidFill>
                <a:prstDash val="solid"/>
                <a:miter lim="800000"/>
                <a:headEnd len="med" w="med" type="none"/>
                <a:tailEnd len="med" w="med" type="none"/>
              </a:ln>
            </p:spPr>
          </p:cxnSp>
          <p:cxnSp>
            <p:nvCxnSpPr>
              <p:cNvPr id="4011" name="Google Shape;4011;p31"/>
              <p:cNvCxnSpPr/>
              <p:nvPr/>
            </p:nvCxnSpPr>
            <p:spPr>
              <a:xfrm flipH="1" rot="10800000">
                <a:off x="4227" y="2012"/>
                <a:ext cx="176" cy="71"/>
              </a:xfrm>
              <a:prstGeom prst="straightConnector1">
                <a:avLst/>
              </a:prstGeom>
              <a:noFill/>
              <a:ln cap="flat" cmpd="sng" w="9525">
                <a:solidFill>
                  <a:schemeClr val="dk1"/>
                </a:solidFill>
                <a:prstDash val="solid"/>
                <a:miter lim="800000"/>
                <a:headEnd len="med" w="med" type="none"/>
                <a:tailEnd len="med" w="med" type="none"/>
              </a:ln>
            </p:spPr>
          </p:cxnSp>
          <p:cxnSp>
            <p:nvCxnSpPr>
              <p:cNvPr id="4012" name="Google Shape;4012;p31"/>
              <p:cNvCxnSpPr/>
              <p:nvPr/>
            </p:nvCxnSpPr>
            <p:spPr>
              <a:xfrm flipH="1" rot="10800000">
                <a:off x="4227" y="1782"/>
                <a:ext cx="90" cy="29"/>
              </a:xfrm>
              <a:prstGeom prst="straightConnector1">
                <a:avLst/>
              </a:prstGeom>
              <a:noFill/>
              <a:ln cap="flat" cmpd="sng" w="9525">
                <a:solidFill>
                  <a:schemeClr val="dk1"/>
                </a:solidFill>
                <a:prstDash val="solid"/>
                <a:miter lim="800000"/>
                <a:headEnd len="med" w="med" type="none"/>
                <a:tailEnd len="med" w="med" type="none"/>
              </a:ln>
            </p:spPr>
          </p:cxnSp>
          <p:cxnSp>
            <p:nvCxnSpPr>
              <p:cNvPr id="4013" name="Google Shape;4013;p31"/>
              <p:cNvCxnSpPr/>
              <p:nvPr/>
            </p:nvCxnSpPr>
            <p:spPr>
              <a:xfrm flipH="1" rot="10800000">
                <a:off x="4227" y="1632"/>
                <a:ext cx="57" cy="22"/>
              </a:xfrm>
              <a:prstGeom prst="straightConnector1">
                <a:avLst/>
              </a:prstGeom>
              <a:noFill/>
              <a:ln cap="flat" cmpd="sng" w="9525">
                <a:solidFill>
                  <a:schemeClr val="dk1"/>
                </a:solidFill>
                <a:prstDash val="solid"/>
                <a:miter lim="800000"/>
                <a:headEnd len="med" w="med" type="none"/>
                <a:tailEnd len="med" w="med" type="none"/>
              </a:ln>
            </p:spPr>
          </p:cxnSp>
          <p:cxnSp>
            <p:nvCxnSpPr>
              <p:cNvPr id="4014" name="Google Shape;4014;p31"/>
              <p:cNvCxnSpPr/>
              <p:nvPr/>
            </p:nvCxnSpPr>
            <p:spPr>
              <a:xfrm>
                <a:off x="4126" y="1772"/>
                <a:ext cx="109" cy="39"/>
              </a:xfrm>
              <a:prstGeom prst="straightConnector1">
                <a:avLst/>
              </a:prstGeom>
              <a:noFill/>
              <a:ln cap="flat" cmpd="sng" w="9525">
                <a:solidFill>
                  <a:schemeClr val="dk1"/>
                </a:solidFill>
                <a:prstDash val="solid"/>
                <a:miter lim="800000"/>
                <a:headEnd len="med" w="med" type="none"/>
                <a:tailEnd len="med" w="med" type="none"/>
              </a:ln>
            </p:spPr>
          </p:cxnSp>
          <p:cxnSp>
            <p:nvCxnSpPr>
              <p:cNvPr id="4015" name="Google Shape;4015;p31"/>
              <p:cNvCxnSpPr/>
              <p:nvPr/>
            </p:nvCxnSpPr>
            <p:spPr>
              <a:xfrm>
                <a:off x="4175" y="1625"/>
                <a:ext cx="63" cy="39"/>
              </a:xfrm>
              <a:prstGeom prst="straightConnector1">
                <a:avLst/>
              </a:prstGeom>
              <a:noFill/>
              <a:ln cap="flat" cmpd="sng" w="9525">
                <a:solidFill>
                  <a:schemeClr val="dk1"/>
                </a:solidFill>
                <a:prstDash val="solid"/>
                <a:miter lim="800000"/>
                <a:headEnd len="med" w="med" type="none"/>
                <a:tailEnd len="med" w="med" type="none"/>
              </a:ln>
            </p:spPr>
          </p:cxnSp>
          <p:grpSp>
            <p:nvGrpSpPr>
              <p:cNvPr id="4016" name="Google Shape;4016;p31"/>
              <p:cNvGrpSpPr/>
              <p:nvPr/>
            </p:nvGrpSpPr>
            <p:grpSpPr>
              <a:xfrm>
                <a:off x="4269" y="1382"/>
                <a:ext cx="399" cy="203"/>
                <a:chOff x="4227" y="1294"/>
                <a:chExt cx="879" cy="400"/>
              </a:xfrm>
            </p:grpSpPr>
            <p:cxnSp>
              <p:nvCxnSpPr>
                <p:cNvPr id="4017" name="Google Shape;4017;p31"/>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4018" name="Google Shape;4018;p31"/>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4019" name="Google Shape;4019;p31"/>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4020" name="Google Shape;4020;p31"/>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4021" name="Google Shape;4021;p31"/>
              <p:cNvGrpSpPr/>
              <p:nvPr/>
            </p:nvGrpSpPr>
            <p:grpSpPr>
              <a:xfrm rot="5700000">
                <a:off x="4048" y="1141"/>
                <a:ext cx="399" cy="203"/>
                <a:chOff x="4227" y="1294"/>
                <a:chExt cx="879" cy="400"/>
              </a:xfrm>
            </p:grpSpPr>
            <p:cxnSp>
              <p:nvCxnSpPr>
                <p:cNvPr id="4022" name="Google Shape;4022;p31"/>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4023" name="Google Shape;4023;p31"/>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4024" name="Google Shape;4024;p31"/>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4025" name="Google Shape;4025;p31"/>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nvGrpSpPr>
              <p:cNvPr id="4026" name="Google Shape;4026;p31"/>
              <p:cNvGrpSpPr/>
              <p:nvPr/>
            </p:nvGrpSpPr>
            <p:grpSpPr>
              <a:xfrm rot="10800000">
                <a:off x="3789" y="1369"/>
                <a:ext cx="399" cy="203"/>
                <a:chOff x="4227" y="1294"/>
                <a:chExt cx="879" cy="400"/>
              </a:xfrm>
            </p:grpSpPr>
            <p:cxnSp>
              <p:nvCxnSpPr>
                <p:cNvPr id="4027" name="Google Shape;4027;p31"/>
                <p:cNvCxnSpPr/>
                <p:nvPr/>
              </p:nvCxnSpPr>
              <p:spPr>
                <a:xfrm>
                  <a:off x="4227" y="1604"/>
                  <a:ext cx="0" cy="0"/>
                </a:xfrm>
                <a:prstGeom prst="straightConnector1">
                  <a:avLst/>
                </a:prstGeom>
                <a:noFill/>
                <a:ln cap="flat" cmpd="sng" w="9525">
                  <a:solidFill>
                    <a:schemeClr val="dk1"/>
                  </a:solidFill>
                  <a:prstDash val="solid"/>
                  <a:miter lim="800000"/>
                  <a:headEnd len="med" w="med" type="none"/>
                  <a:tailEnd len="med" w="med" type="none"/>
                </a:ln>
              </p:spPr>
            </p:cxnSp>
            <p:cxnSp>
              <p:nvCxnSpPr>
                <p:cNvPr id="4028" name="Google Shape;4028;p31"/>
                <p:cNvCxnSpPr/>
                <p:nvPr/>
              </p:nvCxnSpPr>
              <p:spPr>
                <a:xfrm rot="-4440000">
                  <a:off x="4464" y="1204"/>
                  <a:ext cx="189" cy="500"/>
                </a:xfrm>
                <a:prstGeom prst="straightConnector1">
                  <a:avLst/>
                </a:prstGeom>
                <a:noFill/>
                <a:ln cap="flat" cmpd="sng" w="31750">
                  <a:solidFill>
                    <a:schemeClr val="dk1"/>
                  </a:solidFill>
                  <a:prstDash val="solid"/>
                  <a:miter lim="800000"/>
                  <a:headEnd len="med" w="med" type="none"/>
                  <a:tailEnd len="med" w="med" type="none"/>
                </a:ln>
              </p:spPr>
            </p:cxnSp>
            <p:cxnSp>
              <p:nvCxnSpPr>
                <p:cNvPr id="4029" name="Google Shape;4029;p31"/>
                <p:cNvCxnSpPr/>
                <p:nvPr/>
              </p:nvCxnSpPr>
              <p:spPr>
                <a:xfrm rot="6360000">
                  <a:off x="4602" y="1393"/>
                  <a:ext cx="189" cy="203"/>
                </a:xfrm>
                <a:prstGeom prst="straightConnector1">
                  <a:avLst/>
                </a:prstGeom>
                <a:noFill/>
                <a:ln cap="flat" cmpd="sng" w="31750">
                  <a:solidFill>
                    <a:schemeClr val="dk1"/>
                  </a:solidFill>
                  <a:prstDash val="solid"/>
                  <a:miter lim="800000"/>
                  <a:headEnd len="med" w="med" type="none"/>
                  <a:tailEnd len="med" w="med" type="none"/>
                </a:ln>
              </p:spPr>
            </p:cxnSp>
            <p:cxnSp>
              <p:nvCxnSpPr>
                <p:cNvPr id="4030" name="Google Shape;4030;p31"/>
                <p:cNvCxnSpPr/>
                <p:nvPr/>
              </p:nvCxnSpPr>
              <p:spPr>
                <a:xfrm rot="-4440000">
                  <a:off x="4745" y="1285"/>
                  <a:ext cx="189" cy="500"/>
                </a:xfrm>
                <a:prstGeom prst="straightConnector1">
                  <a:avLst/>
                </a:prstGeom>
                <a:noFill/>
                <a:ln cap="flat" cmpd="sng" w="31750">
                  <a:solidFill>
                    <a:schemeClr val="dk1"/>
                  </a:solidFill>
                  <a:prstDash val="solid"/>
                  <a:miter lim="800000"/>
                  <a:headEnd len="med" w="med" type="none"/>
                  <a:tailEnd len="med" w="med" type="none"/>
                </a:ln>
              </p:spPr>
            </p:cxnSp>
          </p:grpSp>
        </p:grpSp>
        <p:grpSp>
          <p:nvGrpSpPr>
            <p:cNvPr id="4031" name="Google Shape;4031;p31"/>
            <p:cNvGrpSpPr/>
            <p:nvPr/>
          </p:nvGrpSpPr>
          <p:grpSpPr>
            <a:xfrm>
              <a:off x="3189" y="1364"/>
              <a:ext cx="436" cy="114"/>
              <a:chOff x="3072" y="739"/>
              <a:chExt cx="652" cy="146"/>
            </a:xfrm>
          </p:grpSpPr>
          <p:pic>
            <p:nvPicPr>
              <p:cNvPr descr="lgv_fqmg[1]" id="4032" name="Google Shape;4032;p31"/>
              <p:cNvPicPr preferRelativeResize="0"/>
              <p:nvPr/>
            </p:nvPicPr>
            <p:blipFill rotWithShape="1">
              <a:blip r:embed="rId4">
                <a:alphaModFix/>
              </a:blip>
              <a:srcRect b="0" l="0" r="0" t="0"/>
              <a:stretch/>
            </p:blipFill>
            <p:spPr>
              <a:xfrm flipH="1">
                <a:off x="3237" y="739"/>
                <a:ext cx="487" cy="146"/>
              </a:xfrm>
              <a:prstGeom prst="rect">
                <a:avLst/>
              </a:prstGeom>
              <a:noFill/>
              <a:ln>
                <a:noFill/>
              </a:ln>
            </p:spPr>
          </p:pic>
          <p:cxnSp>
            <p:nvCxnSpPr>
              <p:cNvPr id="4033" name="Google Shape;4033;p31"/>
              <p:cNvCxnSpPr/>
              <p:nvPr/>
            </p:nvCxnSpPr>
            <p:spPr>
              <a:xfrm rot="10800000">
                <a:off x="3104" y="784"/>
                <a:ext cx="88" cy="0"/>
              </a:xfrm>
              <a:prstGeom prst="straightConnector1">
                <a:avLst/>
              </a:prstGeom>
              <a:noFill/>
              <a:ln cap="flat" cmpd="sng" w="9525">
                <a:solidFill>
                  <a:schemeClr val="dk1"/>
                </a:solidFill>
                <a:prstDash val="solid"/>
                <a:miter lim="800000"/>
                <a:headEnd len="med" w="med" type="none"/>
                <a:tailEnd len="med" w="med" type="none"/>
              </a:ln>
            </p:spPr>
          </p:cxnSp>
          <p:cxnSp>
            <p:nvCxnSpPr>
              <p:cNvPr id="4034" name="Google Shape;4034;p31"/>
              <p:cNvCxnSpPr/>
              <p:nvPr/>
            </p:nvCxnSpPr>
            <p:spPr>
              <a:xfrm rot="10800000">
                <a:off x="3072" y="760"/>
                <a:ext cx="144" cy="0"/>
              </a:xfrm>
              <a:prstGeom prst="straightConnector1">
                <a:avLst/>
              </a:prstGeom>
              <a:noFill/>
              <a:ln cap="flat" cmpd="sng" w="9525">
                <a:solidFill>
                  <a:schemeClr val="dk1"/>
                </a:solidFill>
                <a:prstDash val="solid"/>
                <a:miter lim="800000"/>
                <a:headEnd len="med" w="med" type="none"/>
                <a:tailEnd len="med" w="med" type="none"/>
              </a:ln>
            </p:spPr>
          </p:cxnSp>
        </p:grpSp>
        <p:pic>
          <p:nvPicPr>
            <p:cNvPr descr="imgyjavg[1]" id="4035" name="Google Shape;4035;p31"/>
            <p:cNvPicPr preferRelativeResize="0"/>
            <p:nvPr/>
          </p:nvPicPr>
          <p:blipFill rotWithShape="1">
            <a:blip r:embed="rId5">
              <a:alphaModFix/>
            </a:blip>
            <a:srcRect b="0" l="0" r="0" t="0"/>
            <a:stretch/>
          </p:blipFill>
          <p:spPr>
            <a:xfrm>
              <a:off x="3365" y="1183"/>
              <a:ext cx="232" cy="168"/>
            </a:xfrm>
            <a:prstGeom prst="rect">
              <a:avLst/>
            </a:prstGeom>
            <a:noFill/>
            <a:ln>
              <a:noFill/>
            </a:ln>
          </p:spPr>
        </p:pic>
        <p:grpSp>
          <p:nvGrpSpPr>
            <p:cNvPr id="4036" name="Google Shape;4036;p31"/>
            <p:cNvGrpSpPr/>
            <p:nvPr/>
          </p:nvGrpSpPr>
          <p:grpSpPr>
            <a:xfrm>
              <a:off x="3846" y="1069"/>
              <a:ext cx="256" cy="269"/>
              <a:chOff x="2870" y="1518"/>
              <a:chExt cx="292" cy="320"/>
            </a:xfrm>
          </p:grpSpPr>
          <p:graphicFrame>
            <p:nvGraphicFramePr>
              <p:cNvPr id="4037" name="Google Shape;4037;p31"/>
              <p:cNvGraphicFramePr/>
              <p:nvPr/>
            </p:nvGraphicFramePr>
            <p:xfrm>
              <a:off x="2870" y="1518"/>
              <a:ext cx="272" cy="282"/>
            </p:xfrm>
            <a:graphic>
              <a:graphicData uri="http://schemas.openxmlformats.org/presentationml/2006/ole">
                <mc:AlternateContent>
                  <mc:Choice Requires="v">
                    <p:oleObj r:id="rId6" imgH="282" imgW="272" progId="MS_ClipArt_Gallery.2" spid="_x0000_s1">
                      <p:embed/>
                    </p:oleObj>
                  </mc:Choice>
                  <mc:Fallback>
                    <p:oleObj r:id="rId7" imgH="282" imgW="272" progId="MS_ClipArt_Gallery.2">
                      <p:embed/>
                      <p:pic>
                        <p:nvPicPr>
                          <p:cNvPr id="4037" name="Google Shape;4037;p3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4038" name="Google Shape;4038;p31"/>
              <p:cNvGraphicFramePr/>
              <p:nvPr/>
            </p:nvGraphicFramePr>
            <p:xfrm>
              <a:off x="2913" y="1602"/>
              <a:ext cx="249" cy="236"/>
            </p:xfrm>
            <a:graphic>
              <a:graphicData uri="http://schemas.openxmlformats.org/presentationml/2006/ole">
                <mc:AlternateContent>
                  <mc:Choice Requires="v">
                    <p:oleObj r:id="rId9" imgH="236" imgW="249" progId="MS_ClipArt_Gallery.2" spid="_x0000_s2">
                      <p:embed/>
                    </p:oleObj>
                  </mc:Choice>
                  <mc:Fallback>
                    <p:oleObj r:id="rId10" imgH="236" imgW="249" progId="MS_ClipArt_Gallery.2">
                      <p:embed/>
                      <p:pic>
                        <p:nvPicPr>
                          <p:cNvPr id="4038" name="Google Shape;4038;p3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4039" name="Google Shape;4039;p31"/>
            <p:cNvGrpSpPr/>
            <p:nvPr/>
          </p:nvGrpSpPr>
          <p:grpSpPr>
            <a:xfrm>
              <a:off x="4304" y="2253"/>
              <a:ext cx="228" cy="108"/>
              <a:chOff x="3600" y="219"/>
              <a:chExt cx="360" cy="175"/>
            </a:xfrm>
          </p:grpSpPr>
          <p:sp>
            <p:nvSpPr>
              <p:cNvPr id="4040" name="Google Shape;4040;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041" name="Google Shape;4041;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042" name="Google Shape;4042;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043" name="Google Shape;4043;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44" name="Google Shape;4044;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045" name="Google Shape;4045;p31"/>
              <p:cNvGrpSpPr/>
              <p:nvPr/>
            </p:nvGrpSpPr>
            <p:grpSpPr>
              <a:xfrm>
                <a:off x="3686" y="244"/>
                <a:ext cx="177" cy="66"/>
                <a:chOff x="2848" y="848"/>
                <a:chExt cx="140" cy="98"/>
              </a:xfrm>
            </p:grpSpPr>
            <p:cxnSp>
              <p:nvCxnSpPr>
                <p:cNvPr id="4046" name="Google Shape;4046;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47" name="Google Shape;4047;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48" name="Google Shape;4048;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049" name="Google Shape;4049;p31"/>
              <p:cNvGrpSpPr/>
              <p:nvPr/>
            </p:nvGrpSpPr>
            <p:grpSpPr>
              <a:xfrm flipH="1" rot="10800000">
                <a:off x="3686" y="243"/>
                <a:ext cx="177" cy="66"/>
                <a:chOff x="2848" y="848"/>
                <a:chExt cx="140" cy="98"/>
              </a:xfrm>
            </p:grpSpPr>
            <p:cxnSp>
              <p:nvCxnSpPr>
                <p:cNvPr id="4050" name="Google Shape;4050;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51" name="Google Shape;4051;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52" name="Google Shape;4052;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053" name="Google Shape;4053;p31"/>
            <p:cNvGrpSpPr/>
            <p:nvPr/>
          </p:nvGrpSpPr>
          <p:grpSpPr>
            <a:xfrm>
              <a:off x="4528" y="2429"/>
              <a:ext cx="228" cy="108"/>
              <a:chOff x="3600" y="219"/>
              <a:chExt cx="360" cy="175"/>
            </a:xfrm>
          </p:grpSpPr>
          <p:sp>
            <p:nvSpPr>
              <p:cNvPr id="4054" name="Google Shape;4054;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055" name="Google Shape;4055;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056" name="Google Shape;4056;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057" name="Google Shape;4057;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58" name="Google Shape;4058;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059" name="Google Shape;4059;p31"/>
              <p:cNvGrpSpPr/>
              <p:nvPr/>
            </p:nvGrpSpPr>
            <p:grpSpPr>
              <a:xfrm>
                <a:off x="3686" y="244"/>
                <a:ext cx="177" cy="66"/>
                <a:chOff x="2848" y="848"/>
                <a:chExt cx="140" cy="98"/>
              </a:xfrm>
            </p:grpSpPr>
            <p:cxnSp>
              <p:nvCxnSpPr>
                <p:cNvPr id="4060" name="Google Shape;4060;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61" name="Google Shape;4061;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62" name="Google Shape;4062;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063" name="Google Shape;4063;p31"/>
              <p:cNvGrpSpPr/>
              <p:nvPr/>
            </p:nvGrpSpPr>
            <p:grpSpPr>
              <a:xfrm flipH="1" rot="10800000">
                <a:off x="3686" y="243"/>
                <a:ext cx="177" cy="66"/>
                <a:chOff x="2848" y="848"/>
                <a:chExt cx="140" cy="98"/>
              </a:xfrm>
            </p:grpSpPr>
            <p:cxnSp>
              <p:nvCxnSpPr>
                <p:cNvPr id="4064" name="Google Shape;4064;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65" name="Google Shape;4065;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66" name="Google Shape;4066;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067" name="Google Shape;4067;p31"/>
            <p:cNvGrpSpPr/>
            <p:nvPr/>
          </p:nvGrpSpPr>
          <p:grpSpPr>
            <a:xfrm>
              <a:off x="4704" y="2261"/>
              <a:ext cx="228" cy="108"/>
              <a:chOff x="3600" y="219"/>
              <a:chExt cx="360" cy="175"/>
            </a:xfrm>
          </p:grpSpPr>
          <p:sp>
            <p:nvSpPr>
              <p:cNvPr id="4068" name="Google Shape;4068;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069" name="Google Shape;4069;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070" name="Google Shape;4070;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071" name="Google Shape;4071;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72" name="Google Shape;4072;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073" name="Google Shape;4073;p31"/>
              <p:cNvGrpSpPr/>
              <p:nvPr/>
            </p:nvGrpSpPr>
            <p:grpSpPr>
              <a:xfrm>
                <a:off x="3686" y="244"/>
                <a:ext cx="177" cy="66"/>
                <a:chOff x="2848" y="848"/>
                <a:chExt cx="140" cy="98"/>
              </a:xfrm>
            </p:grpSpPr>
            <p:cxnSp>
              <p:nvCxnSpPr>
                <p:cNvPr id="4074" name="Google Shape;4074;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75" name="Google Shape;4075;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76" name="Google Shape;4076;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077" name="Google Shape;4077;p31"/>
              <p:cNvGrpSpPr/>
              <p:nvPr/>
            </p:nvGrpSpPr>
            <p:grpSpPr>
              <a:xfrm flipH="1" rot="10800000">
                <a:off x="3686" y="243"/>
                <a:ext cx="177" cy="66"/>
                <a:chOff x="2848" y="848"/>
                <a:chExt cx="140" cy="98"/>
              </a:xfrm>
            </p:grpSpPr>
            <p:cxnSp>
              <p:nvCxnSpPr>
                <p:cNvPr id="4078" name="Google Shape;4078;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79" name="Google Shape;4079;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80" name="Google Shape;4080;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081" name="Google Shape;4081;p31"/>
            <p:cNvGrpSpPr/>
            <p:nvPr/>
          </p:nvGrpSpPr>
          <p:grpSpPr>
            <a:xfrm>
              <a:off x="4367" y="1532"/>
              <a:ext cx="221" cy="101"/>
              <a:chOff x="3600" y="219"/>
              <a:chExt cx="360" cy="175"/>
            </a:xfrm>
          </p:grpSpPr>
          <p:sp>
            <p:nvSpPr>
              <p:cNvPr id="4082" name="Google Shape;4082;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083" name="Google Shape;4083;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084" name="Google Shape;4084;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085" name="Google Shape;4085;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86" name="Google Shape;4086;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087" name="Google Shape;4087;p31"/>
              <p:cNvGrpSpPr/>
              <p:nvPr/>
            </p:nvGrpSpPr>
            <p:grpSpPr>
              <a:xfrm>
                <a:off x="3686" y="244"/>
                <a:ext cx="177" cy="66"/>
                <a:chOff x="2848" y="848"/>
                <a:chExt cx="140" cy="98"/>
              </a:xfrm>
            </p:grpSpPr>
            <p:cxnSp>
              <p:nvCxnSpPr>
                <p:cNvPr id="4088" name="Google Shape;4088;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89" name="Google Shape;4089;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90" name="Google Shape;4090;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091" name="Google Shape;4091;p31"/>
              <p:cNvGrpSpPr/>
              <p:nvPr/>
            </p:nvGrpSpPr>
            <p:grpSpPr>
              <a:xfrm flipH="1" rot="10800000">
                <a:off x="3686" y="243"/>
                <a:ext cx="177" cy="66"/>
                <a:chOff x="2848" y="848"/>
                <a:chExt cx="140" cy="98"/>
              </a:xfrm>
            </p:grpSpPr>
            <p:cxnSp>
              <p:nvCxnSpPr>
                <p:cNvPr id="4092" name="Google Shape;4092;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093" name="Google Shape;4093;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094" name="Google Shape;4094;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095" name="Google Shape;4095;p31"/>
            <p:cNvGrpSpPr/>
            <p:nvPr/>
          </p:nvGrpSpPr>
          <p:grpSpPr>
            <a:xfrm>
              <a:off x="4366" y="1693"/>
              <a:ext cx="228" cy="108"/>
              <a:chOff x="3600" y="219"/>
              <a:chExt cx="360" cy="175"/>
            </a:xfrm>
          </p:grpSpPr>
          <p:sp>
            <p:nvSpPr>
              <p:cNvPr id="4096" name="Google Shape;4096;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097" name="Google Shape;4097;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098" name="Google Shape;4098;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099" name="Google Shape;4099;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00" name="Google Shape;4100;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101" name="Google Shape;4101;p31"/>
              <p:cNvGrpSpPr/>
              <p:nvPr/>
            </p:nvGrpSpPr>
            <p:grpSpPr>
              <a:xfrm>
                <a:off x="3686" y="244"/>
                <a:ext cx="177" cy="66"/>
                <a:chOff x="2848" y="848"/>
                <a:chExt cx="140" cy="98"/>
              </a:xfrm>
            </p:grpSpPr>
            <p:cxnSp>
              <p:nvCxnSpPr>
                <p:cNvPr id="4102" name="Google Shape;4102;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03" name="Google Shape;4103;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04" name="Google Shape;4104;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105" name="Google Shape;4105;p31"/>
              <p:cNvGrpSpPr/>
              <p:nvPr/>
            </p:nvGrpSpPr>
            <p:grpSpPr>
              <a:xfrm flipH="1" rot="10800000">
                <a:off x="3686" y="243"/>
                <a:ext cx="177" cy="66"/>
                <a:chOff x="2848" y="848"/>
                <a:chExt cx="140" cy="98"/>
              </a:xfrm>
            </p:grpSpPr>
            <p:cxnSp>
              <p:nvCxnSpPr>
                <p:cNvPr id="4106" name="Google Shape;4106;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07" name="Google Shape;4107;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08" name="Google Shape;4108;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109" name="Google Shape;4109;p31"/>
            <p:cNvGrpSpPr/>
            <p:nvPr/>
          </p:nvGrpSpPr>
          <p:grpSpPr>
            <a:xfrm>
              <a:off x="4666" y="1472"/>
              <a:ext cx="210" cy="97"/>
              <a:chOff x="3600" y="219"/>
              <a:chExt cx="360" cy="175"/>
            </a:xfrm>
          </p:grpSpPr>
          <p:sp>
            <p:nvSpPr>
              <p:cNvPr id="4110" name="Google Shape;4110;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111" name="Google Shape;4111;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112" name="Google Shape;4112;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113" name="Google Shape;4113;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14" name="Google Shape;4114;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115" name="Google Shape;4115;p31"/>
              <p:cNvGrpSpPr/>
              <p:nvPr/>
            </p:nvGrpSpPr>
            <p:grpSpPr>
              <a:xfrm>
                <a:off x="3686" y="244"/>
                <a:ext cx="177" cy="66"/>
                <a:chOff x="2848" y="848"/>
                <a:chExt cx="140" cy="98"/>
              </a:xfrm>
            </p:grpSpPr>
            <p:cxnSp>
              <p:nvCxnSpPr>
                <p:cNvPr id="4116" name="Google Shape;4116;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17" name="Google Shape;4117;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18" name="Google Shape;4118;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119" name="Google Shape;4119;p31"/>
              <p:cNvGrpSpPr/>
              <p:nvPr/>
            </p:nvGrpSpPr>
            <p:grpSpPr>
              <a:xfrm flipH="1" rot="10800000">
                <a:off x="3686" y="243"/>
                <a:ext cx="177" cy="66"/>
                <a:chOff x="2848" y="848"/>
                <a:chExt cx="140" cy="98"/>
              </a:xfrm>
            </p:grpSpPr>
            <p:cxnSp>
              <p:nvCxnSpPr>
                <p:cNvPr id="4120" name="Google Shape;4120;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21" name="Google Shape;4121;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22" name="Google Shape;4122;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123" name="Google Shape;4123;p31"/>
            <p:cNvGrpSpPr/>
            <p:nvPr/>
          </p:nvGrpSpPr>
          <p:grpSpPr>
            <a:xfrm>
              <a:off x="4720" y="1693"/>
              <a:ext cx="228" cy="108"/>
              <a:chOff x="3600" y="219"/>
              <a:chExt cx="360" cy="175"/>
            </a:xfrm>
          </p:grpSpPr>
          <p:sp>
            <p:nvSpPr>
              <p:cNvPr id="4124" name="Google Shape;4124;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125" name="Google Shape;4125;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126" name="Google Shape;4126;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127" name="Google Shape;4127;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28" name="Google Shape;4128;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129" name="Google Shape;4129;p31"/>
              <p:cNvGrpSpPr/>
              <p:nvPr/>
            </p:nvGrpSpPr>
            <p:grpSpPr>
              <a:xfrm>
                <a:off x="3686" y="244"/>
                <a:ext cx="177" cy="66"/>
                <a:chOff x="2848" y="848"/>
                <a:chExt cx="140" cy="98"/>
              </a:xfrm>
            </p:grpSpPr>
            <p:cxnSp>
              <p:nvCxnSpPr>
                <p:cNvPr id="4130" name="Google Shape;4130;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31" name="Google Shape;4131;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32" name="Google Shape;4132;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133" name="Google Shape;4133;p31"/>
              <p:cNvGrpSpPr/>
              <p:nvPr/>
            </p:nvGrpSpPr>
            <p:grpSpPr>
              <a:xfrm flipH="1" rot="10800000">
                <a:off x="3686" y="243"/>
                <a:ext cx="177" cy="66"/>
                <a:chOff x="2848" y="848"/>
                <a:chExt cx="140" cy="98"/>
              </a:xfrm>
            </p:grpSpPr>
            <p:cxnSp>
              <p:nvCxnSpPr>
                <p:cNvPr id="4134" name="Google Shape;4134;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35" name="Google Shape;4135;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36" name="Google Shape;4136;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137" name="Google Shape;4137;p31"/>
            <p:cNvGrpSpPr/>
            <p:nvPr/>
          </p:nvGrpSpPr>
          <p:grpSpPr>
            <a:xfrm>
              <a:off x="3832" y="1529"/>
              <a:ext cx="220" cy="100"/>
              <a:chOff x="3600" y="219"/>
              <a:chExt cx="360" cy="175"/>
            </a:xfrm>
          </p:grpSpPr>
          <p:sp>
            <p:nvSpPr>
              <p:cNvPr id="4138" name="Google Shape;4138;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139" name="Google Shape;4139;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140" name="Google Shape;4140;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141" name="Google Shape;4141;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42" name="Google Shape;4142;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143" name="Google Shape;4143;p31"/>
              <p:cNvGrpSpPr/>
              <p:nvPr/>
            </p:nvGrpSpPr>
            <p:grpSpPr>
              <a:xfrm>
                <a:off x="3686" y="244"/>
                <a:ext cx="177" cy="66"/>
                <a:chOff x="2848" y="848"/>
                <a:chExt cx="140" cy="98"/>
              </a:xfrm>
            </p:grpSpPr>
            <p:cxnSp>
              <p:nvCxnSpPr>
                <p:cNvPr id="4144" name="Google Shape;4144;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45" name="Google Shape;4145;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46" name="Google Shape;4146;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147" name="Google Shape;4147;p31"/>
              <p:cNvGrpSpPr/>
              <p:nvPr/>
            </p:nvGrpSpPr>
            <p:grpSpPr>
              <a:xfrm flipH="1" rot="10800000">
                <a:off x="3686" y="243"/>
                <a:ext cx="177" cy="66"/>
                <a:chOff x="2848" y="848"/>
                <a:chExt cx="140" cy="98"/>
              </a:xfrm>
            </p:grpSpPr>
            <p:cxnSp>
              <p:nvCxnSpPr>
                <p:cNvPr id="4148" name="Google Shape;4148;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49" name="Google Shape;4149;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50" name="Google Shape;4150;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151" name="Google Shape;4151;p31"/>
            <p:cNvGrpSpPr/>
            <p:nvPr/>
          </p:nvGrpSpPr>
          <p:grpSpPr>
            <a:xfrm>
              <a:off x="3639" y="2253"/>
              <a:ext cx="220" cy="100"/>
              <a:chOff x="3600" y="219"/>
              <a:chExt cx="360" cy="175"/>
            </a:xfrm>
          </p:grpSpPr>
          <p:sp>
            <p:nvSpPr>
              <p:cNvPr id="4152" name="Google Shape;4152;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153" name="Google Shape;4153;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154" name="Google Shape;4154;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155" name="Google Shape;4155;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56" name="Google Shape;4156;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157" name="Google Shape;4157;p31"/>
              <p:cNvGrpSpPr/>
              <p:nvPr/>
            </p:nvGrpSpPr>
            <p:grpSpPr>
              <a:xfrm>
                <a:off x="3686" y="244"/>
                <a:ext cx="177" cy="66"/>
                <a:chOff x="2848" y="848"/>
                <a:chExt cx="140" cy="98"/>
              </a:xfrm>
            </p:grpSpPr>
            <p:cxnSp>
              <p:nvCxnSpPr>
                <p:cNvPr id="4158" name="Google Shape;4158;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59" name="Google Shape;4159;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60" name="Google Shape;4160;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161" name="Google Shape;4161;p31"/>
              <p:cNvGrpSpPr/>
              <p:nvPr/>
            </p:nvGrpSpPr>
            <p:grpSpPr>
              <a:xfrm flipH="1" rot="10800000">
                <a:off x="3686" y="243"/>
                <a:ext cx="177" cy="66"/>
                <a:chOff x="2848" y="848"/>
                <a:chExt cx="140" cy="98"/>
              </a:xfrm>
            </p:grpSpPr>
            <p:cxnSp>
              <p:nvCxnSpPr>
                <p:cNvPr id="4162" name="Google Shape;4162;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163" name="Google Shape;4163;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164" name="Google Shape;4164;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4165" name="Google Shape;4165;p31"/>
            <p:cNvCxnSpPr/>
            <p:nvPr/>
          </p:nvCxnSpPr>
          <p:spPr>
            <a:xfrm flipH="1" rot="10800000">
              <a:off x="4396" y="2523"/>
              <a:ext cx="143" cy="275"/>
            </a:xfrm>
            <a:prstGeom prst="straightConnector1">
              <a:avLst/>
            </a:prstGeom>
            <a:noFill/>
            <a:ln cap="flat" cmpd="sng" w="9525">
              <a:solidFill>
                <a:schemeClr val="dk1"/>
              </a:solidFill>
              <a:prstDash val="solid"/>
              <a:miter lim="800000"/>
              <a:headEnd len="med" w="med" type="none"/>
              <a:tailEnd len="med" w="med" type="none"/>
            </a:ln>
          </p:spPr>
        </p:cxnSp>
        <p:cxnSp>
          <p:nvCxnSpPr>
            <p:cNvPr id="4166" name="Google Shape;4166;p31"/>
            <p:cNvCxnSpPr/>
            <p:nvPr/>
          </p:nvCxnSpPr>
          <p:spPr>
            <a:xfrm>
              <a:off x="4474" y="2358"/>
              <a:ext cx="103" cy="76"/>
            </a:xfrm>
            <a:prstGeom prst="straightConnector1">
              <a:avLst/>
            </a:prstGeom>
            <a:noFill/>
            <a:ln cap="flat" cmpd="sng" w="9525">
              <a:solidFill>
                <a:schemeClr val="dk1"/>
              </a:solidFill>
              <a:prstDash val="solid"/>
              <a:miter lim="800000"/>
              <a:headEnd len="med" w="med" type="none"/>
              <a:tailEnd len="med" w="med" type="none"/>
            </a:ln>
          </p:spPr>
        </p:cxnSp>
        <p:cxnSp>
          <p:nvCxnSpPr>
            <p:cNvPr id="4167" name="Google Shape;4167;p31"/>
            <p:cNvCxnSpPr/>
            <p:nvPr/>
          </p:nvCxnSpPr>
          <p:spPr>
            <a:xfrm>
              <a:off x="4535" y="2308"/>
              <a:ext cx="176" cy="0"/>
            </a:xfrm>
            <a:prstGeom prst="straightConnector1">
              <a:avLst/>
            </a:prstGeom>
            <a:noFill/>
            <a:ln cap="flat" cmpd="sng" w="9525">
              <a:solidFill>
                <a:schemeClr val="dk1"/>
              </a:solidFill>
              <a:prstDash val="solid"/>
              <a:miter lim="800000"/>
              <a:headEnd len="med" w="med" type="none"/>
              <a:tailEnd len="med" w="med" type="none"/>
            </a:ln>
          </p:spPr>
        </p:cxnSp>
        <p:cxnSp>
          <p:nvCxnSpPr>
            <p:cNvPr id="4168" name="Google Shape;4168;p31"/>
            <p:cNvCxnSpPr/>
            <p:nvPr/>
          </p:nvCxnSpPr>
          <p:spPr>
            <a:xfrm flipH="1" rot="10800000">
              <a:off x="4684" y="2362"/>
              <a:ext cx="85" cy="66"/>
            </a:xfrm>
            <a:prstGeom prst="straightConnector1">
              <a:avLst/>
            </a:prstGeom>
            <a:noFill/>
            <a:ln cap="flat" cmpd="sng" w="9525">
              <a:solidFill>
                <a:schemeClr val="dk1"/>
              </a:solidFill>
              <a:prstDash val="solid"/>
              <a:miter lim="800000"/>
              <a:headEnd len="med" w="med" type="none"/>
              <a:tailEnd len="med" w="med" type="none"/>
            </a:ln>
          </p:spPr>
        </p:cxnSp>
        <p:cxnSp>
          <p:nvCxnSpPr>
            <p:cNvPr id="4169" name="Google Shape;4169;p31"/>
            <p:cNvCxnSpPr/>
            <p:nvPr/>
          </p:nvCxnSpPr>
          <p:spPr>
            <a:xfrm>
              <a:off x="3864" y="2312"/>
              <a:ext cx="428" cy="0"/>
            </a:xfrm>
            <a:prstGeom prst="straightConnector1">
              <a:avLst/>
            </a:prstGeom>
            <a:noFill/>
            <a:ln cap="flat" cmpd="sng" w="9525">
              <a:solidFill>
                <a:schemeClr val="dk1"/>
              </a:solidFill>
              <a:prstDash val="solid"/>
              <a:miter lim="800000"/>
              <a:headEnd len="med" w="med" type="none"/>
              <a:tailEnd len="med" w="med" type="none"/>
            </a:ln>
          </p:spPr>
        </p:cxnSp>
        <p:grpSp>
          <p:nvGrpSpPr>
            <p:cNvPr id="4170" name="Google Shape;4170;p31"/>
            <p:cNvGrpSpPr/>
            <p:nvPr/>
          </p:nvGrpSpPr>
          <p:grpSpPr>
            <a:xfrm>
              <a:off x="3390" y="1979"/>
              <a:ext cx="209" cy="224"/>
              <a:chOff x="2870" y="1518"/>
              <a:chExt cx="292" cy="320"/>
            </a:xfrm>
          </p:grpSpPr>
          <p:graphicFrame>
            <p:nvGraphicFramePr>
              <p:cNvPr id="4171" name="Google Shape;4171;p31"/>
              <p:cNvGraphicFramePr/>
              <p:nvPr/>
            </p:nvGraphicFramePr>
            <p:xfrm>
              <a:off x="2870" y="1518"/>
              <a:ext cx="272" cy="282"/>
            </p:xfrm>
            <a:graphic>
              <a:graphicData uri="http://schemas.openxmlformats.org/presentationml/2006/ole">
                <mc:AlternateContent>
                  <mc:Choice Requires="v">
                    <p:oleObj r:id="rId12" imgH="282" imgW="272" progId="MS_ClipArt_Gallery.2" spid="_x0000_s3">
                      <p:embed/>
                    </p:oleObj>
                  </mc:Choice>
                  <mc:Fallback>
                    <p:oleObj r:id="rId13" imgH="282" imgW="272" progId="MS_ClipArt_Gallery.2">
                      <p:embed/>
                      <p:pic>
                        <p:nvPicPr>
                          <p:cNvPr id="4171" name="Google Shape;4171;p3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4172" name="Google Shape;4172;p31"/>
              <p:cNvGraphicFramePr/>
              <p:nvPr/>
            </p:nvGraphicFramePr>
            <p:xfrm>
              <a:off x="2913" y="1602"/>
              <a:ext cx="249" cy="236"/>
            </p:xfrm>
            <a:graphic>
              <a:graphicData uri="http://schemas.openxmlformats.org/presentationml/2006/ole">
                <mc:AlternateContent>
                  <mc:Choice Requires="v">
                    <p:oleObj r:id="rId14" imgH="236" imgW="249" progId="MS_ClipArt_Gallery.2" spid="_x0000_s4">
                      <p:embed/>
                    </p:oleObj>
                  </mc:Choice>
                  <mc:Fallback>
                    <p:oleObj r:id="rId15" imgH="236" imgW="249" progId="MS_ClipArt_Gallery.2">
                      <p:embed/>
                      <p:pic>
                        <p:nvPicPr>
                          <p:cNvPr id="4172" name="Google Shape;4172;p3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4173" name="Google Shape;4173;p31"/>
            <p:cNvGrpSpPr/>
            <p:nvPr/>
          </p:nvGrpSpPr>
          <p:grpSpPr>
            <a:xfrm>
              <a:off x="3418" y="2211"/>
              <a:ext cx="139" cy="194"/>
              <a:chOff x="2556" y="2689"/>
              <a:chExt cx="183" cy="255"/>
            </a:xfrm>
          </p:grpSpPr>
          <p:pic>
            <p:nvPicPr>
              <p:cNvPr descr="31u_bnrz[1]" id="4174" name="Google Shape;4174;p31"/>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4175" name="Google Shape;4175;p31"/>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76" name="Google Shape;4176;p31"/>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77" name="Google Shape;4177;p31"/>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78" name="Google Shape;4178;p31"/>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79" name="Google Shape;4179;p31"/>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0" name="Google Shape;4180;p31"/>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1" name="Google Shape;4181;p31"/>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2" name="Google Shape;4182;p31"/>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3" name="Google Shape;4183;p31"/>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4" name="Google Shape;4184;p31"/>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5" name="Google Shape;4185;p31"/>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6" name="Google Shape;4186;p31"/>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7" name="Google Shape;4187;p31"/>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8" name="Google Shape;4188;p31"/>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9" name="Google Shape;4189;p31"/>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90" name="Google Shape;4190;p31"/>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4191" name="Google Shape;4191;p31"/>
            <p:cNvGraphicFramePr/>
            <p:nvPr/>
          </p:nvGraphicFramePr>
          <p:xfrm>
            <a:off x="3660" y="2006"/>
            <a:ext cx="207" cy="173"/>
          </p:xfrm>
          <a:graphic>
            <a:graphicData uri="http://schemas.openxmlformats.org/presentationml/2006/ole">
              <mc:AlternateContent>
                <mc:Choice Requires="v">
                  <p:oleObj r:id="rId17" imgH="173" imgW="207" progId="MS_ClipArt_Gallery.2" spid="_x0000_s5">
                    <p:embed/>
                  </p:oleObj>
                </mc:Choice>
                <mc:Fallback>
                  <p:oleObj r:id="rId18" imgH="173" imgW="207" progId="MS_ClipArt_Gallery.2">
                    <p:embed/>
                    <p:pic>
                      <p:nvPicPr>
                        <p:cNvPr id="4191" name="Google Shape;4191;p31"/>
                        <p:cNvPicPr preferRelativeResize="0"/>
                        <p:nvPr/>
                      </p:nvPicPr>
                      <p:blipFill rotWithShape="1">
                        <a:blip r:embed="rId19">
                          <a:alphaModFix/>
                        </a:blip>
                        <a:srcRect b="0" l="0" r="0" t="0"/>
                        <a:stretch/>
                      </p:blipFill>
                      <p:spPr>
                        <a:xfrm>
                          <a:off x="3660" y="2006"/>
                          <a:ext cx="207" cy="173"/>
                        </a:xfrm>
                        <a:prstGeom prst="rect">
                          <a:avLst/>
                        </a:prstGeom>
                        <a:noFill/>
                        <a:ln>
                          <a:noFill/>
                        </a:ln>
                      </p:spPr>
                    </p:pic>
                  </p:oleObj>
                </mc:Fallback>
              </mc:AlternateContent>
            </a:graphicData>
          </a:graphic>
        </p:graphicFrame>
        <p:cxnSp>
          <p:nvCxnSpPr>
            <p:cNvPr id="4192" name="Google Shape;4192;p31"/>
            <p:cNvCxnSpPr/>
            <p:nvPr/>
          </p:nvCxnSpPr>
          <p:spPr>
            <a:xfrm>
              <a:off x="4050" y="1586"/>
              <a:ext cx="321" cy="2"/>
            </a:xfrm>
            <a:prstGeom prst="straightConnector1">
              <a:avLst/>
            </a:prstGeom>
            <a:noFill/>
            <a:ln cap="flat" cmpd="sng" w="9525">
              <a:solidFill>
                <a:schemeClr val="dk1"/>
              </a:solidFill>
              <a:prstDash val="solid"/>
              <a:miter lim="800000"/>
              <a:headEnd len="med" w="med" type="none"/>
              <a:tailEnd len="med" w="med" type="none"/>
            </a:ln>
          </p:spPr>
        </p:cxnSp>
        <p:cxnSp>
          <p:nvCxnSpPr>
            <p:cNvPr id="4193" name="Google Shape;4193;p31"/>
            <p:cNvCxnSpPr/>
            <p:nvPr/>
          </p:nvCxnSpPr>
          <p:spPr>
            <a:xfrm>
              <a:off x="3777" y="1478"/>
              <a:ext cx="96" cy="52"/>
            </a:xfrm>
            <a:prstGeom prst="straightConnector1">
              <a:avLst/>
            </a:prstGeom>
            <a:noFill/>
            <a:ln cap="flat" cmpd="sng" w="9525">
              <a:solidFill>
                <a:schemeClr val="dk1"/>
              </a:solidFill>
              <a:prstDash val="solid"/>
              <a:miter lim="800000"/>
              <a:headEnd len="med" w="med" type="none"/>
              <a:tailEnd len="med" w="med" type="none"/>
            </a:ln>
          </p:spPr>
        </p:cxnSp>
        <p:sp>
          <p:nvSpPr>
            <p:cNvPr id="4194" name="Google Shape;4194;p31"/>
            <p:cNvSpPr/>
            <p:nvPr/>
          </p:nvSpPr>
          <p:spPr>
            <a:xfrm>
              <a:off x="3348" y="2742"/>
              <a:ext cx="1877" cy="917"/>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195" name="Google Shape;4195;p31"/>
            <p:cNvCxnSpPr/>
            <p:nvPr/>
          </p:nvCxnSpPr>
          <p:spPr>
            <a:xfrm rot="-5400000">
              <a:off x="4757" y="3206"/>
              <a:ext cx="330" cy="88"/>
            </a:xfrm>
            <a:prstGeom prst="straightConnector1">
              <a:avLst/>
            </a:prstGeom>
            <a:noFill/>
            <a:ln cap="flat" cmpd="sng" w="12700">
              <a:solidFill>
                <a:schemeClr val="dk1"/>
              </a:solidFill>
              <a:prstDash val="solid"/>
              <a:miter lim="800000"/>
              <a:headEnd len="med" w="med" type="none"/>
              <a:tailEnd len="med" w="med" type="none"/>
            </a:ln>
          </p:spPr>
        </p:cxnSp>
        <p:grpSp>
          <p:nvGrpSpPr>
            <p:cNvPr id="4196" name="Google Shape;4196;p31"/>
            <p:cNvGrpSpPr/>
            <p:nvPr/>
          </p:nvGrpSpPr>
          <p:grpSpPr>
            <a:xfrm>
              <a:off x="4702" y="3292"/>
              <a:ext cx="125" cy="230"/>
              <a:chOff x="4180" y="783"/>
              <a:chExt cx="150" cy="307"/>
            </a:xfrm>
          </p:grpSpPr>
          <p:sp>
            <p:nvSpPr>
              <p:cNvPr id="4197" name="Google Shape;4197;p31"/>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98" name="Google Shape;4198;p31"/>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99" name="Google Shape;4199;p31"/>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00" name="Google Shape;4200;p31"/>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201" name="Google Shape;4201;p31"/>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4202" name="Google Shape;4202;p31"/>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4203" name="Google Shape;4203;p31"/>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04" name="Google Shape;4204;p31"/>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205" name="Google Shape;4205;p31"/>
            <p:cNvCxnSpPr/>
            <p:nvPr/>
          </p:nvCxnSpPr>
          <p:spPr>
            <a:xfrm flipH="1" rot="-5400000">
              <a:off x="4849" y="3383"/>
              <a:ext cx="2" cy="54"/>
            </a:xfrm>
            <a:prstGeom prst="straightConnector1">
              <a:avLst/>
            </a:prstGeom>
            <a:noFill/>
            <a:ln cap="flat" cmpd="sng" w="12700">
              <a:solidFill>
                <a:schemeClr val="dk1"/>
              </a:solidFill>
              <a:prstDash val="solid"/>
              <a:miter lim="800000"/>
              <a:headEnd len="med" w="med" type="none"/>
              <a:tailEnd len="med" w="med" type="none"/>
            </a:ln>
          </p:spPr>
        </p:cxnSp>
        <p:cxnSp>
          <p:nvCxnSpPr>
            <p:cNvPr id="4206" name="Google Shape;4206;p31"/>
            <p:cNvCxnSpPr/>
            <p:nvPr/>
          </p:nvCxnSpPr>
          <p:spPr>
            <a:xfrm rot="10800000">
              <a:off x="4966" y="3179"/>
              <a:ext cx="0" cy="72"/>
            </a:xfrm>
            <a:prstGeom prst="straightConnector1">
              <a:avLst/>
            </a:prstGeom>
            <a:noFill/>
            <a:ln cap="flat" cmpd="sng" w="12700">
              <a:solidFill>
                <a:schemeClr val="dk1"/>
              </a:solidFill>
              <a:prstDash val="solid"/>
              <a:miter lim="800000"/>
              <a:headEnd len="med" w="med" type="none"/>
              <a:tailEnd len="med" w="med" type="none"/>
            </a:ln>
          </p:spPr>
        </p:cxnSp>
        <p:grpSp>
          <p:nvGrpSpPr>
            <p:cNvPr id="4207" name="Google Shape;4207;p31"/>
            <p:cNvGrpSpPr/>
            <p:nvPr/>
          </p:nvGrpSpPr>
          <p:grpSpPr>
            <a:xfrm>
              <a:off x="4701" y="2996"/>
              <a:ext cx="316" cy="148"/>
              <a:chOff x="3600" y="219"/>
              <a:chExt cx="360" cy="175"/>
            </a:xfrm>
          </p:grpSpPr>
          <p:sp>
            <p:nvSpPr>
              <p:cNvPr id="4208" name="Google Shape;4208;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209" name="Google Shape;4209;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210" name="Google Shape;4210;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211" name="Google Shape;4211;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12" name="Google Shape;4212;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213" name="Google Shape;4213;p31"/>
              <p:cNvGrpSpPr/>
              <p:nvPr/>
            </p:nvGrpSpPr>
            <p:grpSpPr>
              <a:xfrm>
                <a:off x="3686" y="244"/>
                <a:ext cx="177" cy="66"/>
                <a:chOff x="2848" y="848"/>
                <a:chExt cx="140" cy="98"/>
              </a:xfrm>
            </p:grpSpPr>
            <p:cxnSp>
              <p:nvCxnSpPr>
                <p:cNvPr id="4214" name="Google Shape;4214;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15" name="Google Shape;4215;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16" name="Google Shape;4216;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217" name="Google Shape;4217;p31"/>
              <p:cNvGrpSpPr/>
              <p:nvPr/>
            </p:nvGrpSpPr>
            <p:grpSpPr>
              <a:xfrm flipH="1" rot="10800000">
                <a:off x="3686" y="243"/>
                <a:ext cx="177" cy="66"/>
                <a:chOff x="2848" y="848"/>
                <a:chExt cx="140" cy="98"/>
              </a:xfrm>
            </p:grpSpPr>
            <p:cxnSp>
              <p:nvCxnSpPr>
                <p:cNvPr id="4218" name="Google Shape;4218;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19" name="Google Shape;4219;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20" name="Google Shape;4220;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221" name="Google Shape;4221;p31"/>
            <p:cNvGrpSpPr/>
            <p:nvPr/>
          </p:nvGrpSpPr>
          <p:grpSpPr>
            <a:xfrm>
              <a:off x="4187" y="2822"/>
              <a:ext cx="316" cy="148"/>
              <a:chOff x="3600" y="219"/>
              <a:chExt cx="360" cy="175"/>
            </a:xfrm>
          </p:grpSpPr>
          <p:sp>
            <p:nvSpPr>
              <p:cNvPr id="4222" name="Google Shape;4222;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223" name="Google Shape;4223;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224" name="Google Shape;4224;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225" name="Google Shape;4225;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26" name="Google Shape;4226;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227" name="Google Shape;4227;p31"/>
              <p:cNvGrpSpPr/>
              <p:nvPr/>
            </p:nvGrpSpPr>
            <p:grpSpPr>
              <a:xfrm>
                <a:off x="3686" y="244"/>
                <a:ext cx="177" cy="66"/>
                <a:chOff x="2848" y="848"/>
                <a:chExt cx="140" cy="98"/>
              </a:xfrm>
            </p:grpSpPr>
            <p:cxnSp>
              <p:nvCxnSpPr>
                <p:cNvPr id="4228" name="Google Shape;4228;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29" name="Google Shape;4229;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30" name="Google Shape;4230;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231" name="Google Shape;4231;p31"/>
              <p:cNvGrpSpPr/>
              <p:nvPr/>
            </p:nvGrpSpPr>
            <p:grpSpPr>
              <a:xfrm flipH="1" rot="10800000">
                <a:off x="3686" y="243"/>
                <a:ext cx="177" cy="66"/>
                <a:chOff x="2848" y="848"/>
                <a:chExt cx="140" cy="98"/>
              </a:xfrm>
            </p:grpSpPr>
            <p:cxnSp>
              <p:nvCxnSpPr>
                <p:cNvPr id="4232" name="Google Shape;4232;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33" name="Google Shape;4233;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34" name="Google Shape;4234;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235" name="Google Shape;4235;p31"/>
            <p:cNvGrpSpPr/>
            <p:nvPr/>
          </p:nvGrpSpPr>
          <p:grpSpPr>
            <a:xfrm>
              <a:off x="3768" y="3014"/>
              <a:ext cx="316" cy="148"/>
              <a:chOff x="3600" y="219"/>
              <a:chExt cx="360" cy="175"/>
            </a:xfrm>
          </p:grpSpPr>
          <p:sp>
            <p:nvSpPr>
              <p:cNvPr id="4236" name="Google Shape;4236;p31"/>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237" name="Google Shape;4237;p3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238" name="Google Shape;4238;p3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239" name="Google Shape;4239;p31"/>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40" name="Google Shape;4240;p31"/>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241" name="Google Shape;4241;p31"/>
              <p:cNvGrpSpPr/>
              <p:nvPr/>
            </p:nvGrpSpPr>
            <p:grpSpPr>
              <a:xfrm>
                <a:off x="3686" y="244"/>
                <a:ext cx="177" cy="66"/>
                <a:chOff x="2848" y="848"/>
                <a:chExt cx="140" cy="98"/>
              </a:xfrm>
            </p:grpSpPr>
            <p:cxnSp>
              <p:nvCxnSpPr>
                <p:cNvPr id="4242" name="Google Shape;4242;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43" name="Google Shape;4243;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44" name="Google Shape;4244;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245" name="Google Shape;4245;p31"/>
              <p:cNvGrpSpPr/>
              <p:nvPr/>
            </p:nvGrpSpPr>
            <p:grpSpPr>
              <a:xfrm flipH="1" rot="10800000">
                <a:off x="3686" y="243"/>
                <a:ext cx="177" cy="66"/>
                <a:chOff x="2848" y="848"/>
                <a:chExt cx="140" cy="98"/>
              </a:xfrm>
            </p:grpSpPr>
            <p:cxnSp>
              <p:nvCxnSpPr>
                <p:cNvPr id="4246" name="Google Shape;4246;p3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247" name="Google Shape;4247;p3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248" name="Google Shape;4248;p3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4249" name="Google Shape;4249;p31"/>
            <p:cNvCxnSpPr/>
            <p:nvPr/>
          </p:nvCxnSpPr>
          <p:spPr>
            <a:xfrm>
              <a:off x="4470" y="2955"/>
              <a:ext cx="226" cy="76"/>
            </a:xfrm>
            <a:prstGeom prst="straightConnector1">
              <a:avLst/>
            </a:prstGeom>
            <a:noFill/>
            <a:ln cap="flat" cmpd="sng" w="9525">
              <a:solidFill>
                <a:schemeClr val="dk1"/>
              </a:solidFill>
              <a:prstDash val="solid"/>
              <a:miter lim="800000"/>
              <a:headEnd len="med" w="med" type="none"/>
              <a:tailEnd len="med" w="med" type="none"/>
            </a:ln>
          </p:spPr>
        </p:cxnSp>
        <p:cxnSp>
          <p:nvCxnSpPr>
            <p:cNvPr id="4250" name="Google Shape;4250;p31"/>
            <p:cNvCxnSpPr/>
            <p:nvPr/>
          </p:nvCxnSpPr>
          <p:spPr>
            <a:xfrm flipH="1" rot="10800000">
              <a:off x="4059" y="2963"/>
              <a:ext cx="175" cy="69"/>
            </a:xfrm>
            <a:prstGeom prst="straightConnector1">
              <a:avLst/>
            </a:prstGeom>
            <a:noFill/>
            <a:ln cap="flat" cmpd="sng" w="9525">
              <a:solidFill>
                <a:schemeClr val="dk1"/>
              </a:solidFill>
              <a:prstDash val="solid"/>
              <a:miter lim="800000"/>
              <a:headEnd len="med" w="med" type="none"/>
              <a:tailEnd len="med" w="med" type="none"/>
            </a:ln>
          </p:spPr>
        </p:cxnSp>
        <p:cxnSp>
          <p:nvCxnSpPr>
            <p:cNvPr id="4251" name="Google Shape;4251;p31"/>
            <p:cNvCxnSpPr/>
            <p:nvPr/>
          </p:nvCxnSpPr>
          <p:spPr>
            <a:xfrm>
              <a:off x="4086" y="3091"/>
              <a:ext cx="612" cy="0"/>
            </a:xfrm>
            <a:prstGeom prst="straightConnector1">
              <a:avLst/>
            </a:prstGeom>
            <a:noFill/>
            <a:ln cap="flat" cmpd="sng" w="9525">
              <a:solidFill>
                <a:schemeClr val="dk1"/>
              </a:solidFill>
              <a:prstDash val="solid"/>
              <a:miter lim="800000"/>
              <a:headEnd len="med" w="med" type="none"/>
              <a:tailEnd len="med" w="med" type="none"/>
            </a:ln>
          </p:spPr>
        </p:cxnSp>
        <p:cxnSp>
          <p:nvCxnSpPr>
            <p:cNvPr id="4252" name="Google Shape;4252;p31"/>
            <p:cNvCxnSpPr/>
            <p:nvPr/>
          </p:nvCxnSpPr>
          <p:spPr>
            <a:xfrm flipH="1">
              <a:off x="3642" y="2931"/>
              <a:ext cx="160" cy="296"/>
            </a:xfrm>
            <a:prstGeom prst="straightConnector1">
              <a:avLst/>
            </a:prstGeom>
            <a:noFill/>
            <a:ln cap="flat" cmpd="sng" w="9525">
              <a:solidFill>
                <a:schemeClr val="dk1"/>
              </a:solidFill>
              <a:prstDash val="solid"/>
              <a:miter lim="800000"/>
              <a:headEnd len="med" w="med" type="none"/>
              <a:tailEnd len="med" w="med" type="none"/>
            </a:ln>
          </p:spPr>
        </p:cxnSp>
        <p:cxnSp>
          <p:nvCxnSpPr>
            <p:cNvPr id="4253" name="Google Shape;4253;p31"/>
            <p:cNvCxnSpPr/>
            <p:nvPr/>
          </p:nvCxnSpPr>
          <p:spPr>
            <a:xfrm>
              <a:off x="3658" y="2963"/>
              <a:ext cx="124" cy="0"/>
            </a:xfrm>
            <a:prstGeom prst="straightConnector1">
              <a:avLst/>
            </a:prstGeom>
            <a:noFill/>
            <a:ln cap="flat" cmpd="sng" w="9525">
              <a:solidFill>
                <a:schemeClr val="dk1"/>
              </a:solidFill>
              <a:prstDash val="solid"/>
              <a:miter lim="800000"/>
              <a:headEnd len="med" w="med" type="none"/>
              <a:tailEnd len="med" w="med" type="none"/>
            </a:ln>
          </p:spPr>
        </p:cxnSp>
        <p:cxnSp>
          <p:nvCxnSpPr>
            <p:cNvPr id="4254" name="Google Shape;4254;p31"/>
            <p:cNvCxnSpPr/>
            <p:nvPr/>
          </p:nvCxnSpPr>
          <p:spPr>
            <a:xfrm>
              <a:off x="3570" y="3175"/>
              <a:ext cx="97" cy="0"/>
            </a:xfrm>
            <a:prstGeom prst="straightConnector1">
              <a:avLst/>
            </a:prstGeom>
            <a:noFill/>
            <a:ln cap="flat" cmpd="sng" w="9525">
              <a:solidFill>
                <a:schemeClr val="dk1"/>
              </a:solidFill>
              <a:prstDash val="solid"/>
              <a:miter lim="800000"/>
              <a:headEnd len="med" w="med" type="none"/>
              <a:tailEnd len="med" w="med" type="none"/>
            </a:ln>
          </p:spPr>
        </p:cxnSp>
        <p:cxnSp>
          <p:nvCxnSpPr>
            <p:cNvPr id="4255" name="Google Shape;4255;p31"/>
            <p:cNvCxnSpPr/>
            <p:nvPr/>
          </p:nvCxnSpPr>
          <p:spPr>
            <a:xfrm>
              <a:off x="3729" y="3225"/>
              <a:ext cx="309" cy="0"/>
            </a:xfrm>
            <a:prstGeom prst="straightConnector1">
              <a:avLst/>
            </a:prstGeom>
            <a:noFill/>
            <a:ln cap="flat" cmpd="sng" w="9525">
              <a:solidFill>
                <a:schemeClr val="dk1"/>
              </a:solidFill>
              <a:prstDash val="solid"/>
              <a:miter lim="800000"/>
              <a:headEnd len="med" w="med" type="none"/>
              <a:tailEnd len="med" w="med" type="none"/>
            </a:ln>
          </p:spPr>
        </p:cxnSp>
        <p:cxnSp>
          <p:nvCxnSpPr>
            <p:cNvPr id="4256" name="Google Shape;4256;p31"/>
            <p:cNvCxnSpPr/>
            <p:nvPr/>
          </p:nvCxnSpPr>
          <p:spPr>
            <a:xfrm flipH="1">
              <a:off x="3880" y="3167"/>
              <a:ext cx="34" cy="54"/>
            </a:xfrm>
            <a:prstGeom prst="straightConnector1">
              <a:avLst/>
            </a:prstGeom>
            <a:noFill/>
            <a:ln cap="flat" cmpd="sng" w="9525">
              <a:solidFill>
                <a:schemeClr val="dk1"/>
              </a:solidFill>
              <a:prstDash val="solid"/>
              <a:miter lim="800000"/>
              <a:headEnd len="med" w="med" type="none"/>
              <a:tailEnd len="med" w="med" type="none"/>
            </a:ln>
          </p:spPr>
        </p:cxnSp>
        <p:cxnSp>
          <p:nvCxnSpPr>
            <p:cNvPr id="4257" name="Google Shape;4257;p31"/>
            <p:cNvCxnSpPr/>
            <p:nvPr/>
          </p:nvCxnSpPr>
          <p:spPr>
            <a:xfrm>
              <a:off x="3762" y="3223"/>
              <a:ext cx="1" cy="52"/>
            </a:xfrm>
            <a:prstGeom prst="straightConnector1">
              <a:avLst/>
            </a:prstGeom>
            <a:noFill/>
            <a:ln cap="flat" cmpd="sng" w="9525">
              <a:solidFill>
                <a:schemeClr val="dk1"/>
              </a:solidFill>
              <a:prstDash val="solid"/>
              <a:miter lim="800000"/>
              <a:headEnd len="med" w="med" type="none"/>
              <a:tailEnd len="med" w="med" type="none"/>
            </a:ln>
          </p:spPr>
        </p:cxnSp>
        <p:cxnSp>
          <p:nvCxnSpPr>
            <p:cNvPr id="4258" name="Google Shape;4258;p31"/>
            <p:cNvCxnSpPr/>
            <p:nvPr/>
          </p:nvCxnSpPr>
          <p:spPr>
            <a:xfrm rot="10800000">
              <a:off x="4012" y="3228"/>
              <a:ext cx="0" cy="48"/>
            </a:xfrm>
            <a:prstGeom prst="straightConnector1">
              <a:avLst/>
            </a:prstGeom>
            <a:noFill/>
            <a:ln cap="flat" cmpd="sng" w="9525">
              <a:solidFill>
                <a:schemeClr val="dk1"/>
              </a:solidFill>
              <a:prstDash val="solid"/>
              <a:miter lim="800000"/>
              <a:headEnd len="med" w="med" type="none"/>
              <a:tailEnd len="med" w="med" type="none"/>
            </a:ln>
          </p:spPr>
        </p:cxnSp>
        <p:graphicFrame>
          <p:nvGraphicFramePr>
            <p:cNvPr id="4259" name="Google Shape;4259;p31"/>
            <p:cNvGraphicFramePr/>
            <p:nvPr/>
          </p:nvGraphicFramePr>
          <p:xfrm>
            <a:off x="3417" y="3101"/>
            <a:ext cx="216" cy="180"/>
          </p:xfrm>
          <a:graphic>
            <a:graphicData uri="http://schemas.openxmlformats.org/presentationml/2006/ole">
              <mc:AlternateContent>
                <mc:Choice Requires="v">
                  <p:oleObj r:id="rId20" imgH="180" imgW="216" progId="MS_ClipArt_Gallery.2" spid="_x0000_s6">
                    <p:embed/>
                  </p:oleObj>
                </mc:Choice>
                <mc:Fallback>
                  <p:oleObj r:id="rId21" imgH="180" imgW="216" progId="MS_ClipArt_Gallery.2">
                    <p:embed/>
                    <p:pic>
                      <p:nvPicPr>
                        <p:cNvPr id="4259" name="Google Shape;4259;p31"/>
                        <p:cNvPicPr preferRelativeResize="0"/>
                        <p:nvPr/>
                      </p:nvPicPr>
                      <p:blipFill rotWithShape="1">
                        <a:blip r:embed="rId22">
                          <a:alphaModFix/>
                        </a:blip>
                        <a:srcRect b="0" l="0" r="0" t="0"/>
                        <a:stretch/>
                      </p:blipFill>
                      <p:spPr>
                        <a:xfrm>
                          <a:off x="3417" y="3101"/>
                          <a:ext cx="216" cy="180"/>
                        </a:xfrm>
                        <a:prstGeom prst="rect">
                          <a:avLst/>
                        </a:prstGeom>
                        <a:noFill/>
                        <a:ln>
                          <a:noFill/>
                        </a:ln>
                      </p:spPr>
                    </p:pic>
                  </p:oleObj>
                </mc:Fallback>
              </mc:AlternateContent>
            </a:graphicData>
          </a:graphic>
        </p:graphicFrame>
        <p:graphicFrame>
          <p:nvGraphicFramePr>
            <p:cNvPr id="4260" name="Google Shape;4260;p31"/>
            <p:cNvGraphicFramePr/>
            <p:nvPr/>
          </p:nvGraphicFramePr>
          <p:xfrm>
            <a:off x="3521" y="2901"/>
            <a:ext cx="216" cy="180"/>
          </p:xfrm>
          <a:graphic>
            <a:graphicData uri="http://schemas.openxmlformats.org/presentationml/2006/ole">
              <mc:AlternateContent>
                <mc:Choice Requires="v">
                  <p:oleObj r:id="rId23" imgH="180" imgW="216" progId="MS_ClipArt_Gallery.2" spid="_x0000_s7">
                    <p:embed/>
                  </p:oleObj>
                </mc:Choice>
                <mc:Fallback>
                  <p:oleObj r:id="rId24" imgH="180" imgW="216" progId="MS_ClipArt_Gallery.2">
                    <p:embed/>
                    <p:pic>
                      <p:nvPicPr>
                        <p:cNvPr id="4260" name="Google Shape;4260;p31"/>
                        <p:cNvPicPr preferRelativeResize="0"/>
                        <p:nvPr/>
                      </p:nvPicPr>
                      <p:blipFill rotWithShape="1">
                        <a:blip r:embed="rId22">
                          <a:alphaModFix/>
                        </a:blip>
                        <a:srcRect b="0" l="0" r="0" t="0"/>
                        <a:stretch/>
                      </p:blipFill>
                      <p:spPr>
                        <a:xfrm>
                          <a:off x="3521" y="2901"/>
                          <a:ext cx="216" cy="180"/>
                        </a:xfrm>
                        <a:prstGeom prst="rect">
                          <a:avLst/>
                        </a:prstGeom>
                        <a:noFill/>
                        <a:ln>
                          <a:noFill/>
                        </a:ln>
                      </p:spPr>
                    </p:pic>
                  </p:oleObj>
                </mc:Fallback>
              </mc:AlternateContent>
            </a:graphicData>
          </a:graphic>
        </p:graphicFrame>
        <p:graphicFrame>
          <p:nvGraphicFramePr>
            <p:cNvPr id="4261" name="Google Shape;4261;p31"/>
            <p:cNvGraphicFramePr/>
            <p:nvPr/>
          </p:nvGraphicFramePr>
          <p:xfrm>
            <a:off x="3689" y="3261"/>
            <a:ext cx="216" cy="180"/>
          </p:xfrm>
          <a:graphic>
            <a:graphicData uri="http://schemas.openxmlformats.org/presentationml/2006/ole">
              <mc:AlternateContent>
                <mc:Choice Requires="v">
                  <p:oleObj r:id="rId25" imgH="180" imgW="216" progId="MS_ClipArt_Gallery.2" spid="_x0000_s8">
                    <p:embed/>
                  </p:oleObj>
                </mc:Choice>
                <mc:Fallback>
                  <p:oleObj r:id="rId26" imgH="180" imgW="216" progId="MS_ClipArt_Gallery.2">
                    <p:embed/>
                    <p:pic>
                      <p:nvPicPr>
                        <p:cNvPr id="4261" name="Google Shape;4261;p31"/>
                        <p:cNvPicPr preferRelativeResize="0"/>
                        <p:nvPr/>
                      </p:nvPicPr>
                      <p:blipFill rotWithShape="1">
                        <a:blip r:embed="rId22">
                          <a:alphaModFix/>
                        </a:blip>
                        <a:srcRect b="0" l="0" r="0" t="0"/>
                        <a:stretch/>
                      </p:blipFill>
                      <p:spPr>
                        <a:xfrm>
                          <a:off x="3689" y="3261"/>
                          <a:ext cx="216" cy="180"/>
                        </a:xfrm>
                        <a:prstGeom prst="rect">
                          <a:avLst/>
                        </a:prstGeom>
                        <a:noFill/>
                        <a:ln>
                          <a:noFill/>
                        </a:ln>
                      </p:spPr>
                    </p:pic>
                  </p:oleObj>
                </mc:Fallback>
              </mc:AlternateContent>
            </a:graphicData>
          </a:graphic>
        </p:graphicFrame>
        <p:graphicFrame>
          <p:nvGraphicFramePr>
            <p:cNvPr id="4262" name="Google Shape;4262;p31"/>
            <p:cNvGraphicFramePr/>
            <p:nvPr/>
          </p:nvGraphicFramePr>
          <p:xfrm>
            <a:off x="3903" y="3263"/>
            <a:ext cx="216" cy="180"/>
          </p:xfrm>
          <a:graphic>
            <a:graphicData uri="http://schemas.openxmlformats.org/presentationml/2006/ole">
              <mc:AlternateContent>
                <mc:Choice Requires="v">
                  <p:oleObj r:id="rId27" imgH="180" imgW="216" progId="MS_ClipArt_Gallery.2" spid="_x0000_s9">
                    <p:embed/>
                  </p:oleObj>
                </mc:Choice>
                <mc:Fallback>
                  <p:oleObj r:id="rId28" imgH="180" imgW="216" progId="MS_ClipArt_Gallery.2">
                    <p:embed/>
                    <p:pic>
                      <p:nvPicPr>
                        <p:cNvPr id="4262" name="Google Shape;4262;p31"/>
                        <p:cNvPicPr preferRelativeResize="0"/>
                        <p:nvPr/>
                      </p:nvPicPr>
                      <p:blipFill rotWithShape="1">
                        <a:blip r:embed="rId22">
                          <a:alphaModFix/>
                        </a:blip>
                        <a:srcRect b="0" l="0" r="0" t="0"/>
                        <a:stretch/>
                      </p:blipFill>
                      <p:spPr>
                        <a:xfrm>
                          <a:off x="3903" y="3263"/>
                          <a:ext cx="216" cy="180"/>
                        </a:xfrm>
                        <a:prstGeom prst="rect">
                          <a:avLst/>
                        </a:prstGeom>
                        <a:noFill/>
                        <a:ln>
                          <a:noFill/>
                        </a:ln>
                      </p:spPr>
                    </p:pic>
                  </p:oleObj>
                </mc:Fallback>
              </mc:AlternateContent>
            </a:graphicData>
          </a:graphic>
        </p:graphicFrame>
        <p:grpSp>
          <p:nvGrpSpPr>
            <p:cNvPr id="4263" name="Google Shape;4263;p31"/>
            <p:cNvGrpSpPr/>
            <p:nvPr/>
          </p:nvGrpSpPr>
          <p:grpSpPr>
            <a:xfrm>
              <a:off x="4475" y="3342"/>
              <a:ext cx="172" cy="215"/>
              <a:chOff x="2870" y="1518"/>
              <a:chExt cx="292" cy="320"/>
            </a:xfrm>
          </p:grpSpPr>
          <p:graphicFrame>
            <p:nvGraphicFramePr>
              <p:cNvPr id="4264" name="Google Shape;4264;p31"/>
              <p:cNvGraphicFramePr/>
              <p:nvPr/>
            </p:nvGraphicFramePr>
            <p:xfrm>
              <a:off x="2870" y="1518"/>
              <a:ext cx="272" cy="282"/>
            </p:xfrm>
            <a:graphic>
              <a:graphicData uri="http://schemas.openxmlformats.org/presentationml/2006/ole">
                <mc:AlternateContent>
                  <mc:Choice Requires="v">
                    <p:oleObj r:id="rId29" imgH="282" imgW="272" progId="MS_ClipArt_Gallery.2" spid="_x0000_s10">
                      <p:embed/>
                    </p:oleObj>
                  </mc:Choice>
                  <mc:Fallback>
                    <p:oleObj r:id="rId30" imgH="282" imgW="272" progId="MS_ClipArt_Gallery.2">
                      <p:embed/>
                      <p:pic>
                        <p:nvPicPr>
                          <p:cNvPr id="4264" name="Google Shape;4264;p3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4265" name="Google Shape;4265;p31"/>
              <p:cNvGraphicFramePr/>
              <p:nvPr/>
            </p:nvGraphicFramePr>
            <p:xfrm>
              <a:off x="2913" y="1602"/>
              <a:ext cx="249" cy="236"/>
            </p:xfrm>
            <a:graphic>
              <a:graphicData uri="http://schemas.openxmlformats.org/presentationml/2006/ole">
                <mc:AlternateContent>
                  <mc:Choice Requires="v">
                    <p:oleObj r:id="rId31" imgH="236" imgW="249" progId="MS_ClipArt_Gallery.2" spid="_x0000_s11">
                      <p:embed/>
                    </p:oleObj>
                  </mc:Choice>
                  <mc:Fallback>
                    <p:oleObj r:id="rId32" imgH="236" imgW="249" progId="MS_ClipArt_Gallery.2">
                      <p:embed/>
                      <p:pic>
                        <p:nvPicPr>
                          <p:cNvPr id="4265" name="Google Shape;4265;p3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4266" name="Google Shape;4266;p31"/>
            <p:cNvGrpSpPr/>
            <p:nvPr/>
          </p:nvGrpSpPr>
          <p:grpSpPr>
            <a:xfrm>
              <a:off x="4191" y="3374"/>
              <a:ext cx="220" cy="203"/>
              <a:chOff x="2870" y="1518"/>
              <a:chExt cx="292" cy="320"/>
            </a:xfrm>
          </p:grpSpPr>
          <p:graphicFrame>
            <p:nvGraphicFramePr>
              <p:cNvPr id="4267" name="Google Shape;4267;p31"/>
              <p:cNvGraphicFramePr/>
              <p:nvPr/>
            </p:nvGraphicFramePr>
            <p:xfrm>
              <a:off x="2870" y="1518"/>
              <a:ext cx="272" cy="282"/>
            </p:xfrm>
            <a:graphic>
              <a:graphicData uri="http://schemas.openxmlformats.org/presentationml/2006/ole">
                <mc:AlternateContent>
                  <mc:Choice Requires="v">
                    <p:oleObj r:id="rId33" imgH="282" imgW="272" progId="MS_ClipArt_Gallery.2" spid="_x0000_s12">
                      <p:embed/>
                    </p:oleObj>
                  </mc:Choice>
                  <mc:Fallback>
                    <p:oleObj r:id="rId34" imgH="282" imgW="272" progId="MS_ClipArt_Gallery.2">
                      <p:embed/>
                      <p:pic>
                        <p:nvPicPr>
                          <p:cNvPr id="4267" name="Google Shape;4267;p31"/>
                          <p:cNvPicPr preferRelativeResize="0"/>
                          <p:nvPr/>
                        </p:nvPicPr>
                        <p:blipFill rotWithShape="1">
                          <a:blip r:embed="rId8">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4268" name="Google Shape;4268;p31"/>
              <p:cNvGraphicFramePr/>
              <p:nvPr/>
            </p:nvGraphicFramePr>
            <p:xfrm>
              <a:off x="2913" y="1602"/>
              <a:ext cx="249" cy="236"/>
            </p:xfrm>
            <a:graphic>
              <a:graphicData uri="http://schemas.openxmlformats.org/presentationml/2006/ole">
                <mc:AlternateContent>
                  <mc:Choice Requires="v">
                    <p:oleObj r:id="rId35" imgH="236" imgW="249" progId="MS_ClipArt_Gallery.2" spid="_x0000_s13">
                      <p:embed/>
                    </p:oleObj>
                  </mc:Choice>
                  <mc:Fallback>
                    <p:oleObj r:id="rId36" imgH="236" imgW="249" progId="MS_ClipArt_Gallery.2">
                      <p:embed/>
                      <p:pic>
                        <p:nvPicPr>
                          <p:cNvPr id="4268" name="Google Shape;4268;p31"/>
                          <p:cNvPicPr preferRelativeResize="0"/>
                          <p:nvPr/>
                        </p:nvPicPr>
                        <p:blipFill rotWithShape="1">
                          <a:blip r:embed="rId11">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4269" name="Google Shape;4269;p31"/>
            <p:cNvGrpSpPr/>
            <p:nvPr/>
          </p:nvGrpSpPr>
          <p:grpSpPr>
            <a:xfrm>
              <a:off x="4290" y="3130"/>
              <a:ext cx="183" cy="255"/>
              <a:chOff x="2556" y="2689"/>
              <a:chExt cx="183" cy="255"/>
            </a:xfrm>
          </p:grpSpPr>
          <p:pic>
            <p:nvPicPr>
              <p:cNvPr descr="31u_bnrz[1]" id="4270" name="Google Shape;4270;p31"/>
              <p:cNvPicPr preferRelativeResize="0"/>
              <p:nvPr/>
            </p:nvPicPr>
            <p:blipFill rotWithShape="1">
              <a:blip r:embed="rId16">
                <a:alphaModFix/>
              </a:blip>
              <a:srcRect b="0" l="0" r="0" t="0"/>
              <a:stretch/>
            </p:blipFill>
            <p:spPr>
              <a:xfrm>
                <a:off x="2609" y="2770"/>
                <a:ext cx="121" cy="174"/>
              </a:xfrm>
              <a:prstGeom prst="rect">
                <a:avLst/>
              </a:prstGeom>
              <a:noFill/>
              <a:ln>
                <a:noFill/>
              </a:ln>
            </p:spPr>
          </p:pic>
          <p:sp>
            <p:nvSpPr>
              <p:cNvPr id="4271" name="Google Shape;4271;p31"/>
              <p:cNvSpPr/>
              <p:nvPr/>
            </p:nvSpPr>
            <p:spPr>
              <a:xfrm>
                <a:off x="2605" y="2702"/>
                <a:ext cx="33" cy="39"/>
              </a:xfrm>
              <a:custGeom>
                <a:rect b="b" l="l" r="r" t="t"/>
                <a:pathLst>
                  <a:path extrusionOk="0" h="232" w="199">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2" name="Google Shape;4272;p31"/>
              <p:cNvSpPr/>
              <p:nvPr/>
            </p:nvSpPr>
            <p:spPr>
              <a:xfrm>
                <a:off x="2661" y="2701"/>
                <a:ext cx="22" cy="30"/>
              </a:xfrm>
              <a:custGeom>
                <a:rect b="b" l="l" r="r" t="t"/>
                <a:pathLst>
                  <a:path extrusionOk="0" h="180" w="128">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3" name="Google Shape;4273;p31"/>
              <p:cNvSpPr/>
              <p:nvPr/>
            </p:nvSpPr>
            <p:spPr>
              <a:xfrm>
                <a:off x="2584" y="2694"/>
                <a:ext cx="54" cy="63"/>
              </a:xfrm>
              <a:custGeom>
                <a:rect b="b" l="l" r="r" t="t"/>
                <a:pathLst>
                  <a:path extrusionOk="0" h="378" w="322">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4" name="Google Shape;4274;p31"/>
              <p:cNvSpPr/>
              <p:nvPr/>
            </p:nvSpPr>
            <p:spPr>
              <a:xfrm>
                <a:off x="2660" y="2692"/>
                <a:ext cx="47" cy="42"/>
              </a:xfrm>
              <a:custGeom>
                <a:rect b="b" l="l" r="r" t="t"/>
                <a:pathLst>
                  <a:path extrusionOk="0" h="252" w="283">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5" name="Google Shape;4275;p31"/>
              <p:cNvSpPr/>
              <p:nvPr/>
            </p:nvSpPr>
            <p:spPr>
              <a:xfrm>
                <a:off x="2564" y="2712"/>
                <a:ext cx="19" cy="39"/>
              </a:xfrm>
              <a:custGeom>
                <a:rect b="b" l="l" r="r" t="t"/>
                <a:pathLst>
                  <a:path extrusionOk="0" h="238" w="114">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6" name="Google Shape;4276;p31"/>
              <p:cNvSpPr/>
              <p:nvPr/>
            </p:nvSpPr>
            <p:spPr>
              <a:xfrm>
                <a:off x="2698" y="2689"/>
                <a:ext cx="41" cy="52"/>
              </a:xfrm>
              <a:custGeom>
                <a:rect b="b" l="l" r="r" t="t"/>
                <a:pathLst>
                  <a:path extrusionOk="0" h="310" w="246">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7" name="Google Shape;4277;p31"/>
              <p:cNvSpPr/>
              <p:nvPr/>
            </p:nvSpPr>
            <p:spPr>
              <a:xfrm>
                <a:off x="2653" y="2750"/>
                <a:ext cx="14" cy="31"/>
              </a:xfrm>
              <a:custGeom>
                <a:rect b="b" l="l" r="r" t="t"/>
                <a:pathLst>
                  <a:path extrusionOk="0" h="187" w="83">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8" name="Google Shape;4278;p31"/>
              <p:cNvSpPr/>
              <p:nvPr/>
            </p:nvSpPr>
            <p:spPr>
              <a:xfrm>
                <a:off x="2647" y="2733"/>
                <a:ext cx="7" cy="16"/>
              </a:xfrm>
              <a:custGeom>
                <a:rect b="b" l="l" r="r" t="t"/>
                <a:pathLst>
                  <a:path extrusionOk="0" h="94" w="4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9" name="Google Shape;4279;p31"/>
              <p:cNvSpPr/>
              <p:nvPr/>
            </p:nvSpPr>
            <p:spPr>
              <a:xfrm>
                <a:off x="2641" y="2722"/>
                <a:ext cx="6" cy="9"/>
              </a:xfrm>
              <a:custGeom>
                <a:rect b="b" l="l" r="r" t="t"/>
                <a:pathLst>
                  <a:path extrusionOk="0" h="54" w="38">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0" name="Google Shape;4280;p31"/>
              <p:cNvSpPr/>
              <p:nvPr/>
            </p:nvSpPr>
            <p:spPr>
              <a:xfrm>
                <a:off x="2636" y="2714"/>
                <a:ext cx="8" cy="6"/>
              </a:xfrm>
              <a:custGeom>
                <a:rect b="b" l="l" r="r" t="t"/>
                <a:pathLst>
                  <a:path extrusionOk="0" h="36" w="52">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1" name="Google Shape;4281;p31"/>
              <p:cNvSpPr/>
              <p:nvPr/>
            </p:nvSpPr>
            <p:spPr>
              <a:xfrm>
                <a:off x="2596" y="2704"/>
                <a:ext cx="33" cy="39"/>
              </a:xfrm>
              <a:custGeom>
                <a:rect b="b" l="l" r="r" t="t"/>
                <a:pathLst>
                  <a:path extrusionOk="0" h="236" w="198">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2" name="Google Shape;4282;p31"/>
              <p:cNvSpPr/>
              <p:nvPr/>
            </p:nvSpPr>
            <p:spPr>
              <a:xfrm>
                <a:off x="2652" y="2704"/>
                <a:ext cx="22" cy="30"/>
              </a:xfrm>
              <a:custGeom>
                <a:rect b="b" l="l" r="r" t="t"/>
                <a:pathLst>
                  <a:path extrusionOk="0" h="183" w="128">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3" name="Google Shape;4283;p31"/>
              <p:cNvSpPr/>
              <p:nvPr/>
            </p:nvSpPr>
            <p:spPr>
              <a:xfrm>
                <a:off x="2575" y="2697"/>
                <a:ext cx="53" cy="63"/>
              </a:xfrm>
              <a:custGeom>
                <a:rect b="b" l="l" r="r" t="t"/>
                <a:pathLst>
                  <a:path extrusionOk="0" h="379" w="323">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4" name="Google Shape;4284;p31"/>
              <p:cNvSpPr/>
              <p:nvPr/>
            </p:nvSpPr>
            <p:spPr>
              <a:xfrm>
                <a:off x="2650" y="2695"/>
                <a:ext cx="47" cy="42"/>
              </a:xfrm>
              <a:custGeom>
                <a:rect b="b" l="l" r="r" t="t"/>
                <a:pathLst>
                  <a:path extrusionOk="0" h="253" w="282">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5" name="Google Shape;4285;p31"/>
              <p:cNvSpPr/>
              <p:nvPr/>
            </p:nvSpPr>
            <p:spPr>
              <a:xfrm>
                <a:off x="2556" y="2718"/>
                <a:ext cx="19" cy="39"/>
              </a:xfrm>
              <a:custGeom>
                <a:rect b="b" l="l" r="r" t="t"/>
                <a:pathLst>
                  <a:path extrusionOk="0" h="236" w="115">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6" name="Google Shape;4286;p31"/>
              <p:cNvSpPr/>
              <p:nvPr/>
            </p:nvSpPr>
            <p:spPr>
              <a:xfrm>
                <a:off x="2689" y="2692"/>
                <a:ext cx="41" cy="52"/>
              </a:xfrm>
              <a:custGeom>
                <a:rect b="b" l="l" r="r" t="t"/>
                <a:pathLst>
                  <a:path extrusionOk="0" h="310" w="245">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287" name="Google Shape;4287;p31"/>
            <p:cNvCxnSpPr/>
            <p:nvPr/>
          </p:nvCxnSpPr>
          <p:spPr>
            <a:xfrm>
              <a:off x="4063" y="3139"/>
              <a:ext cx="317" cy="170"/>
            </a:xfrm>
            <a:prstGeom prst="straightConnector1">
              <a:avLst/>
            </a:prstGeom>
            <a:noFill/>
            <a:ln cap="flat" cmpd="sng" w="9525">
              <a:solidFill>
                <a:schemeClr val="dk1"/>
              </a:solidFill>
              <a:prstDash val="solid"/>
              <a:miter lim="800000"/>
              <a:headEnd len="med" w="med" type="none"/>
              <a:tailEnd len="med" w="med" type="none"/>
            </a:ln>
          </p:spPr>
        </p:cxnSp>
        <p:cxnSp>
          <p:nvCxnSpPr>
            <p:cNvPr id="4288" name="Google Shape;4288;p31"/>
            <p:cNvCxnSpPr/>
            <p:nvPr/>
          </p:nvCxnSpPr>
          <p:spPr>
            <a:xfrm>
              <a:off x="3716" y="3098"/>
              <a:ext cx="51" cy="0"/>
            </a:xfrm>
            <a:prstGeom prst="straightConnector1">
              <a:avLst/>
            </a:prstGeom>
            <a:noFill/>
            <a:ln cap="flat" cmpd="sng" w="9525">
              <a:solidFill>
                <a:schemeClr val="dk1"/>
              </a:solidFill>
              <a:prstDash val="solid"/>
              <a:miter lim="800000"/>
              <a:headEnd len="med" w="med" type="none"/>
              <a:tailEnd len="med" w="med" type="none"/>
            </a:ln>
          </p:spPr>
        </p:cxnSp>
        <p:grpSp>
          <p:nvGrpSpPr>
            <p:cNvPr id="4289" name="Google Shape;4289;p31"/>
            <p:cNvGrpSpPr/>
            <p:nvPr/>
          </p:nvGrpSpPr>
          <p:grpSpPr>
            <a:xfrm>
              <a:off x="4961" y="3136"/>
              <a:ext cx="131" cy="258"/>
              <a:chOff x="4180" y="783"/>
              <a:chExt cx="150" cy="307"/>
            </a:xfrm>
          </p:grpSpPr>
          <p:sp>
            <p:nvSpPr>
              <p:cNvPr id="4290" name="Google Shape;4290;p31"/>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1" name="Google Shape;4291;p31"/>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2" name="Google Shape;4292;p31"/>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3" name="Google Shape;4293;p31"/>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294" name="Google Shape;4294;p31"/>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4295" name="Google Shape;4295;p31"/>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4296" name="Google Shape;4296;p31"/>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7" name="Google Shape;4297;p31"/>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298" name="Google Shape;4298;p31"/>
            <p:cNvCxnSpPr/>
            <p:nvPr/>
          </p:nvCxnSpPr>
          <p:spPr>
            <a:xfrm flipH="1">
              <a:off x="3772" y="2167"/>
              <a:ext cx="2" cy="91"/>
            </a:xfrm>
            <a:prstGeom prst="straightConnector1">
              <a:avLst/>
            </a:prstGeom>
            <a:noFill/>
            <a:ln cap="flat" cmpd="sng" w="9525">
              <a:solidFill>
                <a:schemeClr val="dk1"/>
              </a:solidFill>
              <a:prstDash val="solid"/>
              <a:miter lim="800000"/>
              <a:headEnd len="med" w="med" type="none"/>
              <a:tailEnd len="med" w="med" type="none"/>
            </a:ln>
          </p:spPr>
        </p:cxnSp>
        <p:cxnSp>
          <p:nvCxnSpPr>
            <p:cNvPr id="4299" name="Google Shape;4299;p31"/>
            <p:cNvCxnSpPr/>
            <p:nvPr/>
          </p:nvCxnSpPr>
          <p:spPr>
            <a:xfrm flipH="1" rot="10800000">
              <a:off x="4589" y="1526"/>
              <a:ext cx="78" cy="55"/>
            </a:xfrm>
            <a:prstGeom prst="straightConnector1">
              <a:avLst/>
            </a:prstGeom>
            <a:noFill/>
            <a:ln cap="flat" cmpd="sng" w="9525">
              <a:solidFill>
                <a:schemeClr val="dk1"/>
              </a:solidFill>
              <a:prstDash val="solid"/>
              <a:miter lim="800000"/>
              <a:headEnd len="med" w="med" type="none"/>
              <a:tailEnd len="med" w="med" type="none"/>
            </a:ln>
          </p:spPr>
        </p:cxnSp>
        <p:cxnSp>
          <p:nvCxnSpPr>
            <p:cNvPr id="4300" name="Google Shape;4300;p31"/>
            <p:cNvCxnSpPr/>
            <p:nvPr/>
          </p:nvCxnSpPr>
          <p:spPr>
            <a:xfrm>
              <a:off x="4480" y="1635"/>
              <a:ext cx="0" cy="52"/>
            </a:xfrm>
            <a:prstGeom prst="straightConnector1">
              <a:avLst/>
            </a:prstGeom>
            <a:noFill/>
            <a:ln cap="flat" cmpd="sng" w="9525">
              <a:solidFill>
                <a:schemeClr val="dk1"/>
              </a:solidFill>
              <a:prstDash val="solid"/>
              <a:miter lim="800000"/>
              <a:headEnd len="med" w="med" type="none"/>
              <a:tailEnd len="med" w="med" type="none"/>
            </a:ln>
          </p:spPr>
        </p:cxnSp>
        <p:cxnSp>
          <p:nvCxnSpPr>
            <p:cNvPr id="4301" name="Google Shape;4301;p31"/>
            <p:cNvCxnSpPr/>
            <p:nvPr/>
          </p:nvCxnSpPr>
          <p:spPr>
            <a:xfrm flipH="1" rot="10800000">
              <a:off x="4596" y="1570"/>
              <a:ext cx="166" cy="182"/>
            </a:xfrm>
            <a:prstGeom prst="straightConnector1">
              <a:avLst/>
            </a:prstGeom>
            <a:noFill/>
            <a:ln cap="flat" cmpd="sng" w="9525">
              <a:solidFill>
                <a:schemeClr val="dk1"/>
              </a:solidFill>
              <a:prstDash val="solid"/>
              <a:miter lim="800000"/>
              <a:headEnd len="med" w="med" type="none"/>
              <a:tailEnd len="med" w="med" type="none"/>
            </a:ln>
          </p:spPr>
        </p:cxnSp>
        <p:cxnSp>
          <p:nvCxnSpPr>
            <p:cNvPr id="4302" name="Google Shape;4302;p31"/>
            <p:cNvCxnSpPr/>
            <p:nvPr/>
          </p:nvCxnSpPr>
          <p:spPr>
            <a:xfrm>
              <a:off x="4818" y="1569"/>
              <a:ext cx="0" cy="124"/>
            </a:xfrm>
            <a:prstGeom prst="straightConnector1">
              <a:avLst/>
            </a:prstGeom>
            <a:noFill/>
            <a:ln cap="flat" cmpd="sng" w="9525">
              <a:solidFill>
                <a:schemeClr val="dk1"/>
              </a:solidFill>
              <a:prstDash val="solid"/>
              <a:miter lim="800000"/>
              <a:headEnd len="med" w="med" type="none"/>
              <a:tailEnd len="med" w="med" type="none"/>
            </a:ln>
          </p:spPr>
        </p:cxnSp>
        <p:cxnSp>
          <p:nvCxnSpPr>
            <p:cNvPr id="4303" name="Google Shape;4303;p31"/>
            <p:cNvCxnSpPr/>
            <p:nvPr/>
          </p:nvCxnSpPr>
          <p:spPr>
            <a:xfrm>
              <a:off x="4600" y="1762"/>
              <a:ext cx="119" cy="0"/>
            </a:xfrm>
            <a:prstGeom prst="straightConnector1">
              <a:avLst/>
            </a:prstGeom>
            <a:noFill/>
            <a:ln cap="flat" cmpd="sng" w="9525">
              <a:solidFill>
                <a:schemeClr val="dk1"/>
              </a:solidFill>
              <a:prstDash val="solid"/>
              <a:miter lim="800000"/>
              <a:headEnd len="med" w="med" type="none"/>
              <a:tailEnd len="med" w="med" type="none"/>
            </a:ln>
          </p:spPr>
        </p:cxnSp>
        <p:cxnSp>
          <p:nvCxnSpPr>
            <p:cNvPr id="4304" name="Google Shape;4304;p31"/>
            <p:cNvCxnSpPr/>
            <p:nvPr/>
          </p:nvCxnSpPr>
          <p:spPr>
            <a:xfrm flipH="1" rot="10800000">
              <a:off x="3526" y="2308"/>
              <a:ext cx="106" cy="2"/>
            </a:xfrm>
            <a:prstGeom prst="straightConnector1">
              <a:avLst/>
            </a:prstGeom>
            <a:noFill/>
            <a:ln cap="flat" cmpd="sng" w="9525">
              <a:solidFill>
                <a:schemeClr val="dk1"/>
              </a:solidFill>
              <a:prstDash val="solid"/>
              <a:miter lim="800000"/>
              <a:headEnd len="med" w="med" type="none"/>
              <a:tailEnd len="med" w="med" type="none"/>
            </a:ln>
          </p:spPr>
        </p:cxnSp>
        <p:cxnSp>
          <p:nvCxnSpPr>
            <p:cNvPr id="4305" name="Google Shape;4305;p31"/>
            <p:cNvCxnSpPr/>
            <p:nvPr/>
          </p:nvCxnSpPr>
          <p:spPr>
            <a:xfrm flipH="1" rot="10800000">
              <a:off x="4861" y="1380"/>
              <a:ext cx="150" cy="106"/>
            </a:xfrm>
            <a:prstGeom prst="straightConnector1">
              <a:avLst/>
            </a:prstGeom>
            <a:noFill/>
            <a:ln cap="flat" cmpd="sng" w="9525">
              <a:solidFill>
                <a:schemeClr val="dk1"/>
              </a:solidFill>
              <a:prstDash val="solid"/>
              <a:miter lim="800000"/>
              <a:headEnd len="med" w="med" type="none"/>
              <a:tailEnd len="med" w="med" type="none"/>
            </a:ln>
          </p:spPr>
        </p:cxnSp>
        <p:cxnSp>
          <p:nvCxnSpPr>
            <p:cNvPr id="4306" name="Google Shape;4306;p31"/>
            <p:cNvCxnSpPr/>
            <p:nvPr/>
          </p:nvCxnSpPr>
          <p:spPr>
            <a:xfrm>
              <a:off x="4949" y="1756"/>
              <a:ext cx="112" cy="0"/>
            </a:xfrm>
            <a:prstGeom prst="straightConnector1">
              <a:avLst/>
            </a:prstGeom>
            <a:noFill/>
            <a:ln cap="flat" cmpd="sng" w="9525">
              <a:solidFill>
                <a:schemeClr val="dk1"/>
              </a:solidFill>
              <a:prstDash val="solid"/>
              <a:miter lim="800000"/>
              <a:headEnd len="med" w="med" type="none"/>
              <a:tailEnd len="med" w="med" type="none"/>
            </a:ln>
          </p:spPr>
        </p:cxnSp>
        <p:cxnSp>
          <p:nvCxnSpPr>
            <p:cNvPr id="4307" name="Google Shape;4307;p31"/>
            <p:cNvCxnSpPr/>
            <p:nvPr/>
          </p:nvCxnSpPr>
          <p:spPr>
            <a:xfrm flipH="1">
              <a:off x="4411" y="1804"/>
              <a:ext cx="62" cy="444"/>
            </a:xfrm>
            <a:prstGeom prst="straightConnector1">
              <a:avLst/>
            </a:prstGeom>
            <a:noFill/>
            <a:ln cap="flat" cmpd="sng" w="9525">
              <a:solidFill>
                <a:schemeClr val="dk1"/>
              </a:solidFill>
              <a:prstDash val="solid"/>
              <a:miter lim="800000"/>
              <a:headEnd len="med" w="med" type="none"/>
              <a:tailEnd len="med" w="med" type="none"/>
            </a:ln>
          </p:spPr>
        </p:cxnSp>
        <p:cxnSp>
          <p:nvCxnSpPr>
            <p:cNvPr id="4308" name="Google Shape;4308;p31"/>
            <p:cNvCxnSpPr/>
            <p:nvPr/>
          </p:nvCxnSpPr>
          <p:spPr>
            <a:xfrm flipH="1">
              <a:off x="4783" y="1804"/>
              <a:ext cx="70" cy="458"/>
            </a:xfrm>
            <a:prstGeom prst="straightConnector1">
              <a:avLst/>
            </a:prstGeom>
            <a:noFill/>
            <a:ln cap="flat" cmpd="sng" w="9525">
              <a:solidFill>
                <a:schemeClr val="dk1"/>
              </a:solidFill>
              <a:prstDash val="solid"/>
              <a:miter lim="800000"/>
              <a:headEnd len="med" w="med" type="none"/>
              <a:tailEnd len="med" w="med" type="none"/>
            </a:ln>
          </p:spPr>
        </p:cxnSp>
      </p:grpSp>
      <p:sp>
        <p:nvSpPr>
          <p:cNvPr id="4309" name="Google Shape;4309;p31"/>
          <p:cNvSpPr/>
          <p:nvPr/>
        </p:nvSpPr>
        <p:spPr>
          <a:xfrm>
            <a:off x="5645150" y="2054225"/>
            <a:ext cx="2584450" cy="3233737"/>
          </a:xfrm>
          <a:custGeom>
            <a:rect b="b" l="l" r="r" t="t"/>
            <a:pathLst>
              <a:path extrusionOk="0" h="2037" w="1628">
                <a:moveTo>
                  <a:pt x="0" y="0"/>
                </a:moveTo>
                <a:lnTo>
                  <a:pt x="351" y="209"/>
                </a:lnTo>
                <a:lnTo>
                  <a:pt x="1060" y="250"/>
                </a:lnTo>
                <a:lnTo>
                  <a:pt x="969" y="910"/>
                </a:lnTo>
                <a:lnTo>
                  <a:pt x="1161" y="1127"/>
                </a:lnTo>
                <a:lnTo>
                  <a:pt x="927" y="1528"/>
                </a:lnTo>
                <a:lnTo>
                  <a:pt x="1469" y="1653"/>
                </a:lnTo>
                <a:lnTo>
                  <a:pt x="1369" y="1995"/>
                </a:lnTo>
                <a:lnTo>
                  <a:pt x="1628" y="2037"/>
                </a:lnTo>
              </a:path>
            </a:pathLst>
          </a:custGeom>
          <a:noFill/>
          <a:ln cap="flat" cmpd="sng" w="76200">
            <a:solidFill>
              <a:srgbClr val="FF33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10" name="Google Shape;4310;p31"/>
          <p:cNvSpPr/>
          <p:nvPr/>
        </p:nvSpPr>
        <p:spPr>
          <a:xfrm>
            <a:off x="5592762" y="3390900"/>
            <a:ext cx="1646237" cy="1974850"/>
          </a:xfrm>
          <a:custGeom>
            <a:rect b="b" l="l" r="r" t="t"/>
            <a:pathLst>
              <a:path extrusionOk="0" h="1244" w="1037">
                <a:moveTo>
                  <a:pt x="0" y="0"/>
                </a:moveTo>
                <a:lnTo>
                  <a:pt x="29" y="86"/>
                </a:lnTo>
                <a:lnTo>
                  <a:pt x="845" y="80"/>
                </a:lnTo>
                <a:lnTo>
                  <a:pt x="1037" y="280"/>
                </a:lnTo>
                <a:lnTo>
                  <a:pt x="805" y="688"/>
                </a:lnTo>
                <a:lnTo>
                  <a:pt x="473" y="880"/>
                </a:lnTo>
                <a:lnTo>
                  <a:pt x="345" y="1024"/>
                </a:lnTo>
                <a:lnTo>
                  <a:pt x="285" y="1244"/>
                </a:lnTo>
              </a:path>
            </a:pathLst>
          </a:custGeom>
          <a:noFill/>
          <a:ln cap="flat" cmpd="sng" w="76200">
            <a:solidFill>
              <a:srgbClr val="0000FF"/>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15" name="Shape 4315"/>
        <p:cNvGrpSpPr/>
        <p:nvPr/>
      </p:nvGrpSpPr>
      <p:grpSpPr>
        <a:xfrm>
          <a:off x="0" y="0"/>
          <a:ext cx="0" cy="0"/>
          <a:chOff x="0" y="0"/>
          <a:chExt cx="0" cy="0"/>
        </a:xfrm>
      </p:grpSpPr>
      <p:sp>
        <p:nvSpPr>
          <p:cNvPr id="4316" name="Google Shape;4316;p3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317" name="Google Shape;4317;p3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318" name="Google Shape;4318;p3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Network Core: Circuit Switching</a:t>
            </a:r>
            <a:endParaRPr/>
          </a:p>
        </p:txBody>
      </p:sp>
      <p:sp>
        <p:nvSpPr>
          <p:cNvPr id="4319" name="Google Shape;4319;p32"/>
          <p:cNvSpPr txBox="1"/>
          <p:nvPr>
            <p:ph idx="1" type="body"/>
          </p:nvPr>
        </p:nvSpPr>
        <p:spPr>
          <a:xfrm>
            <a:off x="533400" y="1371600"/>
            <a:ext cx="40386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0" lang="en-US" sz="2800" u="none">
                <a:solidFill>
                  <a:schemeClr val="dk1"/>
                </a:solidFill>
                <a:latin typeface="Comic Sans MS"/>
                <a:ea typeface="Comic Sans MS"/>
                <a:cs typeface="Comic Sans MS"/>
                <a:sym typeface="Comic Sans MS"/>
              </a:rPr>
              <a:t>network resources (e.g., bandwidth) </a:t>
            </a:r>
            <a:r>
              <a:rPr b="0" i="0" lang="en-US" sz="2800" u="none">
                <a:solidFill>
                  <a:srgbClr val="FF0000"/>
                </a:solidFill>
                <a:latin typeface="Comic Sans MS"/>
                <a:ea typeface="Comic Sans MS"/>
                <a:cs typeface="Comic Sans MS"/>
                <a:sym typeface="Comic Sans MS"/>
              </a:rPr>
              <a:t>divided into “pieces”</a:t>
            </a:r>
            <a:endParaRPr b="0" i="0" sz="2400" u="none">
              <a:solidFill>
                <a:srgbClr val="FF0000"/>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pieces allocated to calls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resource piece </a:t>
            </a:r>
            <a:r>
              <a:rPr b="0" i="1" lang="en-US" sz="2400" u="none">
                <a:solidFill>
                  <a:srgbClr val="FF0000"/>
                </a:solidFill>
                <a:latin typeface="Comic Sans MS"/>
                <a:ea typeface="Comic Sans MS"/>
                <a:cs typeface="Comic Sans MS"/>
                <a:sym typeface="Comic Sans MS"/>
              </a:rPr>
              <a:t>idle</a:t>
            </a:r>
            <a:r>
              <a:rPr b="0" i="0" lang="en-US" sz="2400" u="none">
                <a:solidFill>
                  <a:schemeClr val="dk1"/>
                </a:solidFill>
                <a:latin typeface="Comic Sans MS"/>
                <a:ea typeface="Comic Sans MS"/>
                <a:cs typeface="Comic Sans MS"/>
                <a:sym typeface="Comic Sans MS"/>
              </a:rPr>
              <a:t> if not used by owning call </a:t>
            </a:r>
            <a:r>
              <a:rPr b="0" i="1" lang="en-US" sz="2400" u="none">
                <a:solidFill>
                  <a:schemeClr val="dk1"/>
                </a:solidFill>
                <a:latin typeface="Comic Sans MS"/>
                <a:ea typeface="Comic Sans MS"/>
                <a:cs typeface="Comic Sans MS"/>
                <a:sym typeface="Comic Sans MS"/>
              </a:rPr>
              <a:t>(no sharing)</a:t>
            </a:r>
            <a:endParaRPr/>
          </a:p>
        </p:txBody>
      </p:sp>
      <p:sp>
        <p:nvSpPr>
          <p:cNvPr id="4320" name="Google Shape;4320;p32"/>
          <p:cNvSpPr txBox="1"/>
          <p:nvPr/>
        </p:nvSpPr>
        <p:spPr>
          <a:xfrm>
            <a:off x="4606925" y="1485900"/>
            <a:ext cx="40386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dividing link bandwidth into “pieces”</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frequency division</a:t>
            </a:r>
            <a:endParaRPr/>
          </a:p>
          <a:p>
            <a:pPr indent="-285750" lvl="1" marL="742950" marR="0" rtl="0" algn="l">
              <a:lnSpc>
                <a:spcPct val="100000"/>
              </a:lnSpc>
              <a:spcBef>
                <a:spcPts val="48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time division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25" name="Shape 4325"/>
        <p:cNvGrpSpPr/>
        <p:nvPr/>
      </p:nvGrpSpPr>
      <p:grpSpPr>
        <a:xfrm>
          <a:off x="0" y="0"/>
          <a:ext cx="0" cy="0"/>
          <a:chOff x="0" y="0"/>
          <a:chExt cx="0" cy="0"/>
        </a:xfrm>
      </p:grpSpPr>
      <p:sp>
        <p:nvSpPr>
          <p:cNvPr id="4326" name="Google Shape;4326;p3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327" name="Google Shape;4327;p3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328" name="Google Shape;4328;p33"/>
          <p:cNvSpPr txBox="1"/>
          <p:nvPr>
            <p:ph type="title"/>
          </p:nvPr>
        </p:nvSpPr>
        <p:spPr>
          <a:xfrm>
            <a:off x="439737" y="227012"/>
            <a:ext cx="846296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Circuit Switching: FDM and TDM</a:t>
            </a:r>
            <a:endParaRPr/>
          </a:p>
        </p:txBody>
      </p:sp>
      <p:grpSp>
        <p:nvGrpSpPr>
          <p:cNvPr id="4329" name="Google Shape;4329;p33"/>
          <p:cNvGrpSpPr/>
          <p:nvPr/>
        </p:nvGrpSpPr>
        <p:grpSpPr>
          <a:xfrm>
            <a:off x="393700" y="1585912"/>
            <a:ext cx="7239000" cy="2438400"/>
            <a:chOff x="288" y="1007"/>
            <a:chExt cx="4560" cy="1536"/>
          </a:xfrm>
        </p:grpSpPr>
        <p:sp>
          <p:nvSpPr>
            <p:cNvPr id="4330" name="Google Shape;4330;p33"/>
            <p:cNvSpPr txBox="1"/>
            <p:nvPr/>
          </p:nvSpPr>
          <p:spPr>
            <a:xfrm>
              <a:off x="288" y="1007"/>
              <a:ext cx="53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FDM</a:t>
              </a:r>
              <a:endParaRPr/>
            </a:p>
          </p:txBody>
        </p:sp>
        <p:grpSp>
          <p:nvGrpSpPr>
            <p:cNvPr id="4331" name="Google Shape;4331;p33"/>
            <p:cNvGrpSpPr/>
            <p:nvPr/>
          </p:nvGrpSpPr>
          <p:grpSpPr>
            <a:xfrm>
              <a:off x="720" y="1392"/>
              <a:ext cx="4128" cy="1151"/>
              <a:chOff x="720" y="1392"/>
              <a:chExt cx="4128" cy="1151"/>
            </a:xfrm>
          </p:grpSpPr>
          <p:cxnSp>
            <p:nvCxnSpPr>
              <p:cNvPr id="4332" name="Google Shape;4332;p33"/>
              <p:cNvCxnSpPr/>
              <p:nvPr/>
            </p:nvCxnSpPr>
            <p:spPr>
              <a:xfrm rot="10800000">
                <a:off x="1728" y="1392"/>
                <a:ext cx="0" cy="816"/>
              </a:xfrm>
              <a:prstGeom prst="straightConnector1">
                <a:avLst/>
              </a:prstGeom>
              <a:noFill/>
              <a:ln cap="flat" cmpd="sng" w="38100">
                <a:solidFill>
                  <a:schemeClr val="dk1"/>
                </a:solidFill>
                <a:prstDash val="solid"/>
                <a:miter lim="800000"/>
                <a:headEnd len="med" w="med" type="none"/>
                <a:tailEnd len="med" w="med" type="triangle"/>
              </a:ln>
            </p:spPr>
          </p:cxnSp>
          <p:sp>
            <p:nvSpPr>
              <p:cNvPr id="4333" name="Google Shape;4333;p33"/>
              <p:cNvSpPr txBox="1"/>
              <p:nvPr/>
            </p:nvSpPr>
            <p:spPr>
              <a:xfrm>
                <a:off x="720" y="1680"/>
                <a:ext cx="96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frequency</a:t>
                </a:r>
                <a:endParaRPr/>
              </a:p>
            </p:txBody>
          </p:sp>
          <p:cxnSp>
            <p:nvCxnSpPr>
              <p:cNvPr id="4334" name="Google Shape;4334;p33"/>
              <p:cNvCxnSpPr/>
              <p:nvPr/>
            </p:nvCxnSpPr>
            <p:spPr>
              <a:xfrm>
                <a:off x="1728" y="2208"/>
                <a:ext cx="3120" cy="0"/>
              </a:xfrm>
              <a:prstGeom prst="straightConnector1">
                <a:avLst/>
              </a:prstGeom>
              <a:noFill/>
              <a:ln cap="flat" cmpd="sng" w="38100">
                <a:solidFill>
                  <a:schemeClr val="dk1"/>
                </a:solidFill>
                <a:prstDash val="solid"/>
                <a:miter lim="800000"/>
                <a:headEnd len="med" w="med" type="none"/>
                <a:tailEnd len="med" w="med" type="triangle"/>
              </a:ln>
            </p:spPr>
          </p:cxnSp>
          <p:sp>
            <p:nvSpPr>
              <p:cNvPr id="4335" name="Google Shape;4335;p33"/>
              <p:cNvSpPr txBox="1"/>
              <p:nvPr/>
            </p:nvSpPr>
            <p:spPr>
              <a:xfrm>
                <a:off x="3048" y="2255"/>
                <a:ext cx="479"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time</a:t>
                </a:r>
                <a:endParaRPr/>
              </a:p>
            </p:txBody>
          </p:sp>
          <p:sp>
            <p:nvSpPr>
              <p:cNvPr id="4336" name="Google Shape;4336;p33"/>
              <p:cNvSpPr txBox="1"/>
              <p:nvPr/>
            </p:nvSpPr>
            <p:spPr>
              <a:xfrm>
                <a:off x="1776" y="1584"/>
                <a:ext cx="2880"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sp>
        <p:nvSpPr>
          <p:cNvPr id="4337" name="Google Shape;4337;p33"/>
          <p:cNvSpPr txBox="1"/>
          <p:nvPr/>
        </p:nvSpPr>
        <p:spPr>
          <a:xfrm>
            <a:off x="2743200" y="2514600"/>
            <a:ext cx="4572000" cy="228600"/>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38" name="Google Shape;4338;p33"/>
          <p:cNvSpPr txBox="1"/>
          <p:nvPr/>
        </p:nvSpPr>
        <p:spPr>
          <a:xfrm>
            <a:off x="2743200" y="2743200"/>
            <a:ext cx="4572000" cy="228600"/>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39" name="Google Shape;4339;p33"/>
          <p:cNvSpPr txBox="1"/>
          <p:nvPr/>
        </p:nvSpPr>
        <p:spPr>
          <a:xfrm>
            <a:off x="2743200" y="2971800"/>
            <a:ext cx="4572000" cy="228600"/>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40" name="Google Shape;4340;p33"/>
          <p:cNvSpPr txBox="1"/>
          <p:nvPr/>
        </p:nvSpPr>
        <p:spPr>
          <a:xfrm>
            <a:off x="2743200" y="3200400"/>
            <a:ext cx="4572000" cy="228600"/>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341" name="Google Shape;4341;p33"/>
          <p:cNvGrpSpPr/>
          <p:nvPr/>
        </p:nvGrpSpPr>
        <p:grpSpPr>
          <a:xfrm>
            <a:off x="381000" y="4037012"/>
            <a:ext cx="7239000" cy="2516187"/>
            <a:chOff x="288" y="2543"/>
            <a:chExt cx="4560" cy="1585"/>
          </a:xfrm>
        </p:grpSpPr>
        <p:sp>
          <p:nvSpPr>
            <p:cNvPr id="4342" name="Google Shape;4342;p33"/>
            <p:cNvSpPr txBox="1"/>
            <p:nvPr/>
          </p:nvSpPr>
          <p:spPr>
            <a:xfrm>
              <a:off x="288" y="2543"/>
              <a:ext cx="53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TDM</a:t>
              </a:r>
              <a:endParaRPr/>
            </a:p>
          </p:txBody>
        </p:sp>
        <p:cxnSp>
          <p:nvCxnSpPr>
            <p:cNvPr id="4343" name="Google Shape;4343;p33"/>
            <p:cNvCxnSpPr/>
            <p:nvPr/>
          </p:nvCxnSpPr>
          <p:spPr>
            <a:xfrm rot="10800000">
              <a:off x="1728" y="2977"/>
              <a:ext cx="0" cy="816"/>
            </a:xfrm>
            <a:prstGeom prst="straightConnector1">
              <a:avLst/>
            </a:prstGeom>
            <a:noFill/>
            <a:ln cap="flat" cmpd="sng" w="38100">
              <a:solidFill>
                <a:schemeClr val="dk1"/>
              </a:solidFill>
              <a:prstDash val="solid"/>
              <a:miter lim="800000"/>
              <a:headEnd len="med" w="med" type="none"/>
              <a:tailEnd len="med" w="med" type="triangle"/>
            </a:ln>
          </p:spPr>
        </p:cxnSp>
        <p:sp>
          <p:nvSpPr>
            <p:cNvPr id="4344" name="Google Shape;4344;p33"/>
            <p:cNvSpPr txBox="1"/>
            <p:nvPr/>
          </p:nvSpPr>
          <p:spPr>
            <a:xfrm>
              <a:off x="720" y="3265"/>
              <a:ext cx="96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frequency</a:t>
              </a:r>
              <a:endParaRPr/>
            </a:p>
          </p:txBody>
        </p:sp>
        <p:cxnSp>
          <p:nvCxnSpPr>
            <p:cNvPr id="4345" name="Google Shape;4345;p33"/>
            <p:cNvCxnSpPr/>
            <p:nvPr/>
          </p:nvCxnSpPr>
          <p:spPr>
            <a:xfrm>
              <a:off x="1728" y="3793"/>
              <a:ext cx="3120" cy="0"/>
            </a:xfrm>
            <a:prstGeom prst="straightConnector1">
              <a:avLst/>
            </a:prstGeom>
            <a:noFill/>
            <a:ln cap="flat" cmpd="sng" w="38100">
              <a:solidFill>
                <a:schemeClr val="dk1"/>
              </a:solidFill>
              <a:prstDash val="solid"/>
              <a:miter lim="800000"/>
              <a:headEnd len="med" w="med" type="none"/>
              <a:tailEnd len="med" w="med" type="triangle"/>
            </a:ln>
          </p:spPr>
        </p:cxnSp>
        <p:sp>
          <p:nvSpPr>
            <p:cNvPr id="4346" name="Google Shape;4346;p33"/>
            <p:cNvSpPr txBox="1"/>
            <p:nvPr/>
          </p:nvSpPr>
          <p:spPr>
            <a:xfrm>
              <a:off x="3048" y="3840"/>
              <a:ext cx="479"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time</a:t>
              </a:r>
              <a:endParaRPr/>
            </a:p>
          </p:txBody>
        </p:sp>
        <p:sp>
          <p:nvSpPr>
            <p:cNvPr id="4347" name="Google Shape;4347;p33"/>
            <p:cNvSpPr txBox="1"/>
            <p:nvPr/>
          </p:nvSpPr>
          <p:spPr>
            <a:xfrm>
              <a:off x="1776" y="3168"/>
              <a:ext cx="2880"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348" name="Google Shape;4348;p33"/>
          <p:cNvGrpSpPr/>
          <p:nvPr/>
        </p:nvGrpSpPr>
        <p:grpSpPr>
          <a:xfrm>
            <a:off x="2743200" y="5029200"/>
            <a:ext cx="3886200" cy="914400"/>
            <a:chOff x="1776" y="3168"/>
            <a:chExt cx="2448" cy="576"/>
          </a:xfrm>
        </p:grpSpPr>
        <p:sp>
          <p:nvSpPr>
            <p:cNvPr id="4349" name="Google Shape;4349;p33"/>
            <p:cNvSpPr txBox="1"/>
            <p:nvPr/>
          </p:nvSpPr>
          <p:spPr>
            <a:xfrm>
              <a:off x="1776"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0" name="Google Shape;4350;p33"/>
            <p:cNvSpPr txBox="1"/>
            <p:nvPr/>
          </p:nvSpPr>
          <p:spPr>
            <a:xfrm>
              <a:off x="2352"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1" name="Google Shape;4351;p33"/>
            <p:cNvSpPr txBox="1"/>
            <p:nvPr/>
          </p:nvSpPr>
          <p:spPr>
            <a:xfrm>
              <a:off x="2928"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2" name="Google Shape;4352;p33"/>
            <p:cNvSpPr txBox="1"/>
            <p:nvPr/>
          </p:nvSpPr>
          <p:spPr>
            <a:xfrm>
              <a:off x="3504"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3" name="Google Shape;4353;p33"/>
            <p:cNvSpPr txBox="1"/>
            <p:nvPr/>
          </p:nvSpPr>
          <p:spPr>
            <a:xfrm>
              <a:off x="4080"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354" name="Google Shape;4354;p33"/>
          <p:cNvGrpSpPr/>
          <p:nvPr/>
        </p:nvGrpSpPr>
        <p:grpSpPr>
          <a:xfrm>
            <a:off x="2971800" y="5029200"/>
            <a:ext cx="3886200" cy="914400"/>
            <a:chOff x="1920" y="3168"/>
            <a:chExt cx="2448" cy="576"/>
          </a:xfrm>
        </p:grpSpPr>
        <p:sp>
          <p:nvSpPr>
            <p:cNvPr id="4355" name="Google Shape;4355;p33"/>
            <p:cNvSpPr txBox="1"/>
            <p:nvPr/>
          </p:nvSpPr>
          <p:spPr>
            <a:xfrm>
              <a:off x="1920"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6" name="Google Shape;4356;p33"/>
            <p:cNvSpPr txBox="1"/>
            <p:nvPr/>
          </p:nvSpPr>
          <p:spPr>
            <a:xfrm>
              <a:off x="2496"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7" name="Google Shape;4357;p33"/>
            <p:cNvSpPr txBox="1"/>
            <p:nvPr/>
          </p:nvSpPr>
          <p:spPr>
            <a:xfrm>
              <a:off x="3072"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8" name="Google Shape;4358;p33"/>
            <p:cNvSpPr txBox="1"/>
            <p:nvPr/>
          </p:nvSpPr>
          <p:spPr>
            <a:xfrm>
              <a:off x="3648"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9" name="Google Shape;4359;p33"/>
            <p:cNvSpPr txBox="1"/>
            <p:nvPr/>
          </p:nvSpPr>
          <p:spPr>
            <a:xfrm>
              <a:off x="4224"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360" name="Google Shape;4360;p33"/>
          <p:cNvGrpSpPr/>
          <p:nvPr/>
        </p:nvGrpSpPr>
        <p:grpSpPr>
          <a:xfrm>
            <a:off x="3200400" y="5029200"/>
            <a:ext cx="3886200" cy="914400"/>
            <a:chOff x="2064" y="3168"/>
            <a:chExt cx="2448" cy="576"/>
          </a:xfrm>
        </p:grpSpPr>
        <p:sp>
          <p:nvSpPr>
            <p:cNvPr id="4361" name="Google Shape;4361;p33"/>
            <p:cNvSpPr txBox="1"/>
            <p:nvPr/>
          </p:nvSpPr>
          <p:spPr>
            <a:xfrm>
              <a:off x="2064"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2" name="Google Shape;4362;p33"/>
            <p:cNvSpPr txBox="1"/>
            <p:nvPr/>
          </p:nvSpPr>
          <p:spPr>
            <a:xfrm>
              <a:off x="2640"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3" name="Google Shape;4363;p33"/>
            <p:cNvSpPr txBox="1"/>
            <p:nvPr/>
          </p:nvSpPr>
          <p:spPr>
            <a:xfrm>
              <a:off x="3216"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4" name="Google Shape;4364;p33"/>
            <p:cNvSpPr txBox="1"/>
            <p:nvPr/>
          </p:nvSpPr>
          <p:spPr>
            <a:xfrm>
              <a:off x="3792"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5" name="Google Shape;4365;p33"/>
            <p:cNvSpPr txBox="1"/>
            <p:nvPr/>
          </p:nvSpPr>
          <p:spPr>
            <a:xfrm>
              <a:off x="4368"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366" name="Google Shape;4366;p33"/>
          <p:cNvGrpSpPr/>
          <p:nvPr/>
        </p:nvGrpSpPr>
        <p:grpSpPr>
          <a:xfrm>
            <a:off x="3429000" y="5029200"/>
            <a:ext cx="3886200" cy="914400"/>
            <a:chOff x="2208" y="3168"/>
            <a:chExt cx="2448" cy="576"/>
          </a:xfrm>
        </p:grpSpPr>
        <p:sp>
          <p:nvSpPr>
            <p:cNvPr id="4367" name="Google Shape;4367;p33"/>
            <p:cNvSpPr txBox="1"/>
            <p:nvPr/>
          </p:nvSpPr>
          <p:spPr>
            <a:xfrm>
              <a:off x="2208"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8" name="Google Shape;4368;p33"/>
            <p:cNvSpPr txBox="1"/>
            <p:nvPr/>
          </p:nvSpPr>
          <p:spPr>
            <a:xfrm>
              <a:off x="2784"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9" name="Google Shape;4369;p33"/>
            <p:cNvSpPr txBox="1"/>
            <p:nvPr/>
          </p:nvSpPr>
          <p:spPr>
            <a:xfrm>
              <a:off x="3360"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70" name="Google Shape;4370;p33"/>
            <p:cNvSpPr txBox="1"/>
            <p:nvPr/>
          </p:nvSpPr>
          <p:spPr>
            <a:xfrm>
              <a:off x="3936"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71" name="Google Shape;4371;p33"/>
            <p:cNvSpPr txBox="1"/>
            <p:nvPr/>
          </p:nvSpPr>
          <p:spPr>
            <a:xfrm>
              <a:off x="4512"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372" name="Google Shape;4372;p33"/>
          <p:cNvGrpSpPr/>
          <p:nvPr/>
        </p:nvGrpSpPr>
        <p:grpSpPr>
          <a:xfrm>
            <a:off x="2743200" y="2743200"/>
            <a:ext cx="4572000" cy="457200"/>
            <a:chOff x="1776" y="1728"/>
            <a:chExt cx="2880" cy="288"/>
          </a:xfrm>
        </p:grpSpPr>
        <p:cxnSp>
          <p:nvCxnSpPr>
            <p:cNvPr id="4373" name="Google Shape;4373;p33"/>
            <p:cNvCxnSpPr/>
            <p:nvPr/>
          </p:nvCxnSpPr>
          <p:spPr>
            <a:xfrm>
              <a:off x="1776" y="1728"/>
              <a:ext cx="2880" cy="0"/>
            </a:xfrm>
            <a:prstGeom prst="straightConnector1">
              <a:avLst/>
            </a:prstGeom>
            <a:noFill/>
            <a:ln cap="flat" cmpd="sng" w="9525">
              <a:solidFill>
                <a:schemeClr val="dk1"/>
              </a:solidFill>
              <a:prstDash val="solid"/>
              <a:miter lim="800000"/>
              <a:headEnd len="med" w="med" type="none"/>
              <a:tailEnd len="med" w="med" type="none"/>
            </a:ln>
          </p:spPr>
        </p:cxnSp>
        <p:cxnSp>
          <p:nvCxnSpPr>
            <p:cNvPr id="4374" name="Google Shape;4374;p33"/>
            <p:cNvCxnSpPr/>
            <p:nvPr/>
          </p:nvCxnSpPr>
          <p:spPr>
            <a:xfrm>
              <a:off x="1776" y="1872"/>
              <a:ext cx="2880" cy="0"/>
            </a:xfrm>
            <a:prstGeom prst="straightConnector1">
              <a:avLst/>
            </a:prstGeom>
            <a:noFill/>
            <a:ln cap="flat" cmpd="sng" w="9525">
              <a:solidFill>
                <a:schemeClr val="dk1"/>
              </a:solidFill>
              <a:prstDash val="solid"/>
              <a:miter lim="800000"/>
              <a:headEnd len="med" w="med" type="none"/>
              <a:tailEnd len="med" w="med" type="none"/>
            </a:ln>
          </p:spPr>
        </p:cxnSp>
        <p:cxnSp>
          <p:nvCxnSpPr>
            <p:cNvPr id="4375" name="Google Shape;4375;p33"/>
            <p:cNvCxnSpPr/>
            <p:nvPr/>
          </p:nvCxnSpPr>
          <p:spPr>
            <a:xfrm>
              <a:off x="1776" y="2016"/>
              <a:ext cx="2880" cy="0"/>
            </a:xfrm>
            <a:prstGeom prst="straightConnector1">
              <a:avLst/>
            </a:prstGeom>
            <a:noFill/>
            <a:ln cap="flat" cmpd="sng" w="9525">
              <a:solidFill>
                <a:schemeClr val="dk1"/>
              </a:solidFill>
              <a:prstDash val="solid"/>
              <a:miter lim="800000"/>
              <a:headEnd len="med" w="med" type="none"/>
              <a:tailEnd len="med" w="med" type="none"/>
            </a:ln>
          </p:spPr>
        </p:cxnSp>
      </p:grpSp>
      <p:grpSp>
        <p:nvGrpSpPr>
          <p:cNvPr id="4376" name="Google Shape;4376;p33"/>
          <p:cNvGrpSpPr/>
          <p:nvPr/>
        </p:nvGrpSpPr>
        <p:grpSpPr>
          <a:xfrm>
            <a:off x="2971800" y="5029200"/>
            <a:ext cx="4114800" cy="914400"/>
            <a:chOff x="1920" y="3168"/>
            <a:chExt cx="2592" cy="576"/>
          </a:xfrm>
        </p:grpSpPr>
        <p:cxnSp>
          <p:nvCxnSpPr>
            <p:cNvPr id="4377" name="Google Shape;4377;p33"/>
            <p:cNvCxnSpPr/>
            <p:nvPr/>
          </p:nvCxnSpPr>
          <p:spPr>
            <a:xfrm>
              <a:off x="192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78" name="Google Shape;4378;p33"/>
            <p:cNvCxnSpPr/>
            <p:nvPr/>
          </p:nvCxnSpPr>
          <p:spPr>
            <a:xfrm>
              <a:off x="206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79" name="Google Shape;4379;p33"/>
            <p:cNvCxnSpPr/>
            <p:nvPr/>
          </p:nvCxnSpPr>
          <p:spPr>
            <a:xfrm>
              <a:off x="220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0" name="Google Shape;4380;p33"/>
            <p:cNvCxnSpPr/>
            <p:nvPr/>
          </p:nvCxnSpPr>
          <p:spPr>
            <a:xfrm>
              <a:off x="235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1" name="Google Shape;4381;p33"/>
            <p:cNvCxnSpPr/>
            <p:nvPr/>
          </p:nvCxnSpPr>
          <p:spPr>
            <a:xfrm>
              <a:off x="249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2" name="Google Shape;4382;p33"/>
            <p:cNvCxnSpPr/>
            <p:nvPr/>
          </p:nvCxnSpPr>
          <p:spPr>
            <a:xfrm>
              <a:off x="264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3" name="Google Shape;4383;p33"/>
            <p:cNvCxnSpPr/>
            <p:nvPr/>
          </p:nvCxnSpPr>
          <p:spPr>
            <a:xfrm>
              <a:off x="278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4" name="Google Shape;4384;p33"/>
            <p:cNvCxnSpPr/>
            <p:nvPr/>
          </p:nvCxnSpPr>
          <p:spPr>
            <a:xfrm>
              <a:off x="292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5" name="Google Shape;4385;p33"/>
            <p:cNvCxnSpPr/>
            <p:nvPr/>
          </p:nvCxnSpPr>
          <p:spPr>
            <a:xfrm>
              <a:off x="307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6" name="Google Shape;4386;p33"/>
            <p:cNvCxnSpPr/>
            <p:nvPr/>
          </p:nvCxnSpPr>
          <p:spPr>
            <a:xfrm>
              <a:off x="321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7" name="Google Shape;4387;p33"/>
            <p:cNvCxnSpPr/>
            <p:nvPr/>
          </p:nvCxnSpPr>
          <p:spPr>
            <a:xfrm>
              <a:off x="336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8" name="Google Shape;4388;p33"/>
            <p:cNvCxnSpPr/>
            <p:nvPr/>
          </p:nvCxnSpPr>
          <p:spPr>
            <a:xfrm>
              <a:off x="350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89" name="Google Shape;4389;p33"/>
            <p:cNvCxnSpPr/>
            <p:nvPr/>
          </p:nvCxnSpPr>
          <p:spPr>
            <a:xfrm>
              <a:off x="364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90" name="Google Shape;4390;p33"/>
            <p:cNvCxnSpPr/>
            <p:nvPr/>
          </p:nvCxnSpPr>
          <p:spPr>
            <a:xfrm>
              <a:off x="379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91" name="Google Shape;4391;p33"/>
            <p:cNvCxnSpPr/>
            <p:nvPr/>
          </p:nvCxnSpPr>
          <p:spPr>
            <a:xfrm>
              <a:off x="393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92" name="Google Shape;4392;p33"/>
            <p:cNvCxnSpPr/>
            <p:nvPr/>
          </p:nvCxnSpPr>
          <p:spPr>
            <a:xfrm>
              <a:off x="408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93" name="Google Shape;4393;p33"/>
            <p:cNvCxnSpPr/>
            <p:nvPr/>
          </p:nvCxnSpPr>
          <p:spPr>
            <a:xfrm>
              <a:off x="422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94" name="Google Shape;4394;p33"/>
            <p:cNvCxnSpPr/>
            <p:nvPr/>
          </p:nvCxnSpPr>
          <p:spPr>
            <a:xfrm>
              <a:off x="436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395" name="Google Shape;4395;p33"/>
            <p:cNvCxnSpPr/>
            <p:nvPr/>
          </p:nvCxnSpPr>
          <p:spPr>
            <a:xfrm>
              <a:off x="4512" y="3168"/>
              <a:ext cx="0" cy="576"/>
            </a:xfrm>
            <a:prstGeom prst="straightConnector1">
              <a:avLst/>
            </a:prstGeom>
            <a:noFill/>
            <a:ln cap="flat" cmpd="sng" w="9525">
              <a:solidFill>
                <a:schemeClr val="dk1"/>
              </a:solidFill>
              <a:prstDash val="solid"/>
              <a:miter lim="800000"/>
              <a:headEnd len="med" w="med" type="none"/>
              <a:tailEnd len="med" w="med" type="none"/>
            </a:ln>
          </p:spPr>
        </p:cxnSp>
      </p:grpSp>
      <p:grpSp>
        <p:nvGrpSpPr>
          <p:cNvPr id="4396" name="Google Shape;4396;p33"/>
          <p:cNvGrpSpPr/>
          <p:nvPr/>
        </p:nvGrpSpPr>
        <p:grpSpPr>
          <a:xfrm>
            <a:off x="2743200" y="2628900"/>
            <a:ext cx="4572000" cy="685800"/>
            <a:chOff x="1776" y="1656"/>
            <a:chExt cx="2880" cy="432"/>
          </a:xfrm>
        </p:grpSpPr>
        <p:cxnSp>
          <p:nvCxnSpPr>
            <p:cNvPr id="4397" name="Google Shape;4397;p33"/>
            <p:cNvCxnSpPr/>
            <p:nvPr/>
          </p:nvCxnSpPr>
          <p:spPr>
            <a:xfrm>
              <a:off x="1776" y="1656"/>
              <a:ext cx="2880" cy="0"/>
            </a:xfrm>
            <a:prstGeom prst="straightConnector1">
              <a:avLst/>
            </a:prstGeom>
            <a:noFill/>
            <a:ln cap="flat" cmpd="sng" w="9525">
              <a:solidFill>
                <a:schemeClr val="dk1"/>
              </a:solidFill>
              <a:prstDash val="solid"/>
              <a:miter lim="800000"/>
              <a:headEnd len="med" w="med" type="none"/>
              <a:tailEnd len="med" w="med" type="none"/>
            </a:ln>
          </p:spPr>
        </p:cxnSp>
        <p:cxnSp>
          <p:nvCxnSpPr>
            <p:cNvPr id="4398" name="Google Shape;4398;p33"/>
            <p:cNvCxnSpPr/>
            <p:nvPr/>
          </p:nvCxnSpPr>
          <p:spPr>
            <a:xfrm>
              <a:off x="1776" y="1800"/>
              <a:ext cx="2880" cy="0"/>
            </a:xfrm>
            <a:prstGeom prst="straightConnector1">
              <a:avLst/>
            </a:prstGeom>
            <a:noFill/>
            <a:ln cap="flat" cmpd="sng" w="9525">
              <a:solidFill>
                <a:schemeClr val="dk1"/>
              </a:solidFill>
              <a:prstDash val="solid"/>
              <a:miter lim="800000"/>
              <a:headEnd len="med" w="med" type="none"/>
              <a:tailEnd len="med" w="med" type="none"/>
            </a:ln>
          </p:spPr>
        </p:cxnSp>
        <p:cxnSp>
          <p:nvCxnSpPr>
            <p:cNvPr id="4399" name="Google Shape;4399;p33"/>
            <p:cNvCxnSpPr/>
            <p:nvPr/>
          </p:nvCxnSpPr>
          <p:spPr>
            <a:xfrm>
              <a:off x="1776" y="1944"/>
              <a:ext cx="2880" cy="0"/>
            </a:xfrm>
            <a:prstGeom prst="straightConnector1">
              <a:avLst/>
            </a:prstGeom>
            <a:noFill/>
            <a:ln cap="flat" cmpd="sng" w="9525">
              <a:solidFill>
                <a:schemeClr val="dk1"/>
              </a:solidFill>
              <a:prstDash val="solid"/>
              <a:miter lim="800000"/>
              <a:headEnd len="med" w="med" type="none"/>
              <a:tailEnd len="med" w="med" type="none"/>
            </a:ln>
          </p:spPr>
        </p:cxnSp>
        <p:cxnSp>
          <p:nvCxnSpPr>
            <p:cNvPr id="4400" name="Google Shape;4400;p33"/>
            <p:cNvCxnSpPr/>
            <p:nvPr/>
          </p:nvCxnSpPr>
          <p:spPr>
            <a:xfrm>
              <a:off x="1776" y="2088"/>
              <a:ext cx="2880" cy="0"/>
            </a:xfrm>
            <a:prstGeom prst="straightConnector1">
              <a:avLst/>
            </a:prstGeom>
            <a:noFill/>
            <a:ln cap="flat" cmpd="sng" w="9525">
              <a:solidFill>
                <a:schemeClr val="dk1"/>
              </a:solidFill>
              <a:prstDash val="solid"/>
              <a:miter lim="800000"/>
              <a:headEnd len="med" w="med" type="none"/>
              <a:tailEnd len="med" w="med" type="none"/>
            </a:ln>
          </p:spPr>
        </p:cxnSp>
      </p:grpSp>
      <p:grpSp>
        <p:nvGrpSpPr>
          <p:cNvPr id="4401" name="Google Shape;4401;p33"/>
          <p:cNvGrpSpPr/>
          <p:nvPr/>
        </p:nvGrpSpPr>
        <p:grpSpPr>
          <a:xfrm>
            <a:off x="2857500" y="5029200"/>
            <a:ext cx="4343400" cy="914400"/>
            <a:chOff x="1848" y="3168"/>
            <a:chExt cx="2736" cy="576"/>
          </a:xfrm>
        </p:grpSpPr>
        <p:cxnSp>
          <p:nvCxnSpPr>
            <p:cNvPr id="4402" name="Google Shape;4402;p33"/>
            <p:cNvCxnSpPr/>
            <p:nvPr/>
          </p:nvCxnSpPr>
          <p:spPr>
            <a:xfrm>
              <a:off x="184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3" name="Google Shape;4403;p33"/>
            <p:cNvCxnSpPr/>
            <p:nvPr/>
          </p:nvCxnSpPr>
          <p:spPr>
            <a:xfrm>
              <a:off x="199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4" name="Google Shape;4404;p33"/>
            <p:cNvCxnSpPr/>
            <p:nvPr/>
          </p:nvCxnSpPr>
          <p:spPr>
            <a:xfrm>
              <a:off x="213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5" name="Google Shape;4405;p33"/>
            <p:cNvCxnSpPr/>
            <p:nvPr/>
          </p:nvCxnSpPr>
          <p:spPr>
            <a:xfrm>
              <a:off x="228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6" name="Google Shape;4406;p33"/>
            <p:cNvCxnSpPr/>
            <p:nvPr/>
          </p:nvCxnSpPr>
          <p:spPr>
            <a:xfrm>
              <a:off x="242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7" name="Google Shape;4407;p33"/>
            <p:cNvCxnSpPr/>
            <p:nvPr/>
          </p:nvCxnSpPr>
          <p:spPr>
            <a:xfrm>
              <a:off x="256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8" name="Google Shape;4408;p33"/>
            <p:cNvCxnSpPr/>
            <p:nvPr/>
          </p:nvCxnSpPr>
          <p:spPr>
            <a:xfrm>
              <a:off x="271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09" name="Google Shape;4409;p33"/>
            <p:cNvCxnSpPr/>
            <p:nvPr/>
          </p:nvCxnSpPr>
          <p:spPr>
            <a:xfrm>
              <a:off x="285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0" name="Google Shape;4410;p33"/>
            <p:cNvCxnSpPr/>
            <p:nvPr/>
          </p:nvCxnSpPr>
          <p:spPr>
            <a:xfrm>
              <a:off x="300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1" name="Google Shape;4411;p33"/>
            <p:cNvCxnSpPr/>
            <p:nvPr/>
          </p:nvCxnSpPr>
          <p:spPr>
            <a:xfrm>
              <a:off x="314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2" name="Google Shape;4412;p33"/>
            <p:cNvCxnSpPr/>
            <p:nvPr/>
          </p:nvCxnSpPr>
          <p:spPr>
            <a:xfrm>
              <a:off x="328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3" name="Google Shape;4413;p33"/>
            <p:cNvCxnSpPr/>
            <p:nvPr/>
          </p:nvCxnSpPr>
          <p:spPr>
            <a:xfrm>
              <a:off x="343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4" name="Google Shape;4414;p33"/>
            <p:cNvCxnSpPr/>
            <p:nvPr/>
          </p:nvCxnSpPr>
          <p:spPr>
            <a:xfrm>
              <a:off x="357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5" name="Google Shape;4415;p33"/>
            <p:cNvCxnSpPr/>
            <p:nvPr/>
          </p:nvCxnSpPr>
          <p:spPr>
            <a:xfrm>
              <a:off x="372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6" name="Google Shape;4416;p33"/>
            <p:cNvCxnSpPr/>
            <p:nvPr/>
          </p:nvCxnSpPr>
          <p:spPr>
            <a:xfrm>
              <a:off x="3864"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7" name="Google Shape;4417;p33"/>
            <p:cNvCxnSpPr/>
            <p:nvPr/>
          </p:nvCxnSpPr>
          <p:spPr>
            <a:xfrm>
              <a:off x="4008"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8" name="Google Shape;4418;p33"/>
            <p:cNvCxnSpPr/>
            <p:nvPr/>
          </p:nvCxnSpPr>
          <p:spPr>
            <a:xfrm>
              <a:off x="4152"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19" name="Google Shape;4419;p33"/>
            <p:cNvCxnSpPr/>
            <p:nvPr/>
          </p:nvCxnSpPr>
          <p:spPr>
            <a:xfrm>
              <a:off x="4296"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20" name="Google Shape;4420;p33"/>
            <p:cNvCxnSpPr/>
            <p:nvPr/>
          </p:nvCxnSpPr>
          <p:spPr>
            <a:xfrm>
              <a:off x="4440" y="3168"/>
              <a:ext cx="0" cy="576"/>
            </a:xfrm>
            <a:prstGeom prst="straightConnector1">
              <a:avLst/>
            </a:prstGeom>
            <a:noFill/>
            <a:ln cap="flat" cmpd="sng" w="9525">
              <a:solidFill>
                <a:schemeClr val="dk1"/>
              </a:solidFill>
              <a:prstDash val="solid"/>
              <a:miter lim="800000"/>
              <a:headEnd len="med" w="med" type="none"/>
              <a:tailEnd len="med" w="med" type="none"/>
            </a:ln>
          </p:spPr>
        </p:cxnSp>
        <p:cxnSp>
          <p:nvCxnSpPr>
            <p:cNvPr id="4421" name="Google Shape;4421;p33"/>
            <p:cNvCxnSpPr/>
            <p:nvPr/>
          </p:nvCxnSpPr>
          <p:spPr>
            <a:xfrm>
              <a:off x="4584" y="3168"/>
              <a:ext cx="0" cy="576"/>
            </a:xfrm>
            <a:prstGeom prst="straightConnector1">
              <a:avLst/>
            </a:prstGeom>
            <a:noFill/>
            <a:ln cap="flat" cmpd="sng" w="9525">
              <a:solidFill>
                <a:schemeClr val="dk1"/>
              </a:solidFill>
              <a:prstDash val="solid"/>
              <a:miter lim="800000"/>
              <a:headEnd len="med" w="med" type="none"/>
              <a:tailEnd len="med" w="med" type="none"/>
            </a:ln>
          </p:spPr>
        </p:cxnSp>
      </p:grpSp>
      <p:grpSp>
        <p:nvGrpSpPr>
          <p:cNvPr id="4422" name="Google Shape;4422;p33"/>
          <p:cNvGrpSpPr/>
          <p:nvPr/>
        </p:nvGrpSpPr>
        <p:grpSpPr>
          <a:xfrm>
            <a:off x="5368925" y="1257300"/>
            <a:ext cx="2709862" cy="952500"/>
            <a:chOff x="3477" y="216"/>
            <a:chExt cx="1707" cy="600"/>
          </a:xfrm>
        </p:grpSpPr>
        <p:grpSp>
          <p:nvGrpSpPr>
            <p:cNvPr id="4423" name="Google Shape;4423;p33"/>
            <p:cNvGrpSpPr/>
            <p:nvPr/>
          </p:nvGrpSpPr>
          <p:grpSpPr>
            <a:xfrm>
              <a:off x="3477" y="528"/>
              <a:ext cx="1707" cy="288"/>
              <a:chOff x="3477" y="288"/>
              <a:chExt cx="1707" cy="288"/>
            </a:xfrm>
          </p:grpSpPr>
          <p:sp>
            <p:nvSpPr>
              <p:cNvPr id="4424" name="Google Shape;4424;p33"/>
              <p:cNvSpPr txBox="1"/>
              <p:nvPr/>
            </p:nvSpPr>
            <p:spPr>
              <a:xfrm>
                <a:off x="3477" y="288"/>
                <a:ext cx="74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4 users</a:t>
                </a:r>
                <a:endParaRPr/>
              </a:p>
            </p:txBody>
          </p:sp>
          <p:sp>
            <p:nvSpPr>
              <p:cNvPr id="4425" name="Google Shape;4425;p33"/>
              <p:cNvSpPr txBox="1"/>
              <p:nvPr/>
            </p:nvSpPr>
            <p:spPr>
              <a:xfrm>
                <a:off x="4464" y="352"/>
                <a:ext cx="144" cy="144"/>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26" name="Google Shape;4426;p33"/>
              <p:cNvSpPr txBox="1"/>
              <p:nvPr/>
            </p:nvSpPr>
            <p:spPr>
              <a:xfrm>
                <a:off x="4656" y="352"/>
                <a:ext cx="144" cy="144"/>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27" name="Google Shape;4427;p33"/>
              <p:cNvSpPr txBox="1"/>
              <p:nvPr/>
            </p:nvSpPr>
            <p:spPr>
              <a:xfrm>
                <a:off x="4848" y="352"/>
                <a:ext cx="144" cy="144"/>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28" name="Google Shape;4428;p33"/>
              <p:cNvSpPr txBox="1"/>
              <p:nvPr/>
            </p:nvSpPr>
            <p:spPr>
              <a:xfrm>
                <a:off x="5040" y="352"/>
                <a:ext cx="144" cy="144"/>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429" name="Google Shape;4429;p33"/>
            <p:cNvSpPr txBox="1"/>
            <p:nvPr/>
          </p:nvSpPr>
          <p:spPr>
            <a:xfrm>
              <a:off x="3480" y="216"/>
              <a:ext cx="91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Example: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7"/>
                                        </p:tgtEl>
                                        <p:attrNameLst>
                                          <p:attrName>style.visibility</p:attrName>
                                        </p:attrNameLst>
                                      </p:cBhvr>
                                      <p:to>
                                        <p:strVal val="visible"/>
                                      </p:to>
                                    </p:set>
                                    <p:animEffect filter="fade" transition="in">
                                      <p:cBhvr>
                                        <p:cTn dur="500"/>
                                        <p:tgtEl>
                                          <p:spTgt spid="433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38"/>
                                        </p:tgtEl>
                                        <p:attrNameLst>
                                          <p:attrName>style.visibility</p:attrName>
                                        </p:attrNameLst>
                                      </p:cBhvr>
                                      <p:to>
                                        <p:strVal val="visible"/>
                                      </p:to>
                                    </p:set>
                                    <p:animEffect filter="fade" transition="in">
                                      <p:cBhvr>
                                        <p:cTn dur="500"/>
                                        <p:tgtEl>
                                          <p:spTgt spid="43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39"/>
                                        </p:tgtEl>
                                        <p:attrNameLst>
                                          <p:attrName>style.visibility</p:attrName>
                                        </p:attrNameLst>
                                      </p:cBhvr>
                                      <p:to>
                                        <p:strVal val="visible"/>
                                      </p:to>
                                    </p:set>
                                    <p:animEffect filter="fade" transition="in">
                                      <p:cBhvr>
                                        <p:cTn dur="500"/>
                                        <p:tgtEl>
                                          <p:spTgt spid="433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40"/>
                                        </p:tgtEl>
                                        <p:attrNameLst>
                                          <p:attrName>style.visibility</p:attrName>
                                        </p:attrNameLst>
                                      </p:cBhvr>
                                      <p:to>
                                        <p:strVal val="visible"/>
                                      </p:to>
                                    </p:set>
                                    <p:animEffect filter="fade" transition="in">
                                      <p:cBhvr>
                                        <p:cTn dur="500"/>
                                        <p:tgtEl>
                                          <p:spTgt spid="4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34" name="Shape 4434"/>
        <p:cNvGrpSpPr/>
        <p:nvPr/>
      </p:nvGrpSpPr>
      <p:grpSpPr>
        <a:xfrm>
          <a:off x="0" y="0"/>
          <a:ext cx="0" cy="0"/>
          <a:chOff x="0" y="0"/>
          <a:chExt cx="0" cy="0"/>
        </a:xfrm>
      </p:grpSpPr>
      <p:sp>
        <p:nvSpPr>
          <p:cNvPr id="4435" name="Google Shape;4435;p3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436" name="Google Shape;4436;p3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437" name="Google Shape;4437;p3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Numerical example</a:t>
            </a:r>
            <a:endParaRPr/>
          </a:p>
        </p:txBody>
      </p:sp>
      <p:sp>
        <p:nvSpPr>
          <p:cNvPr id="4438" name="Google Shape;4438;p34"/>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rgbClr val="FF0000"/>
                </a:solidFill>
                <a:latin typeface="Comic Sans MS"/>
                <a:ea typeface="Comic Sans MS"/>
                <a:cs typeface="Comic Sans MS"/>
                <a:sym typeface="Comic Sans MS"/>
              </a:rPr>
              <a:t>How long does it take to send a file of 640,000 bits from host A to host B over a circuit-switched network?</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All links are 1.536 Mbps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Each link uses TDM with 24 slots/sec</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500 msec to establish end-to-end circuit</a:t>
            </a:r>
            <a:endParaRPr/>
          </a:p>
          <a:p>
            <a:pPr indent="-171450" lvl="1" marL="742950" rtl="0" algn="l">
              <a:lnSpc>
                <a:spcPct val="100000"/>
              </a:lnSpc>
              <a:spcBef>
                <a:spcPts val="480"/>
              </a:spcBef>
              <a:spcAft>
                <a:spcPts val="0"/>
              </a:spcAft>
              <a:buClr>
                <a:schemeClr val="accen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342900" lvl="0" marL="342900" rtl="0" algn="l">
              <a:lnSpc>
                <a:spcPct val="100000"/>
              </a:lnSpc>
              <a:spcBef>
                <a:spcPts val="560"/>
              </a:spcBef>
              <a:spcAft>
                <a:spcPts val="0"/>
              </a:spcAft>
              <a:buSzPts val="2380"/>
              <a:buNone/>
            </a:pPr>
            <a:r>
              <a:rPr b="0" i="0" lang="en-US" sz="2800" u="none">
                <a:solidFill>
                  <a:schemeClr val="accent2"/>
                </a:solidFill>
                <a:latin typeface="Comic Sans MS"/>
                <a:ea typeface="Comic Sans MS"/>
                <a:cs typeface="Comic Sans MS"/>
                <a:sym typeface="Comic Sans MS"/>
              </a:rPr>
              <a:t>Let’s work it out!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43" name="Shape 4443"/>
        <p:cNvGrpSpPr/>
        <p:nvPr/>
      </p:nvGrpSpPr>
      <p:grpSpPr>
        <a:xfrm>
          <a:off x="0" y="0"/>
          <a:ext cx="0" cy="0"/>
          <a:chOff x="0" y="0"/>
          <a:chExt cx="0" cy="0"/>
        </a:xfrm>
      </p:grpSpPr>
      <p:sp>
        <p:nvSpPr>
          <p:cNvPr id="4444" name="Google Shape;4444;p3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445" name="Google Shape;4445;p3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446" name="Google Shape;4446;p3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Network Core: Packet Switching</a:t>
            </a:r>
            <a:endParaRPr/>
          </a:p>
        </p:txBody>
      </p:sp>
      <p:sp>
        <p:nvSpPr>
          <p:cNvPr id="4447" name="Google Shape;4447;p35"/>
          <p:cNvSpPr txBox="1"/>
          <p:nvPr>
            <p:ph idx="1" type="body"/>
          </p:nvPr>
        </p:nvSpPr>
        <p:spPr>
          <a:xfrm>
            <a:off x="533400" y="1371600"/>
            <a:ext cx="4343400" cy="3276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rgbClr val="FF0000"/>
                </a:solidFill>
                <a:latin typeface="Comic Sans MS"/>
                <a:ea typeface="Comic Sans MS"/>
                <a:cs typeface="Comic Sans MS"/>
                <a:sym typeface="Comic Sans MS"/>
              </a:rPr>
              <a:t>each end-end data stream divided into </a:t>
            </a:r>
            <a:r>
              <a:rPr b="0" i="1" lang="en-US" sz="2400" u="none">
                <a:solidFill>
                  <a:srgbClr val="FF0000"/>
                </a:solidFill>
                <a:latin typeface="Comic Sans MS"/>
                <a:ea typeface="Comic Sans MS"/>
                <a:cs typeface="Comic Sans MS"/>
                <a:sym typeface="Comic Sans MS"/>
              </a:rPr>
              <a:t>packets</a:t>
            </a:r>
            <a:endParaRPr b="0" i="0" sz="20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user A, B packets </a:t>
            </a:r>
            <a:r>
              <a:rPr b="0" i="1" lang="en-US" sz="2400" u="none">
                <a:solidFill>
                  <a:schemeClr val="dk1"/>
                </a:solidFill>
                <a:latin typeface="Comic Sans MS"/>
                <a:ea typeface="Comic Sans MS"/>
                <a:cs typeface="Comic Sans MS"/>
                <a:sym typeface="Comic Sans MS"/>
              </a:rPr>
              <a:t>share</a:t>
            </a:r>
            <a:r>
              <a:rPr b="0" i="0" lang="en-US" sz="2400" u="none">
                <a:solidFill>
                  <a:schemeClr val="dk1"/>
                </a:solidFill>
                <a:latin typeface="Comic Sans MS"/>
                <a:ea typeface="Comic Sans MS"/>
                <a:cs typeface="Comic Sans MS"/>
                <a:sym typeface="Comic Sans MS"/>
              </a:rPr>
              <a:t> network resources</a:t>
            </a:r>
            <a:r>
              <a:rPr b="0" i="0" lang="en-US" sz="2000" u="none">
                <a:solidFill>
                  <a:schemeClr val="dk1"/>
                </a:solidFill>
                <a:latin typeface="Comic Sans MS"/>
                <a:ea typeface="Comic Sans MS"/>
                <a:cs typeface="Comic Sans MS"/>
                <a:sym typeface="Comic Sans MS"/>
              </a:rPr>
              <a:t>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each packet uses full link bandwidth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resources used </a:t>
            </a:r>
            <a:r>
              <a:rPr b="0" i="1" lang="en-US" sz="2400" u="none">
                <a:solidFill>
                  <a:schemeClr val="dk1"/>
                </a:solidFill>
                <a:latin typeface="Comic Sans MS"/>
                <a:ea typeface="Comic Sans MS"/>
                <a:cs typeface="Comic Sans MS"/>
                <a:sym typeface="Comic Sans MS"/>
              </a:rPr>
              <a:t>as needed</a:t>
            </a:r>
            <a:r>
              <a:rPr b="0" i="0" lang="en-US" sz="2400" u="none">
                <a:solidFill>
                  <a:schemeClr val="dk1"/>
                </a:solidFill>
                <a:latin typeface="Comic Sans MS"/>
                <a:ea typeface="Comic Sans MS"/>
                <a:cs typeface="Comic Sans MS"/>
                <a:sym typeface="Comic Sans MS"/>
              </a:rPr>
              <a:t> </a:t>
            </a:r>
            <a:endParaRPr/>
          </a:p>
          <a:p>
            <a:pPr indent="-213359" lvl="0" marL="342900" rtl="0" algn="l">
              <a:lnSpc>
                <a:spcPct val="100000"/>
              </a:lnSpc>
              <a:spcBef>
                <a:spcPts val="480"/>
              </a:spcBef>
              <a:spcAft>
                <a:spcPts val="0"/>
              </a:spcAft>
              <a:buClr>
                <a:schemeClr val="accent2"/>
              </a:buClr>
              <a:buSzPts val="2040"/>
              <a:buFont typeface="Noto Sans Symbols"/>
              <a:buNone/>
            </a:pPr>
            <a:r>
              <a:t/>
            </a:r>
            <a:endParaRPr b="0" i="0" sz="2400" u="none">
              <a:solidFill>
                <a:schemeClr val="dk1"/>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
        <p:nvSpPr>
          <p:cNvPr id="4448" name="Google Shape;4448;p35"/>
          <p:cNvSpPr txBox="1"/>
          <p:nvPr/>
        </p:nvSpPr>
        <p:spPr>
          <a:xfrm>
            <a:off x="5029200" y="1371600"/>
            <a:ext cx="38862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resource contention:</a:t>
            </a:r>
            <a:r>
              <a:rPr b="0" i="0" lang="en-US" sz="2000" u="none">
                <a:solidFill>
                  <a:schemeClr val="dk1"/>
                </a:solidFill>
                <a:latin typeface="Comic Sans MS"/>
                <a:ea typeface="Comic Sans MS"/>
                <a:cs typeface="Comic Sans MS"/>
                <a:sym typeface="Comic Sans MS"/>
              </a:rPr>
              <a:t> </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aggregate resource demand can exceed amount available</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congestion: packets queue, wait for link use</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store and forward: packets move one hop at a time</a:t>
            </a:r>
            <a:endParaRPr/>
          </a:p>
          <a:p>
            <a:pPr indent="-285750" lvl="1" marL="742950" marR="0" rtl="0" algn="l">
              <a:lnSpc>
                <a:spcPct val="100000"/>
              </a:lnSpc>
              <a:spcBef>
                <a:spcPts val="360"/>
              </a:spcBef>
              <a:spcAft>
                <a:spcPts val="0"/>
              </a:spcAft>
              <a:buClr>
                <a:schemeClr val="accent2"/>
              </a:buClr>
              <a:buSzPts val="1350"/>
              <a:buFont typeface="Noto Sans Symbols"/>
              <a:buChar char="❖"/>
            </a:pPr>
            <a:r>
              <a:rPr b="0" i="0" lang="en-US" sz="1800" u="none" cap="none" strike="noStrike">
                <a:solidFill>
                  <a:schemeClr val="dk1"/>
                </a:solidFill>
                <a:latin typeface="Comic Sans MS"/>
                <a:ea typeface="Comic Sans MS"/>
                <a:cs typeface="Comic Sans MS"/>
                <a:sym typeface="Comic Sans MS"/>
              </a:rPr>
              <a:t>Node receives complete packet before forwarding</a:t>
            </a:r>
            <a:endParaRPr/>
          </a:p>
        </p:txBody>
      </p:sp>
      <p:grpSp>
        <p:nvGrpSpPr>
          <p:cNvPr id="4449" name="Google Shape;4449;p35"/>
          <p:cNvGrpSpPr/>
          <p:nvPr/>
        </p:nvGrpSpPr>
        <p:grpSpPr>
          <a:xfrm>
            <a:off x="533400" y="4419600"/>
            <a:ext cx="4038600" cy="2209800"/>
            <a:chOff x="336" y="2496"/>
            <a:chExt cx="2544" cy="1392"/>
          </a:xfrm>
        </p:grpSpPr>
        <p:sp>
          <p:nvSpPr>
            <p:cNvPr id="4450" name="Google Shape;4450;p35"/>
            <p:cNvSpPr txBox="1"/>
            <p:nvPr/>
          </p:nvSpPr>
          <p:spPr>
            <a:xfrm>
              <a:off x="336" y="2784"/>
              <a:ext cx="2544" cy="816"/>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Bandwidth division into “pieces”</a:t>
              </a:r>
              <a:endParaRPr/>
            </a:p>
            <a:p>
              <a:pPr indent="-342900" lvl="0" marL="342900" marR="0" rtl="0" algn="ctr">
                <a:lnSpc>
                  <a:spcPct val="100000"/>
                </a:lnSpc>
                <a:spcBef>
                  <a:spcPts val="40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Dedicated allocation</a:t>
              </a:r>
              <a:endParaRPr/>
            </a:p>
            <a:p>
              <a:pPr indent="-342900" lvl="0" marL="342900" marR="0" rtl="0" algn="ctr">
                <a:lnSpc>
                  <a:spcPct val="100000"/>
                </a:lnSpc>
                <a:spcBef>
                  <a:spcPts val="40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Resource reservation</a:t>
              </a:r>
              <a:endParaRPr/>
            </a:p>
          </p:txBody>
        </p:sp>
        <p:sp>
          <p:nvSpPr>
            <p:cNvPr id="4451" name="Google Shape;4451;p35"/>
            <p:cNvSpPr/>
            <p:nvPr/>
          </p:nvSpPr>
          <p:spPr>
            <a:xfrm>
              <a:off x="768" y="2496"/>
              <a:ext cx="1488" cy="1392"/>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452" name="Google Shape;4452;p35"/>
            <p:cNvCxnSpPr/>
            <p:nvPr/>
          </p:nvCxnSpPr>
          <p:spPr>
            <a:xfrm>
              <a:off x="1056" y="2640"/>
              <a:ext cx="960" cy="1056"/>
            </a:xfrm>
            <a:prstGeom prst="straightConnector1">
              <a:avLst/>
            </a:prstGeom>
            <a:noFill/>
            <a:ln cap="flat" cmpd="sng" w="76200">
              <a:solidFill>
                <a:srgbClr val="FF0000"/>
              </a:solidFill>
              <a:prstDash val="solid"/>
              <a:miter lim="800000"/>
              <a:headEnd len="med" w="med" type="none"/>
              <a:tailEnd len="med" w="med" type="none"/>
            </a:ln>
          </p:spPr>
        </p:cxn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7" name="Shape 4457"/>
        <p:cNvGrpSpPr/>
        <p:nvPr/>
      </p:nvGrpSpPr>
      <p:grpSpPr>
        <a:xfrm>
          <a:off x="0" y="0"/>
          <a:ext cx="0" cy="0"/>
          <a:chOff x="0" y="0"/>
          <a:chExt cx="0" cy="0"/>
        </a:xfrm>
      </p:grpSpPr>
      <p:sp>
        <p:nvSpPr>
          <p:cNvPr id="4458" name="Google Shape;4458;p3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459" name="Google Shape;4459;p3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460" name="Google Shape;4460;p36"/>
          <p:cNvSpPr txBox="1"/>
          <p:nvPr>
            <p:ph type="title"/>
          </p:nvPr>
        </p:nvSpPr>
        <p:spPr>
          <a:xfrm>
            <a:off x="533400" y="228600"/>
            <a:ext cx="8447087"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Packet Switching: Statistical Multiplexing</a:t>
            </a:r>
            <a:endParaRPr/>
          </a:p>
        </p:txBody>
      </p:sp>
      <p:sp>
        <p:nvSpPr>
          <p:cNvPr id="4461" name="Google Shape;4461;p36"/>
          <p:cNvSpPr txBox="1"/>
          <p:nvPr>
            <p:ph idx="1" type="body"/>
          </p:nvPr>
        </p:nvSpPr>
        <p:spPr>
          <a:xfrm>
            <a:off x="307975" y="5076825"/>
            <a:ext cx="8672512" cy="1524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chemeClr val="dk1"/>
                </a:solidFill>
                <a:latin typeface="Comic Sans MS"/>
                <a:ea typeface="Comic Sans MS"/>
                <a:cs typeface="Comic Sans MS"/>
                <a:sym typeface="Comic Sans MS"/>
              </a:rPr>
              <a:t>Sequence of A &amp; B packets does not have fixed pattern, bandwidth shared on demand  </a:t>
            </a:r>
            <a:r>
              <a:rPr b="1" i="1" lang="en-US" sz="2400" u="none">
                <a:solidFill>
                  <a:srgbClr val="FF0000"/>
                </a:solidFill>
                <a:latin typeface="Comic Sans MS"/>
                <a:ea typeface="Comic Sans MS"/>
                <a:cs typeface="Comic Sans MS"/>
                <a:sym typeface="Comic Sans MS"/>
              </a:rPr>
              <a:t>statistical multiplexing</a:t>
            </a:r>
            <a:r>
              <a:rPr b="0" i="0" lang="en-US" sz="2400" u="none">
                <a:solidFill>
                  <a:schemeClr val="dk1"/>
                </a:solidFill>
                <a:latin typeface="Comic Sans MS"/>
                <a:ea typeface="Comic Sans MS"/>
                <a:cs typeface="Comic Sans MS"/>
                <a:sym typeface="Comic Sans MS"/>
              </a:rPr>
              <a:t>.</a:t>
            </a:r>
            <a:endParaRPr/>
          </a:p>
          <a:p>
            <a:pPr indent="-342900" lvl="0" marL="342900" rtl="0" algn="l">
              <a:lnSpc>
                <a:spcPct val="100000"/>
              </a:lnSpc>
              <a:spcBef>
                <a:spcPts val="480"/>
              </a:spcBef>
              <a:spcAft>
                <a:spcPts val="0"/>
              </a:spcAft>
              <a:buSzPts val="2040"/>
              <a:buNone/>
            </a:pPr>
            <a:r>
              <a:rPr b="0" i="0" lang="en-US" sz="2400" u="none">
                <a:solidFill>
                  <a:schemeClr val="dk1"/>
                </a:solidFill>
                <a:latin typeface="Comic Sans MS"/>
                <a:ea typeface="Comic Sans MS"/>
                <a:cs typeface="Comic Sans MS"/>
                <a:sym typeface="Comic Sans MS"/>
              </a:rPr>
              <a:t>TDM: each host gets same slot in revolving TDM frame.</a:t>
            </a:r>
            <a:endParaRPr b="0" i="0" sz="2400" u="none">
              <a:solidFill>
                <a:schemeClr val="dk1"/>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graphicFrame>
        <p:nvGraphicFramePr>
          <p:cNvPr id="4462" name="Google Shape;4462;p36"/>
          <p:cNvGraphicFramePr/>
          <p:nvPr/>
        </p:nvGraphicFramePr>
        <p:xfrm>
          <a:off x="1203325" y="2470150"/>
          <a:ext cx="646112" cy="533400"/>
        </p:xfrm>
        <a:graphic>
          <a:graphicData uri="http://schemas.openxmlformats.org/presentationml/2006/ole">
            <mc:AlternateContent>
              <mc:Choice Requires="v">
                <p:oleObj r:id="rId4" imgH="533400" imgW="646112" progId="MS_ClipArt_Gallery.2" spid="_x0000_s1">
                  <p:embed/>
                </p:oleObj>
              </mc:Choice>
              <mc:Fallback>
                <p:oleObj r:id="rId5" imgH="533400" imgW="646112" progId="MS_ClipArt_Gallery.2">
                  <p:embed/>
                  <p:pic>
                    <p:nvPicPr>
                      <p:cNvPr id="4462" name="Google Shape;4462;p36"/>
                      <p:cNvPicPr preferRelativeResize="0"/>
                      <p:nvPr/>
                    </p:nvPicPr>
                    <p:blipFill rotWithShape="1">
                      <a:blip r:embed="rId6">
                        <a:alphaModFix/>
                      </a:blip>
                      <a:srcRect b="0" l="0" r="0" t="0"/>
                      <a:stretch/>
                    </p:blipFill>
                    <p:spPr>
                      <a:xfrm>
                        <a:off x="1203325" y="2470150"/>
                        <a:ext cx="646112" cy="533400"/>
                      </a:xfrm>
                      <a:prstGeom prst="rect">
                        <a:avLst/>
                      </a:prstGeom>
                      <a:noFill/>
                      <a:ln>
                        <a:noFill/>
                      </a:ln>
                    </p:spPr>
                  </p:pic>
                </p:oleObj>
              </mc:Fallback>
            </mc:AlternateContent>
          </a:graphicData>
        </a:graphic>
      </p:graphicFrame>
      <p:cxnSp>
        <p:nvCxnSpPr>
          <p:cNvPr id="4463" name="Google Shape;4463;p36"/>
          <p:cNvCxnSpPr/>
          <p:nvPr/>
        </p:nvCxnSpPr>
        <p:spPr>
          <a:xfrm>
            <a:off x="3538537" y="2303462"/>
            <a:ext cx="0" cy="228600"/>
          </a:xfrm>
          <a:prstGeom prst="straightConnector1">
            <a:avLst/>
          </a:prstGeom>
          <a:noFill/>
          <a:ln>
            <a:noFill/>
          </a:ln>
        </p:spPr>
      </p:cxnSp>
      <p:sp>
        <p:nvSpPr>
          <p:cNvPr id="4464" name="Google Shape;4464;p36"/>
          <p:cNvSpPr/>
          <p:nvPr/>
        </p:nvSpPr>
        <p:spPr>
          <a:xfrm>
            <a:off x="2320925" y="2333625"/>
            <a:ext cx="1198562" cy="369887"/>
          </a:xfrm>
          <a:prstGeom prst="ellipse">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65" name="Google Shape;4465;p36"/>
          <p:cNvSpPr txBox="1"/>
          <p:nvPr/>
        </p:nvSpPr>
        <p:spPr>
          <a:xfrm>
            <a:off x="2320925" y="2265362"/>
            <a:ext cx="1198562" cy="263525"/>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66" name="Google Shape;4466;p36"/>
          <p:cNvSpPr/>
          <p:nvPr/>
        </p:nvSpPr>
        <p:spPr>
          <a:xfrm>
            <a:off x="2330450" y="2036762"/>
            <a:ext cx="1198562" cy="430212"/>
          </a:xfrm>
          <a:prstGeom prst="ellipse">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467" name="Google Shape;4467;p36"/>
          <p:cNvGrpSpPr/>
          <p:nvPr/>
        </p:nvGrpSpPr>
        <p:grpSpPr>
          <a:xfrm>
            <a:off x="2676525" y="2066925"/>
            <a:ext cx="498475" cy="119062"/>
            <a:chOff x="2208" y="2184"/>
            <a:chExt cx="176" cy="69"/>
          </a:xfrm>
        </p:grpSpPr>
        <p:grpSp>
          <p:nvGrpSpPr>
            <p:cNvPr id="4468" name="Google Shape;4468;p36"/>
            <p:cNvGrpSpPr/>
            <p:nvPr/>
          </p:nvGrpSpPr>
          <p:grpSpPr>
            <a:xfrm>
              <a:off x="2208" y="2185"/>
              <a:ext cx="176" cy="68"/>
              <a:chOff x="2848" y="848"/>
              <a:chExt cx="140" cy="98"/>
            </a:xfrm>
          </p:grpSpPr>
          <p:cxnSp>
            <p:nvCxnSpPr>
              <p:cNvPr id="4469" name="Google Shape;4469;p3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470" name="Google Shape;4470;p3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471" name="Google Shape;4471;p3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472" name="Google Shape;4472;p36"/>
            <p:cNvGrpSpPr/>
            <p:nvPr/>
          </p:nvGrpSpPr>
          <p:grpSpPr>
            <a:xfrm flipH="1" rot="10800000">
              <a:off x="2208" y="2184"/>
              <a:ext cx="176" cy="68"/>
              <a:chOff x="2848" y="848"/>
              <a:chExt cx="140" cy="98"/>
            </a:xfrm>
          </p:grpSpPr>
          <p:cxnSp>
            <p:nvCxnSpPr>
              <p:cNvPr id="4473" name="Google Shape;4473;p3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474" name="Google Shape;4474;p3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475" name="Google Shape;4475;p3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4476" name="Google Shape;4476;p36"/>
          <p:cNvSpPr/>
          <p:nvPr/>
        </p:nvSpPr>
        <p:spPr>
          <a:xfrm>
            <a:off x="5416550" y="2352675"/>
            <a:ext cx="1198562" cy="369887"/>
          </a:xfrm>
          <a:prstGeom prst="ellipse">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477" name="Google Shape;4477;p36"/>
          <p:cNvCxnSpPr/>
          <p:nvPr/>
        </p:nvCxnSpPr>
        <p:spPr>
          <a:xfrm>
            <a:off x="5426075" y="2332037"/>
            <a:ext cx="0" cy="228600"/>
          </a:xfrm>
          <a:prstGeom prst="straightConnector1">
            <a:avLst/>
          </a:prstGeom>
          <a:noFill/>
          <a:ln cap="flat" cmpd="sng" w="12700">
            <a:solidFill>
              <a:schemeClr val="dk1"/>
            </a:solidFill>
            <a:prstDash val="solid"/>
            <a:miter lim="800000"/>
            <a:headEnd len="med" w="med" type="none"/>
            <a:tailEnd len="med" w="med" type="none"/>
          </a:ln>
        </p:spPr>
      </p:cxnSp>
      <p:sp>
        <p:nvSpPr>
          <p:cNvPr id="4478" name="Google Shape;4478;p36"/>
          <p:cNvSpPr txBox="1"/>
          <p:nvPr/>
        </p:nvSpPr>
        <p:spPr>
          <a:xfrm>
            <a:off x="5426075" y="2293937"/>
            <a:ext cx="1198562" cy="263525"/>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79" name="Google Shape;4479;p36"/>
          <p:cNvSpPr/>
          <p:nvPr/>
        </p:nvSpPr>
        <p:spPr>
          <a:xfrm>
            <a:off x="5435600" y="2065337"/>
            <a:ext cx="1198562" cy="430212"/>
          </a:xfrm>
          <a:prstGeom prst="ellipse">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4480" name="Google Shape;4480;p36"/>
          <p:cNvGraphicFramePr/>
          <p:nvPr/>
        </p:nvGraphicFramePr>
        <p:xfrm>
          <a:off x="7004050" y="1546225"/>
          <a:ext cx="646112" cy="533400"/>
        </p:xfrm>
        <a:graphic>
          <a:graphicData uri="http://schemas.openxmlformats.org/presentationml/2006/ole">
            <mc:AlternateContent>
              <mc:Choice Requires="v">
                <p:oleObj r:id="rId7" imgH="533400" imgW="646112" progId="MS_ClipArt_Gallery.2" spid="_x0000_s2">
                  <p:embed/>
                </p:oleObj>
              </mc:Choice>
              <mc:Fallback>
                <p:oleObj r:id="rId8" imgH="533400" imgW="646112" progId="MS_ClipArt_Gallery.2">
                  <p:embed/>
                  <p:pic>
                    <p:nvPicPr>
                      <p:cNvPr id="4480" name="Google Shape;4480;p36"/>
                      <p:cNvPicPr preferRelativeResize="0"/>
                      <p:nvPr/>
                    </p:nvPicPr>
                    <p:blipFill rotWithShape="1">
                      <a:blip r:embed="rId6">
                        <a:alphaModFix/>
                      </a:blip>
                      <a:srcRect b="0" l="0" r="0" t="0"/>
                      <a:stretch/>
                    </p:blipFill>
                    <p:spPr>
                      <a:xfrm>
                        <a:off x="7004050" y="1546225"/>
                        <a:ext cx="646112" cy="533400"/>
                      </a:xfrm>
                      <a:prstGeom prst="rect">
                        <a:avLst/>
                      </a:prstGeom>
                      <a:noFill/>
                      <a:ln>
                        <a:noFill/>
                      </a:ln>
                    </p:spPr>
                  </p:pic>
                </p:oleObj>
              </mc:Fallback>
            </mc:AlternateContent>
          </a:graphicData>
        </a:graphic>
      </p:graphicFrame>
      <p:graphicFrame>
        <p:nvGraphicFramePr>
          <p:cNvPr id="4481" name="Google Shape;4481;p36"/>
          <p:cNvGraphicFramePr/>
          <p:nvPr/>
        </p:nvGraphicFramePr>
        <p:xfrm>
          <a:off x="965200" y="1565275"/>
          <a:ext cx="646112" cy="533400"/>
        </p:xfrm>
        <a:graphic>
          <a:graphicData uri="http://schemas.openxmlformats.org/presentationml/2006/ole">
            <mc:AlternateContent>
              <mc:Choice Requires="v">
                <p:oleObj r:id="rId9" imgH="533400" imgW="646112" progId="MS_ClipArt_Gallery.2" spid="_x0000_s3">
                  <p:embed/>
                </p:oleObj>
              </mc:Choice>
              <mc:Fallback>
                <p:oleObj r:id="rId10" imgH="533400" imgW="646112" progId="MS_ClipArt_Gallery.2">
                  <p:embed/>
                  <p:pic>
                    <p:nvPicPr>
                      <p:cNvPr id="4481" name="Google Shape;4481;p36"/>
                      <p:cNvPicPr preferRelativeResize="0"/>
                      <p:nvPr/>
                    </p:nvPicPr>
                    <p:blipFill rotWithShape="1">
                      <a:blip r:embed="rId6">
                        <a:alphaModFix/>
                      </a:blip>
                      <a:srcRect b="0" l="0" r="0" t="0"/>
                      <a:stretch/>
                    </p:blipFill>
                    <p:spPr>
                      <a:xfrm>
                        <a:off x="965200" y="1565275"/>
                        <a:ext cx="646112" cy="533400"/>
                      </a:xfrm>
                      <a:prstGeom prst="rect">
                        <a:avLst/>
                      </a:prstGeom>
                      <a:noFill/>
                      <a:ln>
                        <a:noFill/>
                      </a:ln>
                    </p:spPr>
                  </p:pic>
                </p:oleObj>
              </mc:Fallback>
            </mc:AlternateContent>
          </a:graphicData>
        </a:graphic>
      </p:graphicFrame>
      <p:cxnSp>
        <p:nvCxnSpPr>
          <p:cNvPr id="4482" name="Google Shape;4482;p36"/>
          <p:cNvCxnSpPr/>
          <p:nvPr/>
        </p:nvCxnSpPr>
        <p:spPr>
          <a:xfrm>
            <a:off x="1590675" y="1971675"/>
            <a:ext cx="504825" cy="0"/>
          </a:xfrm>
          <a:prstGeom prst="straightConnector1">
            <a:avLst/>
          </a:prstGeom>
          <a:noFill/>
          <a:ln cap="flat" cmpd="sng" w="19050">
            <a:solidFill>
              <a:schemeClr val="dk1"/>
            </a:solidFill>
            <a:prstDash val="solid"/>
            <a:miter lim="800000"/>
            <a:headEnd len="med" w="med" type="none"/>
            <a:tailEnd len="med" w="med" type="none"/>
          </a:ln>
        </p:spPr>
      </p:cxnSp>
      <p:cxnSp>
        <p:nvCxnSpPr>
          <p:cNvPr id="4483" name="Google Shape;4483;p36"/>
          <p:cNvCxnSpPr/>
          <p:nvPr/>
        </p:nvCxnSpPr>
        <p:spPr>
          <a:xfrm flipH="1" rot="10800000">
            <a:off x="1895475" y="2957512"/>
            <a:ext cx="195262" cy="4762"/>
          </a:xfrm>
          <a:prstGeom prst="straightConnector1">
            <a:avLst/>
          </a:prstGeom>
          <a:noFill/>
          <a:ln cap="flat" cmpd="sng" w="19050">
            <a:solidFill>
              <a:schemeClr val="dk1"/>
            </a:solidFill>
            <a:prstDash val="solid"/>
            <a:miter lim="800000"/>
            <a:headEnd len="med" w="med" type="none"/>
            <a:tailEnd len="med" w="med" type="none"/>
          </a:ln>
        </p:spPr>
      </p:cxnSp>
      <p:cxnSp>
        <p:nvCxnSpPr>
          <p:cNvPr id="4484" name="Google Shape;4484;p36"/>
          <p:cNvCxnSpPr/>
          <p:nvPr/>
        </p:nvCxnSpPr>
        <p:spPr>
          <a:xfrm>
            <a:off x="3514725" y="2390775"/>
            <a:ext cx="1933575" cy="9525"/>
          </a:xfrm>
          <a:prstGeom prst="straightConnector1">
            <a:avLst/>
          </a:prstGeom>
          <a:noFill/>
          <a:ln cap="flat" cmpd="sng" w="19050">
            <a:solidFill>
              <a:schemeClr val="dk1"/>
            </a:solidFill>
            <a:prstDash val="solid"/>
            <a:miter lim="800000"/>
            <a:headEnd len="med" w="med" type="none"/>
            <a:tailEnd len="med" w="med" type="none"/>
          </a:ln>
        </p:spPr>
      </p:cxnSp>
      <p:cxnSp>
        <p:nvCxnSpPr>
          <p:cNvPr id="4485" name="Google Shape;4485;p36"/>
          <p:cNvCxnSpPr/>
          <p:nvPr/>
        </p:nvCxnSpPr>
        <p:spPr>
          <a:xfrm flipH="1" rot="10800000">
            <a:off x="5619750" y="2724150"/>
            <a:ext cx="142875" cy="657225"/>
          </a:xfrm>
          <a:prstGeom prst="straightConnector1">
            <a:avLst/>
          </a:prstGeom>
          <a:noFill/>
          <a:ln cap="flat" cmpd="sng" w="19050">
            <a:solidFill>
              <a:schemeClr val="dk1"/>
            </a:solidFill>
            <a:prstDash val="solid"/>
            <a:miter lim="800000"/>
            <a:headEnd len="med" w="med" type="none"/>
            <a:tailEnd len="med" w="med" type="none"/>
          </a:ln>
        </p:spPr>
      </p:cxnSp>
      <p:cxnSp>
        <p:nvCxnSpPr>
          <p:cNvPr id="4486" name="Google Shape;4486;p36"/>
          <p:cNvCxnSpPr/>
          <p:nvPr/>
        </p:nvCxnSpPr>
        <p:spPr>
          <a:xfrm flipH="1" rot="10800000">
            <a:off x="6591300" y="1952625"/>
            <a:ext cx="504825" cy="266700"/>
          </a:xfrm>
          <a:prstGeom prst="straightConnector1">
            <a:avLst/>
          </a:prstGeom>
          <a:noFill/>
          <a:ln cap="flat" cmpd="sng" w="19050">
            <a:solidFill>
              <a:schemeClr val="dk1"/>
            </a:solidFill>
            <a:prstDash val="solid"/>
            <a:miter lim="800000"/>
            <a:headEnd len="med" w="med" type="none"/>
            <a:tailEnd len="med" w="med" type="none"/>
          </a:ln>
        </p:spPr>
      </p:cxnSp>
      <p:cxnSp>
        <p:nvCxnSpPr>
          <p:cNvPr id="4487" name="Google Shape;4487;p36"/>
          <p:cNvCxnSpPr/>
          <p:nvPr/>
        </p:nvCxnSpPr>
        <p:spPr>
          <a:xfrm>
            <a:off x="2095500" y="1962150"/>
            <a:ext cx="0" cy="1000125"/>
          </a:xfrm>
          <a:prstGeom prst="straightConnector1">
            <a:avLst/>
          </a:prstGeom>
          <a:noFill/>
          <a:ln cap="flat" cmpd="sng" w="19050">
            <a:solidFill>
              <a:schemeClr val="dk1"/>
            </a:solidFill>
            <a:prstDash val="solid"/>
            <a:miter lim="800000"/>
            <a:headEnd len="med" w="med" type="none"/>
            <a:tailEnd len="med" w="med" type="none"/>
          </a:ln>
        </p:spPr>
      </p:cxnSp>
      <p:cxnSp>
        <p:nvCxnSpPr>
          <p:cNvPr id="4488" name="Google Shape;4488;p36"/>
          <p:cNvCxnSpPr/>
          <p:nvPr/>
        </p:nvCxnSpPr>
        <p:spPr>
          <a:xfrm>
            <a:off x="2105025" y="2395537"/>
            <a:ext cx="200025" cy="0"/>
          </a:xfrm>
          <a:prstGeom prst="straightConnector1">
            <a:avLst/>
          </a:prstGeom>
          <a:noFill/>
          <a:ln cap="flat" cmpd="sng" w="19050">
            <a:solidFill>
              <a:schemeClr val="dk1"/>
            </a:solidFill>
            <a:prstDash val="solid"/>
            <a:miter lim="800000"/>
            <a:headEnd len="med" w="med" type="none"/>
            <a:tailEnd len="med" w="med" type="none"/>
          </a:ln>
        </p:spPr>
      </p:cxnSp>
      <p:sp>
        <p:nvSpPr>
          <p:cNvPr id="4489" name="Google Shape;4489;p36"/>
          <p:cNvSpPr txBox="1"/>
          <p:nvPr/>
        </p:nvSpPr>
        <p:spPr>
          <a:xfrm>
            <a:off x="3548062" y="2185987"/>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0" name="Google Shape;4490;p36"/>
          <p:cNvSpPr txBox="1"/>
          <p:nvPr/>
        </p:nvSpPr>
        <p:spPr>
          <a:xfrm>
            <a:off x="3709987" y="2185987"/>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1" name="Google Shape;4491;p36"/>
          <p:cNvSpPr txBox="1"/>
          <p:nvPr/>
        </p:nvSpPr>
        <p:spPr>
          <a:xfrm>
            <a:off x="3871912" y="2185987"/>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2" name="Google Shape;4492;p36"/>
          <p:cNvSpPr txBox="1"/>
          <p:nvPr/>
        </p:nvSpPr>
        <p:spPr>
          <a:xfrm>
            <a:off x="4033837" y="2185987"/>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3" name="Google Shape;4493;p36"/>
          <p:cNvSpPr txBox="1"/>
          <p:nvPr/>
        </p:nvSpPr>
        <p:spPr>
          <a:xfrm>
            <a:off x="4195762" y="2185987"/>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4" name="Google Shape;4494;p36"/>
          <p:cNvSpPr txBox="1"/>
          <p:nvPr/>
        </p:nvSpPr>
        <p:spPr>
          <a:xfrm>
            <a:off x="4567237" y="2185987"/>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5" name="Google Shape;4495;p36"/>
          <p:cNvSpPr txBox="1"/>
          <p:nvPr/>
        </p:nvSpPr>
        <p:spPr>
          <a:xfrm>
            <a:off x="5005387" y="2181225"/>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496" name="Google Shape;4496;p36"/>
          <p:cNvGrpSpPr/>
          <p:nvPr/>
        </p:nvGrpSpPr>
        <p:grpSpPr>
          <a:xfrm>
            <a:off x="2857500" y="2262187"/>
            <a:ext cx="633412" cy="200025"/>
            <a:chOff x="1800" y="1425"/>
            <a:chExt cx="399" cy="126"/>
          </a:xfrm>
        </p:grpSpPr>
        <p:sp>
          <p:nvSpPr>
            <p:cNvPr id="4497" name="Google Shape;4497;p36"/>
            <p:cNvSpPr txBox="1"/>
            <p:nvPr/>
          </p:nvSpPr>
          <p:spPr>
            <a:xfrm>
              <a:off x="1800" y="1425"/>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8" name="Google Shape;4498;p36"/>
            <p:cNvSpPr txBox="1"/>
            <p:nvPr/>
          </p:nvSpPr>
          <p:spPr>
            <a:xfrm>
              <a:off x="1902" y="1425"/>
              <a:ext cx="93" cy="12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9" name="Google Shape;4499;p36"/>
            <p:cNvSpPr txBox="1"/>
            <p:nvPr/>
          </p:nvSpPr>
          <p:spPr>
            <a:xfrm>
              <a:off x="2004" y="1425"/>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00" name="Google Shape;4500;p36"/>
            <p:cNvSpPr txBox="1"/>
            <p:nvPr/>
          </p:nvSpPr>
          <p:spPr>
            <a:xfrm>
              <a:off x="2106" y="1425"/>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501" name="Google Shape;4501;p36"/>
          <p:cNvSpPr txBox="1"/>
          <p:nvPr/>
        </p:nvSpPr>
        <p:spPr>
          <a:xfrm>
            <a:off x="2128837" y="2162175"/>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02" name="Google Shape;4502;p36"/>
          <p:cNvSpPr txBox="1"/>
          <p:nvPr/>
        </p:nvSpPr>
        <p:spPr>
          <a:xfrm>
            <a:off x="1909762" y="2733675"/>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503" name="Google Shape;4503;p36"/>
          <p:cNvCxnSpPr/>
          <p:nvPr/>
        </p:nvCxnSpPr>
        <p:spPr>
          <a:xfrm>
            <a:off x="2305050" y="2266950"/>
            <a:ext cx="242887" cy="4762"/>
          </a:xfrm>
          <a:prstGeom prst="straightConnector1">
            <a:avLst/>
          </a:prstGeom>
          <a:noFill/>
          <a:ln cap="flat" cmpd="sng" w="9525">
            <a:solidFill>
              <a:schemeClr val="dk1"/>
            </a:solidFill>
            <a:prstDash val="solid"/>
            <a:miter lim="800000"/>
            <a:headEnd len="med" w="med" type="none"/>
            <a:tailEnd len="med" w="med" type="triangle"/>
          </a:ln>
        </p:spPr>
      </p:cxnSp>
      <p:cxnSp>
        <p:nvCxnSpPr>
          <p:cNvPr id="4504" name="Google Shape;4504;p36"/>
          <p:cNvCxnSpPr/>
          <p:nvPr/>
        </p:nvCxnSpPr>
        <p:spPr>
          <a:xfrm rot="10800000">
            <a:off x="1971675" y="2543175"/>
            <a:ext cx="0" cy="176212"/>
          </a:xfrm>
          <a:prstGeom prst="straightConnector1">
            <a:avLst/>
          </a:prstGeom>
          <a:noFill/>
          <a:ln cap="flat" cmpd="sng" w="9525">
            <a:solidFill>
              <a:schemeClr val="dk1"/>
            </a:solidFill>
            <a:prstDash val="solid"/>
            <a:miter lim="800000"/>
            <a:headEnd len="med" w="med" type="none"/>
            <a:tailEnd len="med" w="med" type="triangle"/>
          </a:ln>
        </p:spPr>
      </p:cxnSp>
      <p:cxnSp>
        <p:nvCxnSpPr>
          <p:cNvPr id="4505" name="Google Shape;4505;p36"/>
          <p:cNvCxnSpPr/>
          <p:nvPr/>
        </p:nvCxnSpPr>
        <p:spPr>
          <a:xfrm>
            <a:off x="3929062" y="2076450"/>
            <a:ext cx="1062037" cy="0"/>
          </a:xfrm>
          <a:prstGeom prst="straightConnector1">
            <a:avLst/>
          </a:prstGeom>
          <a:noFill/>
          <a:ln cap="flat" cmpd="sng" w="9525">
            <a:solidFill>
              <a:schemeClr val="dk1"/>
            </a:solidFill>
            <a:prstDash val="solid"/>
            <a:miter lim="800000"/>
            <a:headEnd len="med" w="med" type="none"/>
            <a:tailEnd len="med" w="med" type="triangle"/>
          </a:ln>
        </p:spPr>
      </p:cxnSp>
      <p:sp>
        <p:nvSpPr>
          <p:cNvPr id="4506" name="Google Shape;4506;p36"/>
          <p:cNvSpPr txBox="1"/>
          <p:nvPr/>
        </p:nvSpPr>
        <p:spPr>
          <a:xfrm>
            <a:off x="612775" y="1589087"/>
            <a:ext cx="406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2400"/>
              <a:buFont typeface="Comic Sans MS"/>
              <a:buNone/>
            </a:pPr>
            <a:r>
              <a:rPr b="0" i="0" lang="en-US" sz="2400" u="none">
                <a:solidFill>
                  <a:schemeClr val="accent1"/>
                </a:solidFill>
                <a:latin typeface="Comic Sans MS"/>
                <a:ea typeface="Comic Sans MS"/>
                <a:cs typeface="Comic Sans MS"/>
                <a:sym typeface="Comic Sans MS"/>
              </a:rPr>
              <a:t>A</a:t>
            </a:r>
            <a:endParaRPr/>
          </a:p>
        </p:txBody>
      </p:sp>
      <p:sp>
        <p:nvSpPr>
          <p:cNvPr id="4507" name="Google Shape;4507;p36"/>
          <p:cNvSpPr txBox="1"/>
          <p:nvPr/>
        </p:nvSpPr>
        <p:spPr>
          <a:xfrm>
            <a:off x="889000" y="2608262"/>
            <a:ext cx="376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B</a:t>
            </a:r>
            <a:endParaRPr/>
          </a:p>
        </p:txBody>
      </p:sp>
      <p:sp>
        <p:nvSpPr>
          <p:cNvPr id="4508" name="Google Shape;4508;p36"/>
          <p:cNvSpPr txBox="1"/>
          <p:nvPr/>
        </p:nvSpPr>
        <p:spPr>
          <a:xfrm>
            <a:off x="6604000" y="1465262"/>
            <a:ext cx="368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C</a:t>
            </a:r>
            <a:endParaRPr/>
          </a:p>
        </p:txBody>
      </p:sp>
      <p:sp>
        <p:nvSpPr>
          <p:cNvPr id="4509" name="Google Shape;4509;p36"/>
          <p:cNvSpPr txBox="1"/>
          <p:nvPr/>
        </p:nvSpPr>
        <p:spPr>
          <a:xfrm>
            <a:off x="1612900" y="1312862"/>
            <a:ext cx="13144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100 Mb/s</a:t>
            </a:r>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Ethernet</a:t>
            </a:r>
            <a:endParaRPr/>
          </a:p>
        </p:txBody>
      </p:sp>
      <p:sp>
        <p:nvSpPr>
          <p:cNvPr id="4510" name="Google Shape;4510;p36"/>
          <p:cNvSpPr txBox="1"/>
          <p:nvPr/>
        </p:nvSpPr>
        <p:spPr>
          <a:xfrm>
            <a:off x="3756025" y="2427287"/>
            <a:ext cx="12223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1.5 Mb/s</a:t>
            </a:r>
            <a:endParaRPr/>
          </a:p>
        </p:txBody>
      </p:sp>
      <p:sp>
        <p:nvSpPr>
          <p:cNvPr id="4511" name="Google Shape;4511;p36"/>
          <p:cNvSpPr txBox="1"/>
          <p:nvPr/>
        </p:nvSpPr>
        <p:spPr>
          <a:xfrm>
            <a:off x="6022975" y="2994025"/>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2" name="Google Shape;4512;p36"/>
          <p:cNvSpPr txBox="1"/>
          <p:nvPr/>
        </p:nvSpPr>
        <p:spPr>
          <a:xfrm>
            <a:off x="5467350" y="2205037"/>
            <a:ext cx="147637" cy="2000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3" name="Google Shape;4513;p36"/>
          <p:cNvSpPr txBox="1"/>
          <p:nvPr/>
        </p:nvSpPr>
        <p:spPr>
          <a:xfrm>
            <a:off x="5629275" y="2205037"/>
            <a:ext cx="147637" cy="2000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4" name="Google Shape;4514;p36"/>
          <p:cNvSpPr txBox="1"/>
          <p:nvPr/>
        </p:nvSpPr>
        <p:spPr>
          <a:xfrm>
            <a:off x="5791200" y="2205037"/>
            <a:ext cx="147637" cy="2000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515" name="Google Shape;4515;p36"/>
          <p:cNvGrpSpPr/>
          <p:nvPr/>
        </p:nvGrpSpPr>
        <p:grpSpPr>
          <a:xfrm rot="-1980000">
            <a:off x="5715000" y="2424112"/>
            <a:ext cx="633412" cy="200025"/>
            <a:chOff x="4176" y="2211"/>
            <a:chExt cx="399" cy="126"/>
          </a:xfrm>
        </p:grpSpPr>
        <p:sp>
          <p:nvSpPr>
            <p:cNvPr id="4516" name="Google Shape;4516;p36"/>
            <p:cNvSpPr txBox="1"/>
            <p:nvPr/>
          </p:nvSpPr>
          <p:spPr>
            <a:xfrm>
              <a:off x="4176"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7" name="Google Shape;4517;p36"/>
            <p:cNvSpPr txBox="1"/>
            <p:nvPr/>
          </p:nvSpPr>
          <p:spPr>
            <a:xfrm>
              <a:off x="4278"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8" name="Google Shape;4518;p36"/>
            <p:cNvSpPr txBox="1"/>
            <p:nvPr/>
          </p:nvSpPr>
          <p:spPr>
            <a:xfrm>
              <a:off x="4380"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9" name="Google Shape;4519;p36"/>
            <p:cNvSpPr txBox="1"/>
            <p:nvPr/>
          </p:nvSpPr>
          <p:spPr>
            <a:xfrm>
              <a:off x="4482"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520" name="Google Shape;4520;p36"/>
          <p:cNvGrpSpPr/>
          <p:nvPr/>
        </p:nvGrpSpPr>
        <p:grpSpPr>
          <a:xfrm>
            <a:off x="3679825" y="3341687"/>
            <a:ext cx="3117850" cy="1471612"/>
            <a:chOff x="1646" y="2009"/>
            <a:chExt cx="1964" cy="927"/>
          </a:xfrm>
        </p:grpSpPr>
        <p:graphicFrame>
          <p:nvGraphicFramePr>
            <p:cNvPr id="4521" name="Google Shape;4521;p36"/>
            <p:cNvGraphicFramePr/>
            <p:nvPr/>
          </p:nvGraphicFramePr>
          <p:xfrm>
            <a:off x="2960" y="2600"/>
            <a:ext cx="407" cy="336"/>
          </p:xfrm>
          <a:graphic>
            <a:graphicData uri="http://schemas.openxmlformats.org/presentationml/2006/ole">
              <mc:AlternateContent>
                <mc:Choice Requires="v">
                  <p:oleObj r:id="rId11" imgH="336" imgW="407" progId="MS_ClipArt_Gallery.2" spid="_x0000_s4">
                    <p:embed/>
                  </p:oleObj>
                </mc:Choice>
                <mc:Fallback>
                  <p:oleObj r:id="rId12" imgH="336" imgW="407" progId="MS_ClipArt_Gallery.2">
                    <p:embed/>
                    <p:pic>
                      <p:nvPicPr>
                        <p:cNvPr id="4521" name="Google Shape;4521;p36"/>
                        <p:cNvPicPr preferRelativeResize="0"/>
                        <p:nvPr/>
                      </p:nvPicPr>
                      <p:blipFill rotWithShape="1">
                        <a:blip r:embed="rId6">
                          <a:alphaModFix/>
                        </a:blip>
                        <a:srcRect b="0" l="0" r="0" t="0"/>
                        <a:stretch/>
                      </p:blipFill>
                      <p:spPr>
                        <a:xfrm>
                          <a:off x="2960" y="2600"/>
                          <a:ext cx="407" cy="336"/>
                        </a:xfrm>
                        <a:prstGeom prst="rect">
                          <a:avLst/>
                        </a:prstGeom>
                        <a:noFill/>
                        <a:ln>
                          <a:noFill/>
                        </a:ln>
                      </p:spPr>
                    </p:pic>
                  </p:oleObj>
                </mc:Fallback>
              </mc:AlternateContent>
            </a:graphicData>
          </a:graphic>
        </p:graphicFrame>
        <p:grpSp>
          <p:nvGrpSpPr>
            <p:cNvPr id="4522" name="Google Shape;4522;p36"/>
            <p:cNvGrpSpPr/>
            <p:nvPr/>
          </p:nvGrpSpPr>
          <p:grpSpPr>
            <a:xfrm>
              <a:off x="2428" y="2009"/>
              <a:ext cx="761" cy="420"/>
              <a:chOff x="1462" y="1283"/>
              <a:chExt cx="761" cy="420"/>
            </a:xfrm>
          </p:grpSpPr>
          <p:sp>
            <p:nvSpPr>
              <p:cNvPr id="4523" name="Google Shape;4523;p36"/>
              <p:cNvSpPr/>
              <p:nvPr/>
            </p:nvSpPr>
            <p:spPr>
              <a:xfrm>
                <a:off x="1462" y="1470"/>
                <a:ext cx="755" cy="233"/>
              </a:xfrm>
              <a:prstGeom prst="ellipse">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524" name="Google Shape;4524;p36"/>
              <p:cNvCxnSpPr/>
              <p:nvPr/>
            </p:nvCxnSpPr>
            <p:spPr>
              <a:xfrm>
                <a:off x="1462" y="1451"/>
                <a:ext cx="0" cy="144"/>
              </a:xfrm>
              <a:prstGeom prst="straightConnector1">
                <a:avLst/>
              </a:prstGeom>
              <a:noFill/>
              <a:ln cap="flat" cmpd="sng" w="12700">
                <a:solidFill>
                  <a:schemeClr val="dk1"/>
                </a:solidFill>
                <a:prstDash val="solid"/>
                <a:miter lim="800000"/>
                <a:headEnd len="med" w="med" type="none"/>
                <a:tailEnd len="med" w="med" type="none"/>
              </a:ln>
            </p:spPr>
          </p:cxnSp>
          <p:sp>
            <p:nvSpPr>
              <p:cNvPr id="4525" name="Google Shape;4525;p36"/>
              <p:cNvSpPr txBox="1"/>
              <p:nvPr/>
            </p:nvSpPr>
            <p:spPr>
              <a:xfrm>
                <a:off x="1462" y="1427"/>
                <a:ext cx="755" cy="166"/>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26" name="Google Shape;4526;p36"/>
              <p:cNvSpPr/>
              <p:nvPr/>
            </p:nvSpPr>
            <p:spPr>
              <a:xfrm>
                <a:off x="1468" y="1283"/>
                <a:ext cx="755" cy="271"/>
              </a:xfrm>
              <a:prstGeom prst="ellipse">
                <a:avLst/>
              </a:prstGeom>
              <a:solidFill>
                <a:srgbClr val="B2B2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527" name="Google Shape;4527;p36"/>
              <p:cNvGrpSpPr/>
              <p:nvPr/>
            </p:nvGrpSpPr>
            <p:grpSpPr>
              <a:xfrm>
                <a:off x="1686" y="1302"/>
                <a:ext cx="314" cy="75"/>
                <a:chOff x="2208" y="2184"/>
                <a:chExt cx="176" cy="69"/>
              </a:xfrm>
            </p:grpSpPr>
            <p:grpSp>
              <p:nvGrpSpPr>
                <p:cNvPr id="4528" name="Google Shape;4528;p36"/>
                <p:cNvGrpSpPr/>
                <p:nvPr/>
              </p:nvGrpSpPr>
              <p:grpSpPr>
                <a:xfrm>
                  <a:off x="2208" y="2185"/>
                  <a:ext cx="176" cy="68"/>
                  <a:chOff x="2848" y="848"/>
                  <a:chExt cx="140" cy="98"/>
                </a:xfrm>
              </p:grpSpPr>
              <p:cxnSp>
                <p:nvCxnSpPr>
                  <p:cNvPr id="4529" name="Google Shape;4529;p3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530" name="Google Shape;4530;p3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531" name="Google Shape;4531;p3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532" name="Google Shape;4532;p36"/>
                <p:cNvGrpSpPr/>
                <p:nvPr/>
              </p:nvGrpSpPr>
              <p:grpSpPr>
                <a:xfrm flipH="1" rot="10800000">
                  <a:off x="2208" y="2184"/>
                  <a:ext cx="176" cy="68"/>
                  <a:chOff x="2848" y="848"/>
                  <a:chExt cx="140" cy="98"/>
                </a:xfrm>
              </p:grpSpPr>
              <p:cxnSp>
                <p:nvCxnSpPr>
                  <p:cNvPr id="4533" name="Google Shape;4533;p3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534" name="Google Shape;4534;p3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535" name="Google Shape;4535;p3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graphicFrame>
          <p:nvGraphicFramePr>
            <p:cNvPr id="4536" name="Google Shape;4536;p36"/>
            <p:cNvGraphicFramePr/>
            <p:nvPr/>
          </p:nvGraphicFramePr>
          <p:xfrm>
            <a:off x="1874" y="2546"/>
            <a:ext cx="407" cy="336"/>
          </p:xfrm>
          <a:graphic>
            <a:graphicData uri="http://schemas.openxmlformats.org/presentationml/2006/ole">
              <mc:AlternateContent>
                <mc:Choice Requires="v">
                  <p:oleObj r:id="rId13" imgH="336" imgW="407" progId="MS_ClipArt_Gallery.2" spid="_x0000_s5">
                    <p:embed/>
                  </p:oleObj>
                </mc:Choice>
                <mc:Fallback>
                  <p:oleObj r:id="rId14" imgH="336" imgW="407" progId="MS_ClipArt_Gallery.2">
                    <p:embed/>
                    <p:pic>
                      <p:nvPicPr>
                        <p:cNvPr id="4536" name="Google Shape;4536;p36"/>
                        <p:cNvPicPr preferRelativeResize="0"/>
                        <p:nvPr/>
                      </p:nvPicPr>
                      <p:blipFill rotWithShape="1">
                        <a:blip r:embed="rId6">
                          <a:alphaModFix/>
                        </a:blip>
                        <a:srcRect b="0" l="0" r="0" t="0"/>
                        <a:stretch/>
                      </p:blipFill>
                      <p:spPr>
                        <a:xfrm>
                          <a:off x="1874" y="2546"/>
                          <a:ext cx="407" cy="336"/>
                        </a:xfrm>
                        <a:prstGeom prst="rect">
                          <a:avLst/>
                        </a:prstGeom>
                        <a:noFill/>
                        <a:ln>
                          <a:noFill/>
                        </a:ln>
                      </p:spPr>
                    </p:pic>
                  </p:oleObj>
                </mc:Fallback>
              </mc:AlternateContent>
            </a:graphicData>
          </a:graphic>
        </p:graphicFrame>
        <p:cxnSp>
          <p:nvCxnSpPr>
            <p:cNvPr id="4537" name="Google Shape;4537;p36"/>
            <p:cNvCxnSpPr/>
            <p:nvPr/>
          </p:nvCxnSpPr>
          <p:spPr>
            <a:xfrm flipH="1" rot="10800000">
              <a:off x="2214" y="2370"/>
              <a:ext cx="294" cy="252"/>
            </a:xfrm>
            <a:prstGeom prst="straightConnector1">
              <a:avLst/>
            </a:prstGeom>
            <a:noFill/>
            <a:ln cap="flat" cmpd="sng" w="19050">
              <a:solidFill>
                <a:schemeClr val="dk1"/>
              </a:solidFill>
              <a:prstDash val="solid"/>
              <a:miter lim="800000"/>
              <a:headEnd len="med" w="med" type="none"/>
              <a:tailEnd len="med" w="med" type="none"/>
            </a:ln>
          </p:spPr>
        </p:cxnSp>
        <p:cxnSp>
          <p:nvCxnSpPr>
            <p:cNvPr id="4538" name="Google Shape;4538;p36"/>
            <p:cNvCxnSpPr/>
            <p:nvPr/>
          </p:nvCxnSpPr>
          <p:spPr>
            <a:xfrm rot="10800000">
              <a:off x="2964" y="2406"/>
              <a:ext cx="210" cy="192"/>
            </a:xfrm>
            <a:prstGeom prst="straightConnector1">
              <a:avLst/>
            </a:prstGeom>
            <a:noFill/>
            <a:ln cap="flat" cmpd="sng" w="19050">
              <a:solidFill>
                <a:schemeClr val="dk1"/>
              </a:solidFill>
              <a:prstDash val="solid"/>
              <a:miter lim="800000"/>
              <a:headEnd len="med" w="med" type="none"/>
              <a:tailEnd len="med" w="med" type="none"/>
            </a:ln>
          </p:spPr>
        </p:cxnSp>
        <p:sp>
          <p:nvSpPr>
            <p:cNvPr id="4539" name="Google Shape;4539;p36"/>
            <p:cNvSpPr txBox="1"/>
            <p:nvPr/>
          </p:nvSpPr>
          <p:spPr>
            <a:xfrm>
              <a:off x="1646" y="2549"/>
              <a:ext cx="25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D</a:t>
              </a:r>
              <a:endParaRPr/>
            </a:p>
          </p:txBody>
        </p:sp>
        <p:sp>
          <p:nvSpPr>
            <p:cNvPr id="4540" name="Google Shape;4540;p36"/>
            <p:cNvSpPr txBox="1"/>
            <p:nvPr/>
          </p:nvSpPr>
          <p:spPr>
            <a:xfrm>
              <a:off x="3374" y="2591"/>
              <a:ext cx="2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E</a:t>
              </a:r>
              <a:endParaRPr/>
            </a:p>
          </p:txBody>
        </p:sp>
        <p:grpSp>
          <p:nvGrpSpPr>
            <p:cNvPr id="4541" name="Google Shape;4541;p36"/>
            <p:cNvGrpSpPr/>
            <p:nvPr/>
          </p:nvGrpSpPr>
          <p:grpSpPr>
            <a:xfrm rot="-2040000">
              <a:off x="2736" y="2139"/>
              <a:ext cx="399" cy="126"/>
              <a:chOff x="4176" y="2211"/>
              <a:chExt cx="399" cy="126"/>
            </a:xfrm>
          </p:grpSpPr>
          <p:sp>
            <p:nvSpPr>
              <p:cNvPr id="4542" name="Google Shape;4542;p36"/>
              <p:cNvSpPr txBox="1"/>
              <p:nvPr/>
            </p:nvSpPr>
            <p:spPr>
              <a:xfrm>
                <a:off x="4176"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43" name="Google Shape;4543;p36"/>
              <p:cNvSpPr txBox="1"/>
              <p:nvPr/>
            </p:nvSpPr>
            <p:spPr>
              <a:xfrm>
                <a:off x="4278"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44" name="Google Shape;4544;p36"/>
              <p:cNvSpPr txBox="1"/>
              <p:nvPr/>
            </p:nvSpPr>
            <p:spPr>
              <a:xfrm>
                <a:off x="4380"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45" name="Google Shape;4545;p36"/>
              <p:cNvSpPr txBox="1"/>
              <p:nvPr/>
            </p:nvSpPr>
            <p:spPr>
              <a:xfrm>
                <a:off x="4482" y="2211"/>
                <a:ext cx="93" cy="12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sp>
        <p:nvSpPr>
          <p:cNvPr id="4546" name="Google Shape;4546;p36"/>
          <p:cNvSpPr txBox="1"/>
          <p:nvPr/>
        </p:nvSpPr>
        <p:spPr>
          <a:xfrm>
            <a:off x="3241675" y="1636712"/>
            <a:ext cx="29495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1" i="1" lang="en-US" sz="2000" u="none">
                <a:solidFill>
                  <a:srgbClr val="FF0000"/>
                </a:solidFill>
                <a:latin typeface="Comic Sans MS"/>
                <a:ea typeface="Comic Sans MS"/>
                <a:cs typeface="Comic Sans MS"/>
                <a:sym typeface="Comic Sans MS"/>
              </a:rPr>
              <a:t>statistical multiplexing</a:t>
            </a:r>
            <a:endParaRPr/>
          </a:p>
        </p:txBody>
      </p:sp>
      <p:sp>
        <p:nvSpPr>
          <p:cNvPr id="4547" name="Google Shape;4547;p36"/>
          <p:cNvSpPr txBox="1"/>
          <p:nvPr/>
        </p:nvSpPr>
        <p:spPr>
          <a:xfrm>
            <a:off x="1957387" y="2984500"/>
            <a:ext cx="2112962" cy="9159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queue of packets</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waiting for output</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link</a:t>
            </a:r>
            <a:endParaRPr/>
          </a:p>
        </p:txBody>
      </p:sp>
      <p:cxnSp>
        <p:nvCxnSpPr>
          <p:cNvPr id="4548" name="Google Shape;4548;p36"/>
          <p:cNvCxnSpPr/>
          <p:nvPr/>
        </p:nvCxnSpPr>
        <p:spPr>
          <a:xfrm flipH="1" rot="10800000">
            <a:off x="2890837" y="2514600"/>
            <a:ext cx="166687" cy="523875"/>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3" name="Shape 4553"/>
        <p:cNvGrpSpPr/>
        <p:nvPr/>
      </p:nvGrpSpPr>
      <p:grpSpPr>
        <a:xfrm>
          <a:off x="0" y="0"/>
          <a:ext cx="0" cy="0"/>
          <a:chOff x="0" y="0"/>
          <a:chExt cx="0" cy="0"/>
        </a:xfrm>
      </p:grpSpPr>
      <p:sp>
        <p:nvSpPr>
          <p:cNvPr id="4554" name="Google Shape;4554;p3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555" name="Google Shape;4555;p3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556" name="Google Shape;4556;p37"/>
          <p:cNvSpPr txBox="1"/>
          <p:nvPr>
            <p:ph type="title"/>
          </p:nvPr>
        </p:nvSpPr>
        <p:spPr>
          <a:xfrm>
            <a:off x="533400" y="228600"/>
            <a:ext cx="8193087"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Packet-switching: store-and-forward</a:t>
            </a:r>
            <a:endParaRPr/>
          </a:p>
        </p:txBody>
      </p:sp>
      <p:sp>
        <p:nvSpPr>
          <p:cNvPr id="4557" name="Google Shape;4557;p37"/>
          <p:cNvSpPr txBox="1"/>
          <p:nvPr>
            <p:ph idx="1" type="body"/>
          </p:nvPr>
        </p:nvSpPr>
        <p:spPr>
          <a:xfrm>
            <a:off x="441325" y="2317750"/>
            <a:ext cx="3902075" cy="39306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takes L/R seconds to transmit (push out) packet of L bits on to link at R bps</a:t>
            </a:r>
            <a:endParaRPr/>
          </a:p>
          <a:p>
            <a:pPr indent="-342900" lvl="0" marL="342900" rtl="0" algn="l">
              <a:lnSpc>
                <a:spcPct val="90000"/>
              </a:lnSpc>
              <a:spcBef>
                <a:spcPts val="480"/>
              </a:spcBef>
              <a:spcAft>
                <a:spcPts val="0"/>
              </a:spcAft>
              <a:buClr>
                <a:schemeClr val="accent2"/>
              </a:buClr>
              <a:buSzPts val="2040"/>
              <a:buFont typeface="Noto Sans Symbols"/>
              <a:buChar char="❑"/>
            </a:pPr>
            <a:r>
              <a:rPr b="0" i="1" lang="en-US" sz="2400" u="none">
                <a:solidFill>
                  <a:srgbClr val="FF0000"/>
                </a:solidFill>
                <a:latin typeface="Comic Sans MS"/>
                <a:ea typeface="Comic Sans MS"/>
                <a:cs typeface="Comic Sans MS"/>
                <a:sym typeface="Comic Sans MS"/>
              </a:rPr>
              <a:t>store and forward: </a:t>
            </a:r>
            <a:r>
              <a:rPr b="0" i="0" lang="en-US" sz="2400" u="none">
                <a:solidFill>
                  <a:schemeClr val="dk1"/>
                </a:solidFill>
                <a:latin typeface="Comic Sans MS"/>
                <a:ea typeface="Comic Sans MS"/>
                <a:cs typeface="Comic Sans MS"/>
                <a:sym typeface="Comic Sans MS"/>
              </a:rPr>
              <a:t>entire packet must  arrive at router before it can be transmitted on next link</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delay = 3L/R (assuming zero propagation delay)</a:t>
            </a:r>
            <a:endParaRPr/>
          </a:p>
        </p:txBody>
      </p:sp>
      <p:sp>
        <p:nvSpPr>
          <p:cNvPr id="4558" name="Google Shape;4558;p37"/>
          <p:cNvSpPr txBox="1"/>
          <p:nvPr>
            <p:ph idx="1" type="body"/>
          </p:nvPr>
        </p:nvSpPr>
        <p:spPr>
          <a:xfrm>
            <a:off x="4495800" y="2317750"/>
            <a:ext cx="3810000" cy="39306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Example:</a:t>
            </a:r>
            <a:endParaRPr b="0" i="0" sz="2400" u="none">
              <a:solidFill>
                <a:schemeClr val="dk1"/>
              </a:solidFill>
              <a:latin typeface="Comic Sans MS"/>
              <a:ea typeface="Comic Sans MS"/>
              <a:cs typeface="Comic Sans MS"/>
              <a:sym typeface="Comic Sans MS"/>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 = 7.5 Mbits</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 = 1.5 Mbps</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transmission delay = 15 sec</a:t>
            </a:r>
            <a:endParaRPr/>
          </a:p>
        </p:txBody>
      </p:sp>
      <p:cxnSp>
        <p:nvCxnSpPr>
          <p:cNvPr id="4559" name="Google Shape;4559;p37"/>
          <p:cNvCxnSpPr/>
          <p:nvPr/>
        </p:nvCxnSpPr>
        <p:spPr>
          <a:xfrm>
            <a:off x="2643187" y="1744662"/>
            <a:ext cx="3095625" cy="7937"/>
          </a:xfrm>
          <a:prstGeom prst="straightConnector1">
            <a:avLst/>
          </a:prstGeom>
          <a:noFill/>
          <a:ln cap="flat" cmpd="sng" w="19050">
            <a:solidFill>
              <a:schemeClr val="dk1"/>
            </a:solidFill>
            <a:prstDash val="solid"/>
            <a:miter lim="800000"/>
            <a:headEnd len="med" w="med" type="none"/>
            <a:tailEnd len="med" w="med" type="none"/>
          </a:ln>
        </p:spPr>
      </p:cxnSp>
      <p:graphicFrame>
        <p:nvGraphicFramePr>
          <p:cNvPr id="4560" name="Google Shape;4560;p37"/>
          <p:cNvGraphicFramePr/>
          <p:nvPr/>
        </p:nvGraphicFramePr>
        <p:xfrm>
          <a:off x="2044700" y="1382712"/>
          <a:ext cx="646112" cy="533400"/>
        </p:xfrm>
        <a:graphic>
          <a:graphicData uri="http://schemas.openxmlformats.org/presentationml/2006/ole">
            <mc:AlternateContent>
              <mc:Choice Requires="v">
                <p:oleObj r:id="rId4" imgH="533400" imgW="646112" progId="MS_ClipArt_Gallery.2" spid="_x0000_s1">
                  <p:embed/>
                </p:oleObj>
              </mc:Choice>
              <mc:Fallback>
                <p:oleObj r:id="rId5" imgH="533400" imgW="646112" progId="MS_ClipArt_Gallery.2">
                  <p:embed/>
                  <p:pic>
                    <p:nvPicPr>
                      <p:cNvPr id="4560" name="Google Shape;4560;p37"/>
                      <p:cNvPicPr preferRelativeResize="0"/>
                      <p:nvPr/>
                    </p:nvPicPr>
                    <p:blipFill rotWithShape="1">
                      <a:blip r:embed="rId6">
                        <a:alphaModFix/>
                      </a:blip>
                      <a:srcRect b="0" l="0" r="0" t="0"/>
                      <a:stretch/>
                    </p:blipFill>
                    <p:spPr>
                      <a:xfrm>
                        <a:off x="2044700" y="1382712"/>
                        <a:ext cx="646112" cy="533400"/>
                      </a:xfrm>
                      <a:prstGeom prst="rect">
                        <a:avLst/>
                      </a:prstGeom>
                      <a:noFill/>
                      <a:ln>
                        <a:noFill/>
                      </a:ln>
                    </p:spPr>
                  </p:pic>
                </p:oleObj>
              </mc:Fallback>
            </mc:AlternateContent>
          </a:graphicData>
        </a:graphic>
      </p:graphicFrame>
      <p:graphicFrame>
        <p:nvGraphicFramePr>
          <p:cNvPr id="4561" name="Google Shape;4561;p37"/>
          <p:cNvGraphicFramePr/>
          <p:nvPr/>
        </p:nvGraphicFramePr>
        <p:xfrm>
          <a:off x="5662612" y="1425575"/>
          <a:ext cx="646112" cy="533400"/>
        </p:xfrm>
        <a:graphic>
          <a:graphicData uri="http://schemas.openxmlformats.org/presentationml/2006/ole">
            <mc:AlternateContent>
              <mc:Choice Requires="v">
                <p:oleObj r:id="rId7" imgH="533400" imgW="646112" progId="MS_ClipArt_Gallery.2" spid="_x0000_s2">
                  <p:embed/>
                </p:oleObj>
              </mc:Choice>
              <mc:Fallback>
                <p:oleObj r:id="rId8" imgH="533400" imgW="646112" progId="MS_ClipArt_Gallery.2">
                  <p:embed/>
                  <p:pic>
                    <p:nvPicPr>
                      <p:cNvPr id="4561" name="Google Shape;4561;p37"/>
                      <p:cNvPicPr preferRelativeResize="0"/>
                      <p:nvPr/>
                    </p:nvPicPr>
                    <p:blipFill rotWithShape="1">
                      <a:blip r:embed="rId6">
                        <a:alphaModFix/>
                      </a:blip>
                      <a:srcRect b="0" l="0" r="0" t="0"/>
                      <a:stretch/>
                    </p:blipFill>
                    <p:spPr>
                      <a:xfrm>
                        <a:off x="5662612" y="1425575"/>
                        <a:ext cx="646112" cy="533400"/>
                      </a:xfrm>
                      <a:prstGeom prst="rect">
                        <a:avLst/>
                      </a:prstGeom>
                      <a:noFill/>
                      <a:ln>
                        <a:noFill/>
                      </a:ln>
                    </p:spPr>
                  </p:pic>
                </p:oleObj>
              </mc:Fallback>
            </mc:AlternateContent>
          </a:graphicData>
        </a:graphic>
      </p:graphicFrame>
      <p:sp>
        <p:nvSpPr>
          <p:cNvPr id="4562" name="Google Shape;4562;p37"/>
          <p:cNvSpPr txBox="1"/>
          <p:nvPr/>
        </p:nvSpPr>
        <p:spPr>
          <a:xfrm>
            <a:off x="2849562" y="1719262"/>
            <a:ext cx="3444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endParaRPr/>
          </a:p>
        </p:txBody>
      </p:sp>
      <p:sp>
        <p:nvSpPr>
          <p:cNvPr id="4563" name="Google Shape;4563;p37"/>
          <p:cNvSpPr txBox="1"/>
          <p:nvPr/>
        </p:nvSpPr>
        <p:spPr>
          <a:xfrm>
            <a:off x="4022725" y="1703387"/>
            <a:ext cx="3444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endParaRPr/>
          </a:p>
        </p:txBody>
      </p:sp>
      <p:sp>
        <p:nvSpPr>
          <p:cNvPr id="4564" name="Google Shape;4564;p37"/>
          <p:cNvSpPr txBox="1"/>
          <p:nvPr/>
        </p:nvSpPr>
        <p:spPr>
          <a:xfrm>
            <a:off x="5202237" y="1709737"/>
            <a:ext cx="3444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endParaRPr/>
          </a:p>
        </p:txBody>
      </p:sp>
      <p:sp>
        <p:nvSpPr>
          <p:cNvPr id="4565" name="Google Shape;4565;p37"/>
          <p:cNvSpPr txBox="1"/>
          <p:nvPr/>
        </p:nvSpPr>
        <p:spPr>
          <a:xfrm>
            <a:off x="2476500" y="1395412"/>
            <a:ext cx="485775" cy="2936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L</a:t>
            </a:r>
            <a:endParaRPr/>
          </a:p>
        </p:txBody>
      </p:sp>
      <p:sp>
        <p:nvSpPr>
          <p:cNvPr id="4566" name="Google Shape;4566;p37"/>
          <p:cNvSpPr/>
          <p:nvPr/>
        </p:nvSpPr>
        <p:spPr>
          <a:xfrm>
            <a:off x="4379912" y="5307012"/>
            <a:ext cx="152400" cy="914400"/>
          </a:xfrm>
          <a:prstGeom prst="righ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67" name="Google Shape;4567;p37"/>
          <p:cNvSpPr txBox="1"/>
          <p:nvPr/>
        </p:nvSpPr>
        <p:spPr>
          <a:xfrm>
            <a:off x="4537075" y="5529262"/>
            <a:ext cx="29860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more on delay shortly …</a:t>
            </a:r>
            <a:endParaRPr/>
          </a:p>
        </p:txBody>
      </p:sp>
      <p:grpSp>
        <p:nvGrpSpPr>
          <p:cNvPr id="4568" name="Google Shape;4568;p37"/>
          <p:cNvGrpSpPr/>
          <p:nvPr/>
        </p:nvGrpSpPr>
        <p:grpSpPr>
          <a:xfrm>
            <a:off x="3282950" y="1528762"/>
            <a:ext cx="700087" cy="393700"/>
            <a:chOff x="3600" y="219"/>
            <a:chExt cx="360" cy="175"/>
          </a:xfrm>
        </p:grpSpPr>
        <p:sp>
          <p:nvSpPr>
            <p:cNvPr id="4569" name="Google Shape;4569;p3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570" name="Google Shape;4570;p3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571" name="Google Shape;4571;p3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572" name="Google Shape;4572;p3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73" name="Google Shape;4573;p3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574" name="Google Shape;4574;p37"/>
            <p:cNvGrpSpPr/>
            <p:nvPr/>
          </p:nvGrpSpPr>
          <p:grpSpPr>
            <a:xfrm>
              <a:off x="3686" y="244"/>
              <a:ext cx="177" cy="66"/>
              <a:chOff x="2848" y="848"/>
              <a:chExt cx="140" cy="98"/>
            </a:xfrm>
          </p:grpSpPr>
          <p:cxnSp>
            <p:nvCxnSpPr>
              <p:cNvPr id="4575" name="Google Shape;4575;p3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576" name="Google Shape;4576;p3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577" name="Google Shape;4577;p3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578" name="Google Shape;4578;p37"/>
            <p:cNvGrpSpPr/>
            <p:nvPr/>
          </p:nvGrpSpPr>
          <p:grpSpPr>
            <a:xfrm flipH="1" rot="10800000">
              <a:off x="3686" y="243"/>
              <a:ext cx="177" cy="66"/>
              <a:chOff x="2848" y="848"/>
              <a:chExt cx="140" cy="98"/>
            </a:xfrm>
          </p:grpSpPr>
          <p:cxnSp>
            <p:nvCxnSpPr>
              <p:cNvPr id="4579" name="Google Shape;4579;p3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580" name="Google Shape;4580;p3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581" name="Google Shape;4581;p3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582" name="Google Shape;4582;p37"/>
          <p:cNvGrpSpPr/>
          <p:nvPr/>
        </p:nvGrpSpPr>
        <p:grpSpPr>
          <a:xfrm>
            <a:off x="4337050" y="1546225"/>
            <a:ext cx="700087" cy="393700"/>
            <a:chOff x="3600" y="219"/>
            <a:chExt cx="360" cy="175"/>
          </a:xfrm>
        </p:grpSpPr>
        <p:sp>
          <p:nvSpPr>
            <p:cNvPr id="4583" name="Google Shape;4583;p3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584" name="Google Shape;4584;p3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585" name="Google Shape;4585;p3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586" name="Google Shape;4586;p3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87" name="Google Shape;4587;p3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588" name="Google Shape;4588;p37"/>
            <p:cNvGrpSpPr/>
            <p:nvPr/>
          </p:nvGrpSpPr>
          <p:grpSpPr>
            <a:xfrm>
              <a:off x="3686" y="244"/>
              <a:ext cx="177" cy="66"/>
              <a:chOff x="2848" y="848"/>
              <a:chExt cx="140" cy="98"/>
            </a:xfrm>
          </p:grpSpPr>
          <p:cxnSp>
            <p:nvCxnSpPr>
              <p:cNvPr id="4589" name="Google Shape;4589;p3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590" name="Google Shape;4590;p3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591" name="Google Shape;4591;p3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592" name="Google Shape;4592;p37"/>
            <p:cNvGrpSpPr/>
            <p:nvPr/>
          </p:nvGrpSpPr>
          <p:grpSpPr>
            <a:xfrm flipH="1" rot="10800000">
              <a:off x="3686" y="243"/>
              <a:ext cx="177" cy="66"/>
              <a:chOff x="2848" y="848"/>
              <a:chExt cx="140" cy="98"/>
            </a:xfrm>
          </p:grpSpPr>
          <p:cxnSp>
            <p:nvCxnSpPr>
              <p:cNvPr id="4593" name="Google Shape;4593;p3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594" name="Google Shape;4594;p3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595" name="Google Shape;4595;p3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00" name="Shape 4600"/>
        <p:cNvGrpSpPr/>
        <p:nvPr/>
      </p:nvGrpSpPr>
      <p:grpSpPr>
        <a:xfrm>
          <a:off x="0" y="0"/>
          <a:ext cx="0" cy="0"/>
          <a:chOff x="0" y="0"/>
          <a:chExt cx="0" cy="0"/>
        </a:xfrm>
      </p:grpSpPr>
      <p:sp>
        <p:nvSpPr>
          <p:cNvPr id="4601" name="Google Shape;4601;p3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602" name="Google Shape;4602;p3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grpSp>
        <p:nvGrpSpPr>
          <p:cNvPr id="4603" name="Google Shape;4603;p38"/>
          <p:cNvGrpSpPr/>
          <p:nvPr/>
        </p:nvGrpSpPr>
        <p:grpSpPr>
          <a:xfrm>
            <a:off x="5992812" y="3541712"/>
            <a:ext cx="1155700" cy="620712"/>
            <a:chOff x="3600" y="219"/>
            <a:chExt cx="360" cy="175"/>
          </a:xfrm>
        </p:grpSpPr>
        <p:sp>
          <p:nvSpPr>
            <p:cNvPr id="4604" name="Google Shape;4604;p38"/>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605" name="Google Shape;4605;p38"/>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606" name="Google Shape;4606;p38"/>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607" name="Google Shape;4607;p38"/>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08" name="Google Shape;4608;p38"/>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609" name="Google Shape;4609;p38"/>
            <p:cNvGrpSpPr/>
            <p:nvPr/>
          </p:nvGrpSpPr>
          <p:grpSpPr>
            <a:xfrm>
              <a:off x="3686" y="244"/>
              <a:ext cx="177" cy="66"/>
              <a:chOff x="2848" y="848"/>
              <a:chExt cx="140" cy="98"/>
            </a:xfrm>
          </p:grpSpPr>
          <p:cxnSp>
            <p:nvCxnSpPr>
              <p:cNvPr id="4610" name="Google Shape;4610;p38"/>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611" name="Google Shape;4611;p38"/>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612" name="Google Shape;4612;p38"/>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613" name="Google Shape;4613;p38"/>
            <p:cNvGrpSpPr/>
            <p:nvPr/>
          </p:nvGrpSpPr>
          <p:grpSpPr>
            <a:xfrm flipH="1" rot="10800000">
              <a:off x="3686" y="243"/>
              <a:ext cx="177" cy="66"/>
              <a:chOff x="2848" y="848"/>
              <a:chExt cx="140" cy="98"/>
            </a:xfrm>
          </p:grpSpPr>
          <p:cxnSp>
            <p:nvCxnSpPr>
              <p:cNvPr id="4614" name="Google Shape;4614;p38"/>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615" name="Google Shape;4615;p38"/>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616" name="Google Shape;4616;p38"/>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4617" name="Google Shape;4617;p38"/>
          <p:cNvSpPr txBox="1"/>
          <p:nvPr>
            <p:ph type="title"/>
          </p:nvPr>
        </p:nvSpPr>
        <p:spPr>
          <a:xfrm>
            <a:off x="533400" y="228600"/>
            <a:ext cx="8001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Packet switching versus circuit switching</a:t>
            </a:r>
            <a:endParaRPr/>
          </a:p>
        </p:txBody>
      </p:sp>
      <p:sp>
        <p:nvSpPr>
          <p:cNvPr id="4618" name="Google Shape;4618;p38"/>
          <p:cNvSpPr txBox="1"/>
          <p:nvPr>
            <p:ph idx="1" type="body"/>
          </p:nvPr>
        </p:nvSpPr>
        <p:spPr>
          <a:xfrm>
            <a:off x="533400" y="19812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1 Mb/s link</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each user: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100 kb/s when “active”</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active 10% of time</a:t>
            </a:r>
            <a:endParaRPr/>
          </a:p>
          <a:p>
            <a:pPr indent="-190500" lvl="1" marL="742950" rtl="0" algn="l">
              <a:lnSpc>
                <a:spcPct val="100000"/>
              </a:lnSpc>
              <a:spcBef>
                <a:spcPts val="400"/>
              </a:spcBef>
              <a:spcAft>
                <a:spcPts val="0"/>
              </a:spcAft>
              <a:buClr>
                <a:schemeClr val="accent2"/>
              </a:buClr>
              <a:buSzPts val="1500"/>
              <a:buFont typeface="Noto Sans Symbols"/>
              <a:buNone/>
            </a:pPr>
            <a:r>
              <a:t/>
            </a:r>
            <a:endParaRPr b="0" i="0" sz="20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1" lang="en-US" sz="2400" u="none">
                <a:solidFill>
                  <a:srgbClr val="FF3300"/>
                </a:solidFill>
                <a:latin typeface="Comic Sans MS"/>
                <a:ea typeface="Comic Sans MS"/>
                <a:cs typeface="Comic Sans MS"/>
                <a:sym typeface="Comic Sans MS"/>
              </a:rPr>
              <a:t>circuit-switching:</a:t>
            </a:r>
            <a:r>
              <a:rPr b="0" i="0" lang="en-US" sz="2400" u="none">
                <a:solidFill>
                  <a:schemeClr val="dk1"/>
                </a:solidFill>
                <a:latin typeface="Comic Sans MS"/>
                <a:ea typeface="Comic Sans MS"/>
                <a:cs typeface="Comic Sans MS"/>
                <a:sym typeface="Comic Sans MS"/>
              </a:rPr>
              <a:t>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10 users</a:t>
            </a:r>
            <a:endParaRPr/>
          </a:p>
          <a:p>
            <a:pPr indent="-342900" lvl="0" marL="342900" rtl="0" algn="l">
              <a:lnSpc>
                <a:spcPct val="100000"/>
              </a:lnSpc>
              <a:spcBef>
                <a:spcPts val="480"/>
              </a:spcBef>
              <a:spcAft>
                <a:spcPts val="0"/>
              </a:spcAft>
              <a:buClr>
                <a:schemeClr val="accent2"/>
              </a:buClr>
              <a:buSzPts val="2040"/>
              <a:buFont typeface="Noto Sans Symbols"/>
              <a:buChar char="❑"/>
            </a:pPr>
            <a:r>
              <a:rPr b="0" i="1" lang="en-US" sz="2400" u="none">
                <a:solidFill>
                  <a:srgbClr val="FF3300"/>
                </a:solidFill>
                <a:latin typeface="Comic Sans MS"/>
                <a:ea typeface="Comic Sans MS"/>
                <a:cs typeface="Comic Sans MS"/>
                <a:sym typeface="Comic Sans MS"/>
              </a:rPr>
              <a:t>packet switching:</a:t>
            </a:r>
            <a:r>
              <a:rPr b="0" i="0" lang="en-US" sz="2400" u="none">
                <a:solidFill>
                  <a:schemeClr val="dk1"/>
                </a:solidFill>
                <a:latin typeface="Comic Sans MS"/>
                <a:ea typeface="Comic Sans MS"/>
                <a:cs typeface="Comic Sans MS"/>
                <a:sym typeface="Comic Sans MS"/>
              </a:rPr>
              <a:t>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with 35 users, probability &gt; 10 active at same time is less than .0004</a:t>
            </a:r>
            <a:endParaRPr/>
          </a:p>
          <a:p>
            <a:pPr indent="-234950" lvl="0" marL="342900" rtl="0" algn="l">
              <a:spcBef>
                <a:spcPts val="400"/>
              </a:spcBef>
              <a:spcAft>
                <a:spcPts val="0"/>
              </a:spcAft>
              <a:buSzPts val="1700"/>
              <a:buNone/>
            </a:pPr>
            <a:r>
              <a:t/>
            </a:r>
            <a:endParaRPr b="0" i="0" sz="2000" u="none">
              <a:solidFill>
                <a:schemeClr val="dk1"/>
              </a:solidFill>
              <a:latin typeface="Comic Sans MS"/>
              <a:ea typeface="Comic Sans MS"/>
              <a:cs typeface="Comic Sans MS"/>
              <a:sym typeface="Comic Sans MS"/>
            </a:endParaRPr>
          </a:p>
        </p:txBody>
      </p:sp>
      <p:sp>
        <p:nvSpPr>
          <p:cNvPr id="4619" name="Google Shape;4619;p38"/>
          <p:cNvSpPr txBox="1"/>
          <p:nvPr>
            <p:ph idx="1" type="body"/>
          </p:nvPr>
        </p:nvSpPr>
        <p:spPr>
          <a:xfrm>
            <a:off x="257175" y="1293812"/>
            <a:ext cx="8715375" cy="609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1" lang="en-US" sz="2800" u="none">
                <a:solidFill>
                  <a:srgbClr val="FF3300"/>
                </a:solidFill>
                <a:latin typeface="Comic Sans MS"/>
                <a:ea typeface="Comic Sans MS"/>
                <a:cs typeface="Comic Sans MS"/>
                <a:sym typeface="Comic Sans MS"/>
              </a:rPr>
              <a:t>Packet switching allows more users to use network!</a:t>
            </a:r>
            <a:endParaRPr/>
          </a:p>
        </p:txBody>
      </p:sp>
      <p:cxnSp>
        <p:nvCxnSpPr>
          <p:cNvPr id="4620" name="Google Shape;4620;p38"/>
          <p:cNvCxnSpPr/>
          <p:nvPr/>
        </p:nvCxnSpPr>
        <p:spPr>
          <a:xfrm>
            <a:off x="4933950" y="3333750"/>
            <a:ext cx="838200" cy="457200"/>
          </a:xfrm>
          <a:prstGeom prst="straightConnector1">
            <a:avLst/>
          </a:prstGeom>
          <a:noFill/>
          <a:ln cap="flat" cmpd="sng" w="28575">
            <a:solidFill>
              <a:schemeClr val="accent2"/>
            </a:solidFill>
            <a:prstDash val="solid"/>
            <a:miter lim="800000"/>
            <a:headEnd len="med" w="med" type="none"/>
            <a:tailEnd len="med" w="med" type="none"/>
          </a:ln>
        </p:spPr>
      </p:cxnSp>
      <p:cxnSp>
        <p:nvCxnSpPr>
          <p:cNvPr id="4621" name="Google Shape;4621;p38"/>
          <p:cNvCxnSpPr/>
          <p:nvPr/>
        </p:nvCxnSpPr>
        <p:spPr>
          <a:xfrm>
            <a:off x="5772150" y="3790950"/>
            <a:ext cx="2038350" cy="0"/>
          </a:xfrm>
          <a:prstGeom prst="straightConnector1">
            <a:avLst/>
          </a:prstGeom>
          <a:noFill/>
          <a:ln cap="flat" cmpd="sng" w="28575">
            <a:solidFill>
              <a:schemeClr val="accent2"/>
            </a:solidFill>
            <a:prstDash val="solid"/>
            <a:miter lim="800000"/>
            <a:headEnd len="med" w="med" type="none"/>
            <a:tailEnd len="med" w="med" type="triangle"/>
          </a:ln>
        </p:spPr>
      </p:cxnSp>
      <p:cxnSp>
        <p:nvCxnSpPr>
          <p:cNvPr id="4622" name="Google Shape;4622;p38"/>
          <p:cNvCxnSpPr/>
          <p:nvPr/>
        </p:nvCxnSpPr>
        <p:spPr>
          <a:xfrm>
            <a:off x="5772150" y="3943350"/>
            <a:ext cx="2038350" cy="0"/>
          </a:xfrm>
          <a:prstGeom prst="straightConnector1">
            <a:avLst/>
          </a:prstGeom>
          <a:noFill/>
          <a:ln cap="flat" cmpd="sng" w="28575">
            <a:solidFill>
              <a:schemeClr val="accent2"/>
            </a:solidFill>
            <a:prstDash val="solid"/>
            <a:miter lim="800000"/>
            <a:headEnd len="med" w="med" type="none"/>
            <a:tailEnd len="med" w="med" type="triangle"/>
          </a:ln>
        </p:spPr>
      </p:cxnSp>
      <p:cxnSp>
        <p:nvCxnSpPr>
          <p:cNvPr id="4623" name="Google Shape;4623;p38"/>
          <p:cNvCxnSpPr/>
          <p:nvPr/>
        </p:nvCxnSpPr>
        <p:spPr>
          <a:xfrm flipH="1" rot="10800000">
            <a:off x="5010150" y="3943350"/>
            <a:ext cx="762000" cy="609600"/>
          </a:xfrm>
          <a:prstGeom prst="straightConnector1">
            <a:avLst/>
          </a:prstGeom>
          <a:noFill/>
          <a:ln cap="flat" cmpd="sng" w="28575">
            <a:solidFill>
              <a:schemeClr val="accent2"/>
            </a:solidFill>
            <a:prstDash val="solid"/>
            <a:miter lim="800000"/>
            <a:headEnd len="med" w="med" type="none"/>
            <a:tailEnd len="med" w="med" type="none"/>
          </a:ln>
        </p:spPr>
      </p:cxnSp>
      <p:sp>
        <p:nvSpPr>
          <p:cNvPr id="4624" name="Google Shape;4624;p38"/>
          <p:cNvSpPr txBox="1"/>
          <p:nvPr/>
        </p:nvSpPr>
        <p:spPr>
          <a:xfrm>
            <a:off x="3897312" y="3627437"/>
            <a:ext cx="12842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N users</a:t>
            </a:r>
            <a:endParaRPr/>
          </a:p>
        </p:txBody>
      </p:sp>
      <p:sp>
        <p:nvSpPr>
          <p:cNvPr id="4625" name="Google Shape;4625;p38"/>
          <p:cNvSpPr txBox="1"/>
          <p:nvPr/>
        </p:nvSpPr>
        <p:spPr>
          <a:xfrm>
            <a:off x="7096125" y="4075112"/>
            <a:ext cx="175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1 Mbps link</a:t>
            </a:r>
            <a:endParaRPr/>
          </a:p>
        </p:txBody>
      </p:sp>
      <p:cxnSp>
        <p:nvCxnSpPr>
          <p:cNvPr id="4626" name="Google Shape;4626;p38"/>
          <p:cNvCxnSpPr/>
          <p:nvPr/>
        </p:nvCxnSpPr>
        <p:spPr>
          <a:xfrm>
            <a:off x="7077075" y="3857625"/>
            <a:ext cx="1714500" cy="0"/>
          </a:xfrm>
          <a:prstGeom prst="straightConnector1">
            <a:avLst/>
          </a:prstGeom>
          <a:noFill/>
          <a:ln cap="flat" cmpd="sng" w="28575">
            <a:solidFill>
              <a:schemeClr val="dk1"/>
            </a:solidFill>
            <a:prstDash val="solid"/>
            <a:miter lim="800000"/>
            <a:headEnd len="med" w="med" type="none"/>
            <a:tailEnd len="med" w="med" type="none"/>
          </a:ln>
        </p:spPr>
      </p:cxnSp>
      <p:sp>
        <p:nvSpPr>
          <p:cNvPr id="4627" name="Google Shape;4627;p38"/>
          <p:cNvSpPr txBox="1"/>
          <p:nvPr/>
        </p:nvSpPr>
        <p:spPr>
          <a:xfrm>
            <a:off x="4468812" y="5330825"/>
            <a:ext cx="40386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Q: how did we get value 0.0004?</a:t>
            </a:r>
            <a:endParaRPr/>
          </a:p>
        </p:txBody>
      </p:sp>
      <p:graphicFrame>
        <p:nvGraphicFramePr>
          <p:cNvPr id="4628" name="Google Shape;4628;p38"/>
          <p:cNvGraphicFramePr/>
          <p:nvPr/>
        </p:nvGraphicFramePr>
        <p:xfrm>
          <a:off x="4379912" y="2946400"/>
          <a:ext cx="611187" cy="504825"/>
        </p:xfrm>
        <a:graphic>
          <a:graphicData uri="http://schemas.openxmlformats.org/presentationml/2006/ole">
            <mc:AlternateContent>
              <mc:Choice Requires="v">
                <p:oleObj r:id="rId4" imgH="504825" imgW="611187" progId="MS_ClipArt_Gallery.2" spid="_x0000_s1">
                  <p:embed/>
                </p:oleObj>
              </mc:Choice>
              <mc:Fallback>
                <p:oleObj r:id="rId5" imgH="504825" imgW="611187" progId="MS_ClipArt_Gallery.2">
                  <p:embed/>
                  <p:pic>
                    <p:nvPicPr>
                      <p:cNvPr id="4628" name="Google Shape;4628;p38"/>
                      <p:cNvPicPr preferRelativeResize="0"/>
                      <p:nvPr/>
                    </p:nvPicPr>
                    <p:blipFill rotWithShape="1">
                      <a:blip r:embed="rId6">
                        <a:alphaModFix/>
                      </a:blip>
                      <a:srcRect b="0" l="0" r="0" t="0"/>
                      <a:stretch/>
                    </p:blipFill>
                    <p:spPr>
                      <a:xfrm>
                        <a:off x="4379912" y="2946400"/>
                        <a:ext cx="611187" cy="504825"/>
                      </a:xfrm>
                      <a:prstGeom prst="rect">
                        <a:avLst/>
                      </a:prstGeom>
                      <a:noFill/>
                      <a:ln>
                        <a:noFill/>
                      </a:ln>
                    </p:spPr>
                  </p:pic>
                </p:oleObj>
              </mc:Fallback>
            </mc:AlternateContent>
          </a:graphicData>
        </a:graphic>
      </p:graphicFrame>
      <p:graphicFrame>
        <p:nvGraphicFramePr>
          <p:cNvPr id="4629" name="Google Shape;4629;p38"/>
          <p:cNvGraphicFramePr/>
          <p:nvPr/>
        </p:nvGraphicFramePr>
        <p:xfrm>
          <a:off x="4465637" y="4294187"/>
          <a:ext cx="611187" cy="504825"/>
        </p:xfrm>
        <a:graphic>
          <a:graphicData uri="http://schemas.openxmlformats.org/presentationml/2006/ole">
            <mc:AlternateContent>
              <mc:Choice Requires="v">
                <p:oleObj r:id="rId7" imgH="504825" imgW="611187" progId="MS_ClipArt_Gallery.2" spid="_x0000_s2">
                  <p:embed/>
                </p:oleObj>
              </mc:Choice>
              <mc:Fallback>
                <p:oleObj r:id="rId8" imgH="504825" imgW="611187" progId="MS_ClipArt_Gallery.2">
                  <p:embed/>
                  <p:pic>
                    <p:nvPicPr>
                      <p:cNvPr id="4629" name="Google Shape;4629;p38"/>
                      <p:cNvPicPr preferRelativeResize="0"/>
                      <p:nvPr/>
                    </p:nvPicPr>
                    <p:blipFill rotWithShape="1">
                      <a:blip r:embed="rId6">
                        <a:alphaModFix/>
                      </a:blip>
                      <a:srcRect b="0" l="0" r="0" t="0"/>
                      <a:stretch/>
                    </p:blipFill>
                    <p:spPr>
                      <a:xfrm>
                        <a:off x="4465637" y="4294187"/>
                        <a:ext cx="611187" cy="504825"/>
                      </a:xfrm>
                      <a:prstGeom prst="rect">
                        <a:avLst/>
                      </a:prstGeom>
                      <a:noFill/>
                      <a:ln>
                        <a:noFill/>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34" name="Shape 4634"/>
        <p:cNvGrpSpPr/>
        <p:nvPr/>
      </p:nvGrpSpPr>
      <p:grpSpPr>
        <a:xfrm>
          <a:off x="0" y="0"/>
          <a:ext cx="0" cy="0"/>
          <a:chOff x="0" y="0"/>
          <a:chExt cx="0" cy="0"/>
        </a:xfrm>
      </p:grpSpPr>
      <p:sp>
        <p:nvSpPr>
          <p:cNvPr id="4635" name="Google Shape;4635;p3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636" name="Google Shape;4636;p3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637" name="Google Shape;4637;p39"/>
          <p:cNvSpPr txBox="1"/>
          <p:nvPr>
            <p:ph type="title"/>
          </p:nvPr>
        </p:nvSpPr>
        <p:spPr>
          <a:xfrm>
            <a:off x="533400" y="228600"/>
            <a:ext cx="8001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Packet switching versus circuit switching</a:t>
            </a:r>
            <a:endParaRPr/>
          </a:p>
        </p:txBody>
      </p:sp>
      <p:sp>
        <p:nvSpPr>
          <p:cNvPr id="4638" name="Google Shape;4638;p39"/>
          <p:cNvSpPr txBox="1"/>
          <p:nvPr>
            <p:ph idx="1" type="body"/>
          </p:nvPr>
        </p:nvSpPr>
        <p:spPr>
          <a:xfrm>
            <a:off x="533400" y="1981200"/>
            <a:ext cx="8196262"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great for bursty data</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resource sharing</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simpler, no call setup</a:t>
            </a:r>
            <a:endParaRPr b="0" i="0" sz="20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excessive congestion:</a:t>
            </a:r>
            <a:r>
              <a:rPr b="0" i="0" lang="en-US" sz="2400" u="none">
                <a:solidFill>
                  <a:schemeClr val="dk1"/>
                </a:solidFill>
                <a:latin typeface="Comic Sans MS"/>
                <a:ea typeface="Comic Sans MS"/>
                <a:cs typeface="Comic Sans MS"/>
                <a:sym typeface="Comic Sans MS"/>
              </a:rPr>
              <a:t> packet delay and loss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protocols needed for reliable data transfer, congestion control</a:t>
            </a:r>
            <a:endParaRPr b="0" i="0" sz="20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Q: How to provide circuit-like behavior?</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bandwidth guarantees needed for audio/video apps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still an unsolved problem (chapter 7)</a:t>
            </a:r>
            <a:endParaRPr/>
          </a:p>
        </p:txBody>
      </p:sp>
      <p:sp>
        <p:nvSpPr>
          <p:cNvPr id="4639" name="Google Shape;4639;p39"/>
          <p:cNvSpPr txBox="1"/>
          <p:nvPr>
            <p:ph idx="1" type="body"/>
          </p:nvPr>
        </p:nvSpPr>
        <p:spPr>
          <a:xfrm>
            <a:off x="533400" y="1371600"/>
            <a:ext cx="7620000" cy="609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rgbClr val="FF0000"/>
                </a:solidFill>
                <a:latin typeface="Comic Sans MS"/>
                <a:ea typeface="Comic Sans MS"/>
                <a:cs typeface="Comic Sans MS"/>
                <a:sym typeface="Comic Sans MS"/>
              </a:rPr>
              <a:t>Is packet switching a “slam dunk winner?”</a:t>
            </a:r>
            <a:endParaRPr/>
          </a:p>
        </p:txBody>
      </p:sp>
      <p:sp>
        <p:nvSpPr>
          <p:cNvPr id="4640" name="Google Shape;4640;p39"/>
          <p:cNvSpPr txBox="1"/>
          <p:nvPr/>
        </p:nvSpPr>
        <p:spPr>
          <a:xfrm>
            <a:off x="350837" y="6010275"/>
            <a:ext cx="6634162"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Q:  human analogies of reserved resources (circuit switching) versus on-demand allocation (packet-switching)?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45" name="Shape 4645"/>
        <p:cNvGrpSpPr/>
        <p:nvPr/>
      </p:nvGrpSpPr>
      <p:grpSpPr>
        <a:xfrm>
          <a:off x="0" y="0"/>
          <a:ext cx="0" cy="0"/>
          <a:chOff x="0" y="0"/>
          <a:chExt cx="0" cy="0"/>
        </a:xfrm>
      </p:grpSpPr>
      <p:sp>
        <p:nvSpPr>
          <p:cNvPr id="4646" name="Google Shape;4646;p4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647" name="Google Shape;4647;p4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648" name="Google Shape;4648;p40"/>
          <p:cNvSpPr txBox="1"/>
          <p:nvPr>
            <p:ph type="title"/>
          </p:nvPr>
        </p:nvSpPr>
        <p:spPr>
          <a:xfrm>
            <a:off x="533400" y="228600"/>
            <a:ext cx="809625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Internet structure: network of networks</a:t>
            </a:r>
            <a:endParaRPr/>
          </a:p>
        </p:txBody>
      </p:sp>
      <p:sp>
        <p:nvSpPr>
          <p:cNvPr id="4649" name="Google Shape;4649;p40"/>
          <p:cNvSpPr txBox="1"/>
          <p:nvPr>
            <p:ph idx="1" type="body"/>
          </p:nvPr>
        </p:nvSpPr>
        <p:spPr>
          <a:xfrm>
            <a:off x="352425" y="1428750"/>
            <a:ext cx="8440737"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roughly hierarchical</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at center: “tier-1” ISPs </a:t>
            </a:r>
            <a:r>
              <a:rPr b="0" i="0" lang="en-US" sz="2400" u="none">
                <a:solidFill>
                  <a:schemeClr val="dk1"/>
                </a:solidFill>
                <a:latin typeface="Comic Sans MS"/>
                <a:ea typeface="Comic Sans MS"/>
                <a:cs typeface="Comic Sans MS"/>
                <a:sym typeface="Comic Sans MS"/>
              </a:rPr>
              <a:t>(e.g., Verizon, Sprint, AT&amp;T, Cable and Wireless), national/international coverage</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treat each other as equals</a:t>
            </a:r>
            <a:endParaRPr/>
          </a:p>
        </p:txBody>
      </p:sp>
      <p:sp>
        <p:nvSpPr>
          <p:cNvPr id="4650" name="Google Shape;4650;p40"/>
          <p:cNvSpPr/>
          <p:nvPr/>
        </p:nvSpPr>
        <p:spPr>
          <a:xfrm>
            <a:off x="2432050" y="4883150"/>
            <a:ext cx="1863725" cy="7905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651" name="Google Shape;4651;p40"/>
          <p:cNvSpPr/>
          <p:nvPr/>
        </p:nvSpPr>
        <p:spPr>
          <a:xfrm>
            <a:off x="3530600" y="3679825"/>
            <a:ext cx="1863725" cy="7905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652" name="Google Shape;4652;p40"/>
          <p:cNvSpPr/>
          <p:nvPr/>
        </p:nvSpPr>
        <p:spPr>
          <a:xfrm>
            <a:off x="4800600" y="4845050"/>
            <a:ext cx="1863725" cy="7905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grpSp>
        <p:nvGrpSpPr>
          <p:cNvPr id="4653" name="Google Shape;4653;p40"/>
          <p:cNvGrpSpPr/>
          <p:nvPr/>
        </p:nvGrpSpPr>
        <p:grpSpPr>
          <a:xfrm>
            <a:off x="720725" y="3781425"/>
            <a:ext cx="4533900" cy="1543050"/>
            <a:chOff x="454" y="2122"/>
            <a:chExt cx="2856" cy="972"/>
          </a:xfrm>
        </p:grpSpPr>
        <p:sp>
          <p:nvSpPr>
            <p:cNvPr id="4654" name="Google Shape;4654;p40"/>
            <p:cNvSpPr/>
            <p:nvPr/>
          </p:nvSpPr>
          <p:spPr>
            <a:xfrm>
              <a:off x="3226" y="2796"/>
              <a:ext cx="84" cy="9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55" name="Google Shape;4655;p40"/>
            <p:cNvSpPr/>
            <p:nvPr/>
          </p:nvSpPr>
          <p:spPr>
            <a:xfrm>
              <a:off x="2942" y="2500"/>
              <a:ext cx="84" cy="90"/>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56" name="Google Shape;4656;p40"/>
            <p:cNvSpPr/>
            <p:nvPr/>
          </p:nvSpPr>
          <p:spPr>
            <a:xfrm>
              <a:off x="2650" y="2516"/>
              <a:ext cx="84" cy="90"/>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57" name="Google Shape;4657;p40"/>
            <p:cNvSpPr/>
            <p:nvPr/>
          </p:nvSpPr>
          <p:spPr>
            <a:xfrm>
              <a:off x="2354" y="2804"/>
              <a:ext cx="84" cy="90"/>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58" name="Google Shape;4658;p40"/>
            <p:cNvSpPr/>
            <p:nvPr/>
          </p:nvSpPr>
          <p:spPr>
            <a:xfrm>
              <a:off x="2666" y="3004"/>
              <a:ext cx="84" cy="90"/>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59" name="Google Shape;4659;p40"/>
            <p:cNvSpPr/>
            <p:nvPr/>
          </p:nvSpPr>
          <p:spPr>
            <a:xfrm>
              <a:off x="2990" y="2996"/>
              <a:ext cx="84" cy="9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660" name="Google Shape;4660;p40"/>
            <p:cNvCxnSpPr/>
            <p:nvPr/>
          </p:nvCxnSpPr>
          <p:spPr>
            <a:xfrm flipH="1" rot="10800000">
              <a:off x="2752" y="3040"/>
              <a:ext cx="240" cy="4"/>
            </a:xfrm>
            <a:prstGeom prst="straightConnector1">
              <a:avLst/>
            </a:prstGeom>
            <a:noFill/>
            <a:ln cap="flat" cmpd="sng" w="19050">
              <a:solidFill>
                <a:schemeClr val="dk1"/>
              </a:solidFill>
              <a:prstDash val="solid"/>
              <a:miter lim="800000"/>
              <a:headEnd len="med" w="med" type="none"/>
              <a:tailEnd len="med" w="med" type="none"/>
            </a:ln>
          </p:spPr>
        </p:cxnSp>
        <p:cxnSp>
          <p:nvCxnSpPr>
            <p:cNvPr id="4661" name="Google Shape;4661;p40"/>
            <p:cNvCxnSpPr/>
            <p:nvPr/>
          </p:nvCxnSpPr>
          <p:spPr>
            <a:xfrm>
              <a:off x="3010" y="2572"/>
              <a:ext cx="232" cy="232"/>
            </a:xfrm>
            <a:prstGeom prst="straightConnector1">
              <a:avLst/>
            </a:prstGeom>
            <a:noFill/>
            <a:ln cap="flat" cmpd="sng" w="19050">
              <a:solidFill>
                <a:schemeClr val="dk1"/>
              </a:solidFill>
              <a:prstDash val="solid"/>
              <a:miter lim="800000"/>
              <a:headEnd len="med" w="med" type="none"/>
              <a:tailEnd len="med" w="med" type="none"/>
            </a:ln>
          </p:spPr>
        </p:cxnSp>
        <p:cxnSp>
          <p:nvCxnSpPr>
            <p:cNvPr id="4662" name="Google Shape;4662;p40"/>
            <p:cNvCxnSpPr/>
            <p:nvPr/>
          </p:nvCxnSpPr>
          <p:spPr>
            <a:xfrm flipH="1" rot="10800000">
              <a:off x="2416" y="2592"/>
              <a:ext cx="248" cy="224"/>
            </a:xfrm>
            <a:prstGeom prst="straightConnector1">
              <a:avLst/>
            </a:prstGeom>
            <a:noFill/>
            <a:ln cap="flat" cmpd="sng" w="19050">
              <a:solidFill>
                <a:schemeClr val="dk1"/>
              </a:solidFill>
              <a:prstDash val="solid"/>
              <a:miter lim="800000"/>
              <a:headEnd len="med" w="med" type="none"/>
              <a:tailEnd len="med" w="med" type="none"/>
            </a:ln>
          </p:spPr>
        </p:cxnSp>
        <p:sp>
          <p:nvSpPr>
            <p:cNvPr id="4663" name="Google Shape;4663;p40"/>
            <p:cNvSpPr txBox="1"/>
            <p:nvPr/>
          </p:nvSpPr>
          <p:spPr>
            <a:xfrm>
              <a:off x="454" y="2122"/>
              <a:ext cx="987" cy="9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Tier-1 providers interconnect (peer) privately</a:t>
              </a:r>
              <a:endParaRPr/>
            </a:p>
          </p:txBody>
        </p:sp>
        <p:cxnSp>
          <p:nvCxnSpPr>
            <p:cNvPr id="4664" name="Google Shape;4664;p40"/>
            <p:cNvCxnSpPr/>
            <p:nvPr/>
          </p:nvCxnSpPr>
          <p:spPr>
            <a:xfrm>
              <a:off x="992" y="2224"/>
              <a:ext cx="1472" cy="432"/>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69" name="Shape 4669"/>
        <p:cNvGrpSpPr/>
        <p:nvPr/>
      </p:nvGrpSpPr>
      <p:grpSpPr>
        <a:xfrm>
          <a:off x="0" y="0"/>
          <a:ext cx="0" cy="0"/>
          <a:chOff x="0" y="0"/>
          <a:chExt cx="0" cy="0"/>
        </a:xfrm>
      </p:grpSpPr>
      <p:sp>
        <p:nvSpPr>
          <p:cNvPr id="4670" name="Google Shape;4670;p4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671" name="Google Shape;4671;p4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4672" name="Google Shape;4672;p41"/>
          <p:cNvPicPr preferRelativeResize="0"/>
          <p:nvPr/>
        </p:nvPicPr>
        <p:blipFill rotWithShape="1">
          <a:blip r:embed="rId3">
            <a:alphaModFix/>
          </a:blip>
          <a:srcRect b="0" l="0" r="0" t="0"/>
          <a:stretch/>
        </p:blipFill>
        <p:spPr>
          <a:xfrm>
            <a:off x="565150" y="1465262"/>
            <a:ext cx="8385175" cy="4765675"/>
          </a:xfrm>
          <a:prstGeom prst="rect">
            <a:avLst/>
          </a:prstGeom>
          <a:noFill/>
          <a:ln>
            <a:noFill/>
          </a:ln>
        </p:spPr>
      </p:pic>
      <p:sp>
        <p:nvSpPr>
          <p:cNvPr id="4673" name="Google Shape;4673;p4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Tier-1 ISP: e.g., Sprint</a:t>
            </a:r>
            <a:endParaRPr/>
          </a:p>
        </p:txBody>
      </p:sp>
      <p:grpSp>
        <p:nvGrpSpPr>
          <p:cNvPr id="4674" name="Google Shape;4674;p41"/>
          <p:cNvGrpSpPr/>
          <p:nvPr/>
        </p:nvGrpSpPr>
        <p:grpSpPr>
          <a:xfrm>
            <a:off x="1452562" y="1674812"/>
            <a:ext cx="3089275" cy="3046412"/>
            <a:chOff x="1063" y="1858"/>
            <a:chExt cx="1946" cy="1919"/>
          </a:xfrm>
        </p:grpSpPr>
        <p:grpSp>
          <p:nvGrpSpPr>
            <p:cNvPr id="4675" name="Google Shape;4675;p41"/>
            <p:cNvGrpSpPr/>
            <p:nvPr/>
          </p:nvGrpSpPr>
          <p:grpSpPr>
            <a:xfrm>
              <a:off x="1449" y="1866"/>
              <a:ext cx="1560" cy="1911"/>
              <a:chOff x="2472" y="1212"/>
              <a:chExt cx="1908" cy="2232"/>
            </a:xfrm>
          </p:grpSpPr>
          <p:sp>
            <p:nvSpPr>
              <p:cNvPr id="4676" name="Google Shape;4676;p41"/>
              <p:cNvSpPr txBox="1"/>
              <p:nvPr/>
            </p:nvSpPr>
            <p:spPr>
              <a:xfrm>
                <a:off x="2472" y="1242"/>
                <a:ext cx="1908" cy="22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677" name="Google Shape;4677;p41"/>
              <p:cNvGrpSpPr/>
              <p:nvPr/>
            </p:nvGrpSpPr>
            <p:grpSpPr>
              <a:xfrm>
                <a:off x="2547" y="1212"/>
                <a:ext cx="1781" cy="2179"/>
                <a:chOff x="2547" y="1212"/>
                <a:chExt cx="1781" cy="2179"/>
              </a:xfrm>
            </p:grpSpPr>
            <p:grpSp>
              <p:nvGrpSpPr>
                <p:cNvPr id="4678" name="Google Shape;4678;p41"/>
                <p:cNvGrpSpPr/>
                <p:nvPr/>
              </p:nvGrpSpPr>
              <p:grpSpPr>
                <a:xfrm flipH="1">
                  <a:off x="2612" y="2114"/>
                  <a:ext cx="345" cy="337"/>
                  <a:chOff x="3776" y="2126"/>
                  <a:chExt cx="441" cy="337"/>
                </a:xfrm>
              </p:grpSpPr>
              <p:cxnSp>
                <p:nvCxnSpPr>
                  <p:cNvPr id="4679" name="Google Shape;4679;p41"/>
                  <p:cNvCxnSpPr/>
                  <p:nvPr/>
                </p:nvCxnSpPr>
                <p:spPr>
                  <a:xfrm>
                    <a:off x="3776" y="2278"/>
                    <a:ext cx="441" cy="0"/>
                  </a:xfrm>
                  <a:prstGeom prst="straightConnector1">
                    <a:avLst/>
                  </a:prstGeom>
                  <a:noFill/>
                  <a:ln cap="flat" cmpd="sng" w="12700">
                    <a:solidFill>
                      <a:schemeClr val="dk1"/>
                    </a:solidFill>
                    <a:prstDash val="solid"/>
                    <a:miter lim="800000"/>
                    <a:headEnd len="med" w="med" type="none"/>
                    <a:tailEnd len="med" w="med" type="none"/>
                  </a:ln>
                </p:spPr>
              </p:cxnSp>
              <p:cxnSp>
                <p:nvCxnSpPr>
                  <p:cNvPr id="4680" name="Google Shape;4680;p41"/>
                  <p:cNvCxnSpPr/>
                  <p:nvPr/>
                </p:nvCxnSpPr>
                <p:spPr>
                  <a:xfrm>
                    <a:off x="3776" y="2374"/>
                    <a:ext cx="441" cy="0"/>
                  </a:xfrm>
                  <a:prstGeom prst="straightConnector1">
                    <a:avLst/>
                  </a:prstGeom>
                  <a:noFill/>
                  <a:ln cap="flat" cmpd="sng" w="12700">
                    <a:solidFill>
                      <a:schemeClr val="dk1"/>
                    </a:solidFill>
                    <a:prstDash val="solid"/>
                    <a:miter lim="800000"/>
                    <a:headEnd len="med" w="med" type="none"/>
                    <a:tailEnd len="med" w="med" type="none"/>
                  </a:ln>
                </p:spPr>
              </p:cxnSp>
              <p:sp>
                <p:nvSpPr>
                  <p:cNvPr id="4681" name="Google Shape;4681;p41"/>
                  <p:cNvSpPr txBox="1"/>
                  <p:nvPr/>
                </p:nvSpPr>
                <p:spPr>
                  <a:xfrm>
                    <a:off x="3787" y="2126"/>
                    <a:ext cx="358" cy="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t>
                    </a:r>
                    <a:endParaRPr/>
                  </a:p>
                </p:txBody>
              </p:sp>
            </p:grpSp>
            <p:grpSp>
              <p:nvGrpSpPr>
                <p:cNvPr id="4682" name="Google Shape;4682;p41"/>
                <p:cNvGrpSpPr/>
                <p:nvPr/>
              </p:nvGrpSpPr>
              <p:grpSpPr>
                <a:xfrm flipH="1">
                  <a:off x="2867" y="2398"/>
                  <a:ext cx="949" cy="332"/>
                  <a:chOff x="2927" y="2500"/>
                  <a:chExt cx="949" cy="332"/>
                </a:xfrm>
              </p:grpSpPr>
              <p:cxnSp>
                <p:nvCxnSpPr>
                  <p:cNvPr id="4683" name="Google Shape;4683;p41"/>
                  <p:cNvCxnSpPr/>
                  <p:nvPr/>
                </p:nvCxnSpPr>
                <p:spPr>
                  <a:xfrm flipH="1">
                    <a:off x="2927" y="2515"/>
                    <a:ext cx="236" cy="311"/>
                  </a:xfrm>
                  <a:prstGeom prst="straightConnector1">
                    <a:avLst/>
                  </a:prstGeom>
                  <a:noFill/>
                  <a:ln cap="flat" cmpd="sng" w="12700">
                    <a:solidFill>
                      <a:srgbClr val="000000"/>
                    </a:solidFill>
                    <a:prstDash val="solid"/>
                    <a:miter lim="800000"/>
                    <a:headEnd len="med" w="med" type="none"/>
                    <a:tailEnd len="med" w="med" type="none"/>
                  </a:ln>
                </p:spPr>
              </p:cxnSp>
              <p:cxnSp>
                <p:nvCxnSpPr>
                  <p:cNvPr id="4684" name="Google Shape;4684;p41"/>
                  <p:cNvCxnSpPr/>
                  <p:nvPr/>
                </p:nvCxnSpPr>
                <p:spPr>
                  <a:xfrm>
                    <a:off x="3209" y="2500"/>
                    <a:ext cx="201" cy="332"/>
                  </a:xfrm>
                  <a:prstGeom prst="straightConnector1">
                    <a:avLst/>
                  </a:prstGeom>
                  <a:noFill/>
                  <a:ln cap="flat" cmpd="sng" w="12700">
                    <a:solidFill>
                      <a:srgbClr val="000000"/>
                    </a:solidFill>
                    <a:prstDash val="solid"/>
                    <a:miter lim="800000"/>
                    <a:headEnd len="med" w="med" type="none"/>
                    <a:tailEnd len="med" w="med" type="none"/>
                  </a:ln>
                </p:spPr>
              </p:cxnSp>
              <p:cxnSp>
                <p:nvCxnSpPr>
                  <p:cNvPr id="4685" name="Google Shape;4685;p41"/>
                  <p:cNvCxnSpPr/>
                  <p:nvPr/>
                </p:nvCxnSpPr>
                <p:spPr>
                  <a:xfrm>
                    <a:off x="3315" y="2500"/>
                    <a:ext cx="561" cy="324"/>
                  </a:xfrm>
                  <a:prstGeom prst="straightConnector1">
                    <a:avLst/>
                  </a:prstGeom>
                  <a:noFill/>
                  <a:ln cap="flat" cmpd="sng" w="12700">
                    <a:solidFill>
                      <a:srgbClr val="000000"/>
                    </a:solidFill>
                    <a:prstDash val="solid"/>
                    <a:miter lim="800000"/>
                    <a:headEnd len="med" w="med" type="none"/>
                    <a:tailEnd len="med" w="med" type="none"/>
                  </a:ln>
                </p:spPr>
              </p:cxnSp>
            </p:grpSp>
            <p:cxnSp>
              <p:nvCxnSpPr>
                <p:cNvPr id="4686" name="Google Shape;4686;p41"/>
                <p:cNvCxnSpPr/>
                <p:nvPr/>
              </p:nvCxnSpPr>
              <p:spPr>
                <a:xfrm rot="10800000">
                  <a:off x="3114" y="1780"/>
                  <a:ext cx="1" cy="415"/>
                </a:xfrm>
                <a:prstGeom prst="straightConnector1">
                  <a:avLst/>
                </a:prstGeom>
                <a:noFill/>
                <a:ln cap="flat" cmpd="sng" w="12700">
                  <a:solidFill>
                    <a:srgbClr val="000000"/>
                  </a:solidFill>
                  <a:prstDash val="solid"/>
                  <a:miter lim="800000"/>
                  <a:headEnd len="med" w="med" type="none"/>
                  <a:tailEnd len="med" w="med" type="none"/>
                </a:ln>
              </p:spPr>
            </p:cxnSp>
            <p:cxnSp>
              <p:nvCxnSpPr>
                <p:cNvPr id="4687" name="Google Shape;4687;p41"/>
                <p:cNvCxnSpPr/>
                <p:nvPr/>
              </p:nvCxnSpPr>
              <p:spPr>
                <a:xfrm flipH="1">
                  <a:off x="2831" y="2419"/>
                  <a:ext cx="236" cy="311"/>
                </a:xfrm>
                <a:prstGeom prst="straightConnector1">
                  <a:avLst/>
                </a:prstGeom>
                <a:noFill/>
                <a:ln cap="flat" cmpd="sng" w="12700">
                  <a:solidFill>
                    <a:srgbClr val="000000"/>
                  </a:solidFill>
                  <a:prstDash val="solid"/>
                  <a:miter lim="800000"/>
                  <a:headEnd len="med" w="med" type="none"/>
                  <a:tailEnd len="med" w="med" type="none"/>
                </a:ln>
              </p:spPr>
            </p:cxnSp>
            <p:cxnSp>
              <p:nvCxnSpPr>
                <p:cNvPr id="4688" name="Google Shape;4688;p41"/>
                <p:cNvCxnSpPr/>
                <p:nvPr/>
              </p:nvCxnSpPr>
              <p:spPr>
                <a:xfrm>
                  <a:off x="3113" y="2404"/>
                  <a:ext cx="201" cy="332"/>
                </a:xfrm>
                <a:prstGeom prst="straightConnector1">
                  <a:avLst/>
                </a:prstGeom>
                <a:noFill/>
                <a:ln cap="flat" cmpd="sng" w="12700">
                  <a:solidFill>
                    <a:srgbClr val="000000"/>
                  </a:solidFill>
                  <a:prstDash val="solid"/>
                  <a:miter lim="800000"/>
                  <a:headEnd len="med" w="med" type="none"/>
                  <a:tailEnd len="med" w="med" type="none"/>
                </a:ln>
              </p:spPr>
            </p:cxnSp>
            <p:cxnSp>
              <p:nvCxnSpPr>
                <p:cNvPr id="4689" name="Google Shape;4689;p41"/>
                <p:cNvCxnSpPr/>
                <p:nvPr/>
              </p:nvCxnSpPr>
              <p:spPr>
                <a:xfrm>
                  <a:off x="3219" y="2404"/>
                  <a:ext cx="561" cy="324"/>
                </a:xfrm>
                <a:prstGeom prst="straightConnector1">
                  <a:avLst/>
                </a:prstGeom>
                <a:noFill/>
                <a:ln cap="flat" cmpd="sng" w="12700">
                  <a:solidFill>
                    <a:srgbClr val="000000"/>
                  </a:solidFill>
                  <a:prstDash val="solid"/>
                  <a:miter lim="800000"/>
                  <a:headEnd len="med" w="med" type="none"/>
                  <a:tailEnd len="med" w="med" type="none"/>
                </a:ln>
              </p:spPr>
            </p:cxnSp>
            <p:grpSp>
              <p:nvGrpSpPr>
                <p:cNvPr id="4690" name="Google Shape;4690;p41"/>
                <p:cNvGrpSpPr/>
                <p:nvPr/>
              </p:nvGrpSpPr>
              <p:grpSpPr>
                <a:xfrm>
                  <a:off x="3408" y="2216"/>
                  <a:ext cx="370" cy="208"/>
                  <a:chOff x="3600" y="219"/>
                  <a:chExt cx="360" cy="175"/>
                </a:xfrm>
              </p:grpSpPr>
              <p:sp>
                <p:nvSpPr>
                  <p:cNvPr id="4691" name="Google Shape;4691;p41"/>
                  <p:cNvSpPr/>
                  <p:nvPr/>
                </p:nvSpPr>
                <p:spPr>
                  <a:xfrm>
                    <a:off x="3603" y="297"/>
                    <a:ext cx="357" cy="97"/>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692" name="Google Shape;4692;p4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693" name="Google Shape;4693;p4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694" name="Google Shape;4694;p41"/>
                  <p:cNvSpPr txBox="1"/>
                  <p:nvPr/>
                </p:nvSpPr>
                <p:spPr>
                  <a:xfrm>
                    <a:off x="3603" y="289"/>
                    <a:ext cx="354" cy="59"/>
                  </a:xfrm>
                  <a:prstGeom prst="rect">
                    <a:avLst/>
                  </a:prstGeom>
                  <a:solidFill>
                    <a:srgbClr val="CC66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95" name="Google Shape;4695;p41"/>
                  <p:cNvSpPr/>
                  <p:nvPr/>
                </p:nvSpPr>
                <p:spPr>
                  <a:xfrm>
                    <a:off x="3600" y="219"/>
                    <a:ext cx="357" cy="113"/>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696" name="Google Shape;4696;p41"/>
                  <p:cNvGrpSpPr/>
                  <p:nvPr/>
                </p:nvGrpSpPr>
                <p:grpSpPr>
                  <a:xfrm>
                    <a:off x="3686" y="244"/>
                    <a:ext cx="177" cy="66"/>
                    <a:chOff x="2848" y="848"/>
                    <a:chExt cx="140" cy="98"/>
                  </a:xfrm>
                </p:grpSpPr>
                <p:cxnSp>
                  <p:nvCxnSpPr>
                    <p:cNvPr id="4697" name="Google Shape;4697;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698" name="Google Shape;4698;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699" name="Google Shape;4699;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700" name="Google Shape;4700;p41"/>
                  <p:cNvGrpSpPr/>
                  <p:nvPr/>
                </p:nvGrpSpPr>
                <p:grpSpPr>
                  <a:xfrm flipH="1" rot="10800000">
                    <a:off x="3686" y="243"/>
                    <a:ext cx="177" cy="66"/>
                    <a:chOff x="2848" y="848"/>
                    <a:chExt cx="140" cy="98"/>
                  </a:xfrm>
                </p:grpSpPr>
                <p:cxnSp>
                  <p:nvCxnSpPr>
                    <p:cNvPr id="4701" name="Google Shape;4701;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02" name="Google Shape;4702;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03" name="Google Shape;4703;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704" name="Google Shape;4704;p41"/>
                <p:cNvGrpSpPr/>
                <p:nvPr/>
              </p:nvGrpSpPr>
              <p:grpSpPr>
                <a:xfrm>
                  <a:off x="3606" y="2727"/>
                  <a:ext cx="369" cy="208"/>
                  <a:chOff x="3600" y="219"/>
                  <a:chExt cx="360" cy="175"/>
                </a:xfrm>
              </p:grpSpPr>
              <p:sp>
                <p:nvSpPr>
                  <p:cNvPr id="4705" name="Google Shape;4705;p41"/>
                  <p:cNvSpPr/>
                  <p:nvPr/>
                </p:nvSpPr>
                <p:spPr>
                  <a:xfrm>
                    <a:off x="3603" y="297"/>
                    <a:ext cx="357" cy="97"/>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706" name="Google Shape;4706;p4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707" name="Google Shape;4707;p4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708" name="Google Shape;4708;p41"/>
                  <p:cNvSpPr txBox="1"/>
                  <p:nvPr/>
                </p:nvSpPr>
                <p:spPr>
                  <a:xfrm>
                    <a:off x="3603" y="289"/>
                    <a:ext cx="354" cy="59"/>
                  </a:xfrm>
                  <a:prstGeom prst="rect">
                    <a:avLst/>
                  </a:prstGeom>
                  <a:solidFill>
                    <a:srgbClr val="CC66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09" name="Google Shape;4709;p41"/>
                  <p:cNvSpPr/>
                  <p:nvPr/>
                </p:nvSpPr>
                <p:spPr>
                  <a:xfrm>
                    <a:off x="3600" y="219"/>
                    <a:ext cx="357" cy="113"/>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710" name="Google Shape;4710;p41"/>
                  <p:cNvGrpSpPr/>
                  <p:nvPr/>
                </p:nvGrpSpPr>
                <p:grpSpPr>
                  <a:xfrm>
                    <a:off x="3686" y="244"/>
                    <a:ext cx="177" cy="66"/>
                    <a:chOff x="2848" y="848"/>
                    <a:chExt cx="140" cy="98"/>
                  </a:xfrm>
                </p:grpSpPr>
                <p:cxnSp>
                  <p:nvCxnSpPr>
                    <p:cNvPr id="4711" name="Google Shape;4711;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12" name="Google Shape;4712;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13" name="Google Shape;4713;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714" name="Google Shape;4714;p41"/>
                  <p:cNvGrpSpPr/>
                  <p:nvPr/>
                </p:nvGrpSpPr>
                <p:grpSpPr>
                  <a:xfrm flipH="1" rot="10800000">
                    <a:off x="3686" y="243"/>
                    <a:ext cx="177" cy="66"/>
                    <a:chOff x="2848" y="848"/>
                    <a:chExt cx="140" cy="98"/>
                  </a:xfrm>
                </p:grpSpPr>
                <p:cxnSp>
                  <p:nvCxnSpPr>
                    <p:cNvPr id="4715" name="Google Shape;4715;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16" name="Google Shape;4716;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17" name="Google Shape;4717;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718" name="Google Shape;4718;p41"/>
                <p:cNvGrpSpPr/>
                <p:nvPr/>
              </p:nvGrpSpPr>
              <p:grpSpPr>
                <a:xfrm>
                  <a:off x="3124" y="2738"/>
                  <a:ext cx="370" cy="208"/>
                  <a:chOff x="3600" y="219"/>
                  <a:chExt cx="360" cy="175"/>
                </a:xfrm>
              </p:grpSpPr>
              <p:sp>
                <p:nvSpPr>
                  <p:cNvPr id="4719" name="Google Shape;4719;p41"/>
                  <p:cNvSpPr/>
                  <p:nvPr/>
                </p:nvSpPr>
                <p:spPr>
                  <a:xfrm>
                    <a:off x="3603" y="297"/>
                    <a:ext cx="357" cy="97"/>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720" name="Google Shape;4720;p4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721" name="Google Shape;4721;p4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722" name="Google Shape;4722;p41"/>
                  <p:cNvSpPr txBox="1"/>
                  <p:nvPr/>
                </p:nvSpPr>
                <p:spPr>
                  <a:xfrm>
                    <a:off x="3603" y="289"/>
                    <a:ext cx="354" cy="59"/>
                  </a:xfrm>
                  <a:prstGeom prst="rect">
                    <a:avLst/>
                  </a:prstGeom>
                  <a:solidFill>
                    <a:srgbClr val="CC66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23" name="Google Shape;4723;p41"/>
                  <p:cNvSpPr/>
                  <p:nvPr/>
                </p:nvSpPr>
                <p:spPr>
                  <a:xfrm>
                    <a:off x="3600" y="219"/>
                    <a:ext cx="357" cy="113"/>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724" name="Google Shape;4724;p41"/>
                  <p:cNvGrpSpPr/>
                  <p:nvPr/>
                </p:nvGrpSpPr>
                <p:grpSpPr>
                  <a:xfrm>
                    <a:off x="3686" y="244"/>
                    <a:ext cx="177" cy="66"/>
                    <a:chOff x="2848" y="848"/>
                    <a:chExt cx="140" cy="98"/>
                  </a:xfrm>
                </p:grpSpPr>
                <p:cxnSp>
                  <p:nvCxnSpPr>
                    <p:cNvPr id="4725" name="Google Shape;4725;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26" name="Google Shape;4726;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27" name="Google Shape;4727;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728" name="Google Shape;4728;p41"/>
                  <p:cNvGrpSpPr/>
                  <p:nvPr/>
                </p:nvGrpSpPr>
                <p:grpSpPr>
                  <a:xfrm flipH="1" rot="10800000">
                    <a:off x="3686" y="243"/>
                    <a:ext cx="177" cy="66"/>
                    <a:chOff x="2848" y="848"/>
                    <a:chExt cx="140" cy="98"/>
                  </a:xfrm>
                </p:grpSpPr>
                <p:cxnSp>
                  <p:nvCxnSpPr>
                    <p:cNvPr id="4729" name="Google Shape;4729;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30" name="Google Shape;4730;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31" name="Google Shape;4731;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4732" name="Google Shape;4732;p41"/>
                <p:cNvGrpSpPr/>
                <p:nvPr/>
              </p:nvGrpSpPr>
              <p:grpSpPr>
                <a:xfrm>
                  <a:off x="2639" y="2739"/>
                  <a:ext cx="369" cy="207"/>
                  <a:chOff x="3600" y="219"/>
                  <a:chExt cx="360" cy="175"/>
                </a:xfrm>
              </p:grpSpPr>
              <p:sp>
                <p:nvSpPr>
                  <p:cNvPr id="4733" name="Google Shape;4733;p41"/>
                  <p:cNvSpPr/>
                  <p:nvPr/>
                </p:nvSpPr>
                <p:spPr>
                  <a:xfrm>
                    <a:off x="3603" y="297"/>
                    <a:ext cx="357" cy="97"/>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734" name="Google Shape;4734;p4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735" name="Google Shape;4735;p4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736" name="Google Shape;4736;p41"/>
                  <p:cNvSpPr txBox="1"/>
                  <p:nvPr/>
                </p:nvSpPr>
                <p:spPr>
                  <a:xfrm>
                    <a:off x="3603" y="289"/>
                    <a:ext cx="354" cy="59"/>
                  </a:xfrm>
                  <a:prstGeom prst="rect">
                    <a:avLst/>
                  </a:prstGeom>
                  <a:solidFill>
                    <a:srgbClr val="CC66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37" name="Google Shape;4737;p41"/>
                  <p:cNvSpPr/>
                  <p:nvPr/>
                </p:nvSpPr>
                <p:spPr>
                  <a:xfrm>
                    <a:off x="3600" y="219"/>
                    <a:ext cx="357" cy="113"/>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738" name="Google Shape;4738;p41"/>
                  <p:cNvGrpSpPr/>
                  <p:nvPr/>
                </p:nvGrpSpPr>
                <p:grpSpPr>
                  <a:xfrm>
                    <a:off x="3686" y="244"/>
                    <a:ext cx="177" cy="66"/>
                    <a:chOff x="2848" y="848"/>
                    <a:chExt cx="140" cy="98"/>
                  </a:xfrm>
                </p:grpSpPr>
                <p:cxnSp>
                  <p:nvCxnSpPr>
                    <p:cNvPr id="4739" name="Google Shape;4739;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40" name="Google Shape;4740;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41" name="Google Shape;4741;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742" name="Google Shape;4742;p41"/>
                  <p:cNvGrpSpPr/>
                  <p:nvPr/>
                </p:nvGrpSpPr>
                <p:grpSpPr>
                  <a:xfrm flipH="1" rot="10800000">
                    <a:off x="3686" y="243"/>
                    <a:ext cx="177" cy="66"/>
                    <a:chOff x="2848" y="848"/>
                    <a:chExt cx="140" cy="98"/>
                  </a:xfrm>
                </p:grpSpPr>
                <p:cxnSp>
                  <p:nvCxnSpPr>
                    <p:cNvPr id="4743" name="Google Shape;4743;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44" name="Google Shape;4744;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45" name="Google Shape;4745;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4746" name="Google Shape;4746;p41"/>
                <p:cNvSpPr txBox="1"/>
                <p:nvPr/>
              </p:nvSpPr>
              <p:spPr>
                <a:xfrm>
                  <a:off x="2826" y="3132"/>
                  <a:ext cx="1397" cy="2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to/from customers</a:t>
                  </a:r>
                  <a:endParaRPr/>
                </a:p>
              </p:txBody>
            </p:sp>
            <p:sp>
              <p:nvSpPr>
                <p:cNvPr id="4747" name="Google Shape;4747;p41"/>
                <p:cNvSpPr txBox="1"/>
                <p:nvPr/>
              </p:nvSpPr>
              <p:spPr>
                <a:xfrm>
                  <a:off x="3666" y="2030"/>
                  <a:ext cx="662" cy="2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peering</a:t>
                  </a:r>
                  <a:endParaRPr/>
                </a:p>
              </p:txBody>
            </p:sp>
            <p:sp>
              <p:nvSpPr>
                <p:cNvPr id="4748" name="Google Shape;4748;p41"/>
                <p:cNvSpPr txBox="1"/>
                <p:nvPr/>
              </p:nvSpPr>
              <p:spPr>
                <a:xfrm>
                  <a:off x="2891" y="1586"/>
                  <a:ext cx="1396" cy="2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to/from backbone</a:t>
                  </a:r>
                  <a:endParaRPr/>
                </a:p>
              </p:txBody>
            </p:sp>
            <p:sp>
              <p:nvSpPr>
                <p:cNvPr id="4749" name="Google Shape;4749;p41"/>
                <p:cNvSpPr txBox="1"/>
                <p:nvPr/>
              </p:nvSpPr>
              <p:spPr>
                <a:xfrm>
                  <a:off x="2547" y="1319"/>
                  <a:ext cx="1770" cy="2072"/>
                </a:xfrm>
                <a:prstGeom prst="rect">
                  <a:avLst/>
                </a:prstGeom>
                <a:no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750" name="Google Shape;4750;p41"/>
                <p:cNvGrpSpPr/>
                <p:nvPr/>
              </p:nvGrpSpPr>
              <p:grpSpPr>
                <a:xfrm>
                  <a:off x="2922" y="2204"/>
                  <a:ext cx="370" cy="208"/>
                  <a:chOff x="3600" y="219"/>
                  <a:chExt cx="360" cy="175"/>
                </a:xfrm>
              </p:grpSpPr>
              <p:sp>
                <p:nvSpPr>
                  <p:cNvPr id="4751" name="Google Shape;4751;p41"/>
                  <p:cNvSpPr/>
                  <p:nvPr/>
                </p:nvSpPr>
                <p:spPr>
                  <a:xfrm>
                    <a:off x="3603" y="297"/>
                    <a:ext cx="357" cy="97"/>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752" name="Google Shape;4752;p41"/>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4753" name="Google Shape;4753;p41"/>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4754" name="Google Shape;4754;p41"/>
                  <p:cNvSpPr txBox="1"/>
                  <p:nvPr/>
                </p:nvSpPr>
                <p:spPr>
                  <a:xfrm>
                    <a:off x="3603" y="289"/>
                    <a:ext cx="354" cy="59"/>
                  </a:xfrm>
                  <a:prstGeom prst="rect">
                    <a:avLst/>
                  </a:prstGeom>
                  <a:solidFill>
                    <a:srgbClr val="CC66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55" name="Google Shape;4755;p41"/>
                  <p:cNvSpPr/>
                  <p:nvPr/>
                </p:nvSpPr>
                <p:spPr>
                  <a:xfrm>
                    <a:off x="3600" y="219"/>
                    <a:ext cx="357" cy="113"/>
                  </a:xfrm>
                  <a:prstGeom prst="ellipse">
                    <a:avLst/>
                  </a:prstGeom>
                  <a:solidFill>
                    <a:srgbClr val="CC66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756" name="Google Shape;4756;p41"/>
                  <p:cNvGrpSpPr/>
                  <p:nvPr/>
                </p:nvGrpSpPr>
                <p:grpSpPr>
                  <a:xfrm>
                    <a:off x="3686" y="244"/>
                    <a:ext cx="177" cy="66"/>
                    <a:chOff x="2848" y="848"/>
                    <a:chExt cx="140" cy="98"/>
                  </a:xfrm>
                </p:grpSpPr>
                <p:cxnSp>
                  <p:nvCxnSpPr>
                    <p:cNvPr id="4757" name="Google Shape;4757;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58" name="Google Shape;4758;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59" name="Google Shape;4759;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4760" name="Google Shape;4760;p41"/>
                  <p:cNvGrpSpPr/>
                  <p:nvPr/>
                </p:nvGrpSpPr>
                <p:grpSpPr>
                  <a:xfrm flipH="1" rot="10800000">
                    <a:off x="3686" y="243"/>
                    <a:ext cx="177" cy="66"/>
                    <a:chOff x="2848" y="848"/>
                    <a:chExt cx="140" cy="98"/>
                  </a:xfrm>
                </p:grpSpPr>
                <p:cxnSp>
                  <p:nvCxnSpPr>
                    <p:cNvPr id="4761" name="Google Shape;4761;p41"/>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4762" name="Google Shape;4762;p41"/>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4763" name="Google Shape;4763;p41"/>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4764" name="Google Shape;4764;p41"/>
                <p:cNvCxnSpPr/>
                <p:nvPr/>
              </p:nvCxnSpPr>
              <p:spPr>
                <a:xfrm rot="10800000">
                  <a:off x="3612" y="1810"/>
                  <a:ext cx="1" cy="415"/>
                </a:xfrm>
                <a:prstGeom prst="straightConnector1">
                  <a:avLst/>
                </a:prstGeom>
                <a:noFill/>
                <a:ln cap="flat" cmpd="sng" w="12700">
                  <a:solidFill>
                    <a:srgbClr val="000000"/>
                  </a:solidFill>
                  <a:prstDash val="solid"/>
                  <a:miter lim="800000"/>
                  <a:headEnd len="med" w="med" type="none"/>
                  <a:tailEnd len="med" w="med" type="none"/>
                </a:ln>
              </p:spPr>
            </p:cxnSp>
            <p:grpSp>
              <p:nvGrpSpPr>
                <p:cNvPr id="4765" name="Google Shape;4765;p41"/>
                <p:cNvGrpSpPr/>
                <p:nvPr/>
              </p:nvGrpSpPr>
              <p:grpSpPr>
                <a:xfrm>
                  <a:off x="3776" y="2126"/>
                  <a:ext cx="441" cy="606"/>
                  <a:chOff x="3776" y="2126"/>
                  <a:chExt cx="441" cy="606"/>
                </a:xfrm>
              </p:grpSpPr>
              <p:cxnSp>
                <p:nvCxnSpPr>
                  <p:cNvPr id="4766" name="Google Shape;4766;p41"/>
                  <p:cNvCxnSpPr/>
                  <p:nvPr/>
                </p:nvCxnSpPr>
                <p:spPr>
                  <a:xfrm>
                    <a:off x="3776" y="2278"/>
                    <a:ext cx="441" cy="0"/>
                  </a:xfrm>
                  <a:prstGeom prst="straightConnector1">
                    <a:avLst/>
                  </a:prstGeom>
                  <a:noFill/>
                  <a:ln cap="flat" cmpd="sng" w="12700">
                    <a:solidFill>
                      <a:schemeClr val="dk1"/>
                    </a:solidFill>
                    <a:prstDash val="solid"/>
                    <a:miter lim="800000"/>
                    <a:headEnd len="med" w="med" type="none"/>
                    <a:tailEnd len="med" w="med" type="none"/>
                  </a:ln>
                </p:spPr>
              </p:cxnSp>
              <p:cxnSp>
                <p:nvCxnSpPr>
                  <p:cNvPr id="4767" name="Google Shape;4767;p41"/>
                  <p:cNvCxnSpPr/>
                  <p:nvPr/>
                </p:nvCxnSpPr>
                <p:spPr>
                  <a:xfrm>
                    <a:off x="3776" y="2374"/>
                    <a:ext cx="441" cy="0"/>
                  </a:xfrm>
                  <a:prstGeom prst="straightConnector1">
                    <a:avLst/>
                  </a:prstGeom>
                  <a:noFill/>
                  <a:ln cap="flat" cmpd="sng" w="12700">
                    <a:solidFill>
                      <a:schemeClr val="dk1"/>
                    </a:solidFill>
                    <a:prstDash val="solid"/>
                    <a:miter lim="800000"/>
                    <a:headEnd len="med" w="med" type="none"/>
                    <a:tailEnd len="med" w="med" type="none"/>
                  </a:ln>
                </p:spPr>
              </p:cxnSp>
              <p:sp>
                <p:nvSpPr>
                  <p:cNvPr id="4768" name="Google Shape;4768;p41"/>
                  <p:cNvSpPr txBox="1"/>
                  <p:nvPr/>
                </p:nvSpPr>
                <p:spPr>
                  <a:xfrm>
                    <a:off x="3788" y="2126"/>
                    <a:ext cx="356" cy="6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t>
                    </a:r>
                    <a:endParaRPr/>
                  </a:p>
                </p:txBody>
              </p:sp>
            </p:grpSp>
            <p:grpSp>
              <p:nvGrpSpPr>
                <p:cNvPr id="4769" name="Google Shape;4769;p41"/>
                <p:cNvGrpSpPr/>
                <p:nvPr/>
              </p:nvGrpSpPr>
              <p:grpSpPr>
                <a:xfrm>
                  <a:off x="3594" y="2893"/>
                  <a:ext cx="351" cy="279"/>
                  <a:chOff x="4302" y="2857"/>
                  <a:chExt cx="351" cy="279"/>
                </a:xfrm>
              </p:grpSpPr>
              <p:grpSp>
                <p:nvGrpSpPr>
                  <p:cNvPr id="4770" name="Google Shape;4770;p41"/>
                  <p:cNvGrpSpPr/>
                  <p:nvPr/>
                </p:nvGrpSpPr>
                <p:grpSpPr>
                  <a:xfrm>
                    <a:off x="4460" y="2895"/>
                    <a:ext cx="102" cy="195"/>
                    <a:chOff x="4467" y="2744"/>
                    <a:chExt cx="96" cy="345"/>
                  </a:xfrm>
                </p:grpSpPr>
                <p:cxnSp>
                  <p:nvCxnSpPr>
                    <p:cNvPr id="4771" name="Google Shape;4771;p41"/>
                    <p:cNvCxnSpPr/>
                    <p:nvPr/>
                  </p:nvCxnSpPr>
                  <p:spPr>
                    <a:xfrm rot="5400000">
                      <a:off x="4294" y="2917"/>
                      <a:ext cx="345" cy="0"/>
                    </a:xfrm>
                    <a:prstGeom prst="straightConnector1">
                      <a:avLst/>
                    </a:prstGeom>
                    <a:noFill/>
                    <a:ln cap="flat" cmpd="sng" w="12700">
                      <a:solidFill>
                        <a:schemeClr val="dk1"/>
                      </a:solidFill>
                      <a:prstDash val="solid"/>
                      <a:miter lim="800000"/>
                      <a:headEnd len="med" w="med" type="none"/>
                      <a:tailEnd len="med" w="med" type="none"/>
                    </a:ln>
                  </p:spPr>
                </p:cxnSp>
                <p:cxnSp>
                  <p:nvCxnSpPr>
                    <p:cNvPr id="4772" name="Google Shape;4772;p41"/>
                    <p:cNvCxnSpPr/>
                    <p:nvPr/>
                  </p:nvCxnSpPr>
                  <p:spPr>
                    <a:xfrm rot="5400000">
                      <a:off x="4390" y="2917"/>
                      <a:ext cx="345" cy="0"/>
                    </a:xfrm>
                    <a:prstGeom prst="straightConnector1">
                      <a:avLst/>
                    </a:prstGeom>
                    <a:noFill/>
                    <a:ln cap="flat" cmpd="sng" w="12700">
                      <a:solidFill>
                        <a:schemeClr val="dk1"/>
                      </a:solidFill>
                      <a:prstDash val="solid"/>
                      <a:miter lim="800000"/>
                      <a:headEnd len="med" w="med" type="none"/>
                      <a:tailEnd len="med" w="med" type="none"/>
                    </a:ln>
                  </p:spPr>
                </p:cxnSp>
              </p:grpSp>
              <p:sp>
                <p:nvSpPr>
                  <p:cNvPr id="4773" name="Google Shape;4773;p41"/>
                  <p:cNvSpPr txBox="1"/>
                  <p:nvPr/>
                </p:nvSpPr>
                <p:spPr>
                  <a:xfrm flipH="1" rot="-5400000">
                    <a:off x="4338" y="2821"/>
                    <a:ext cx="279" cy="3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t>
                    </a:r>
                    <a:endParaRPr/>
                  </a:p>
                </p:txBody>
              </p:sp>
            </p:grpSp>
            <p:grpSp>
              <p:nvGrpSpPr>
                <p:cNvPr id="4774" name="Google Shape;4774;p41"/>
                <p:cNvGrpSpPr/>
                <p:nvPr/>
              </p:nvGrpSpPr>
              <p:grpSpPr>
                <a:xfrm>
                  <a:off x="3103" y="2918"/>
                  <a:ext cx="352" cy="279"/>
                  <a:chOff x="4303" y="2858"/>
                  <a:chExt cx="352" cy="279"/>
                </a:xfrm>
              </p:grpSpPr>
              <p:grpSp>
                <p:nvGrpSpPr>
                  <p:cNvPr id="4775" name="Google Shape;4775;p41"/>
                  <p:cNvGrpSpPr/>
                  <p:nvPr/>
                </p:nvGrpSpPr>
                <p:grpSpPr>
                  <a:xfrm>
                    <a:off x="4460" y="2895"/>
                    <a:ext cx="102" cy="195"/>
                    <a:chOff x="4467" y="2744"/>
                    <a:chExt cx="96" cy="345"/>
                  </a:xfrm>
                </p:grpSpPr>
                <p:cxnSp>
                  <p:nvCxnSpPr>
                    <p:cNvPr id="4776" name="Google Shape;4776;p41"/>
                    <p:cNvCxnSpPr/>
                    <p:nvPr/>
                  </p:nvCxnSpPr>
                  <p:spPr>
                    <a:xfrm rot="5400000">
                      <a:off x="4294" y="2917"/>
                      <a:ext cx="345" cy="0"/>
                    </a:xfrm>
                    <a:prstGeom prst="straightConnector1">
                      <a:avLst/>
                    </a:prstGeom>
                    <a:noFill/>
                    <a:ln cap="flat" cmpd="sng" w="12700">
                      <a:solidFill>
                        <a:schemeClr val="dk1"/>
                      </a:solidFill>
                      <a:prstDash val="solid"/>
                      <a:miter lim="800000"/>
                      <a:headEnd len="med" w="med" type="none"/>
                      <a:tailEnd len="med" w="med" type="none"/>
                    </a:ln>
                  </p:spPr>
                </p:cxnSp>
                <p:cxnSp>
                  <p:nvCxnSpPr>
                    <p:cNvPr id="4777" name="Google Shape;4777;p41"/>
                    <p:cNvCxnSpPr/>
                    <p:nvPr/>
                  </p:nvCxnSpPr>
                  <p:spPr>
                    <a:xfrm rot="5400000">
                      <a:off x="4390" y="2917"/>
                      <a:ext cx="345" cy="0"/>
                    </a:xfrm>
                    <a:prstGeom prst="straightConnector1">
                      <a:avLst/>
                    </a:prstGeom>
                    <a:noFill/>
                    <a:ln cap="flat" cmpd="sng" w="12700">
                      <a:solidFill>
                        <a:schemeClr val="dk1"/>
                      </a:solidFill>
                      <a:prstDash val="solid"/>
                      <a:miter lim="800000"/>
                      <a:headEnd len="med" w="med" type="none"/>
                      <a:tailEnd len="med" w="med" type="none"/>
                    </a:ln>
                  </p:spPr>
                </p:cxnSp>
              </p:grpSp>
              <p:sp>
                <p:nvSpPr>
                  <p:cNvPr id="4778" name="Google Shape;4778;p41"/>
                  <p:cNvSpPr txBox="1"/>
                  <p:nvPr/>
                </p:nvSpPr>
                <p:spPr>
                  <a:xfrm flipH="1" rot="-5400000">
                    <a:off x="4340" y="2822"/>
                    <a:ext cx="279" cy="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t>
                    </a:r>
                    <a:endParaRPr/>
                  </a:p>
                </p:txBody>
              </p:sp>
            </p:grpSp>
            <p:grpSp>
              <p:nvGrpSpPr>
                <p:cNvPr id="4779" name="Google Shape;4779;p41"/>
                <p:cNvGrpSpPr/>
                <p:nvPr/>
              </p:nvGrpSpPr>
              <p:grpSpPr>
                <a:xfrm>
                  <a:off x="2587" y="2912"/>
                  <a:ext cx="353" cy="279"/>
                  <a:chOff x="4303" y="2858"/>
                  <a:chExt cx="320" cy="279"/>
                </a:xfrm>
              </p:grpSpPr>
              <p:grpSp>
                <p:nvGrpSpPr>
                  <p:cNvPr id="4780" name="Google Shape;4780;p41"/>
                  <p:cNvGrpSpPr/>
                  <p:nvPr/>
                </p:nvGrpSpPr>
                <p:grpSpPr>
                  <a:xfrm>
                    <a:off x="4460" y="2895"/>
                    <a:ext cx="102" cy="195"/>
                    <a:chOff x="4467" y="2744"/>
                    <a:chExt cx="96" cy="345"/>
                  </a:xfrm>
                </p:grpSpPr>
                <p:cxnSp>
                  <p:nvCxnSpPr>
                    <p:cNvPr id="4781" name="Google Shape;4781;p41"/>
                    <p:cNvCxnSpPr/>
                    <p:nvPr/>
                  </p:nvCxnSpPr>
                  <p:spPr>
                    <a:xfrm rot="5400000">
                      <a:off x="4294" y="2917"/>
                      <a:ext cx="345" cy="0"/>
                    </a:xfrm>
                    <a:prstGeom prst="straightConnector1">
                      <a:avLst/>
                    </a:prstGeom>
                    <a:noFill/>
                    <a:ln cap="flat" cmpd="sng" w="12700">
                      <a:solidFill>
                        <a:schemeClr val="dk1"/>
                      </a:solidFill>
                      <a:prstDash val="solid"/>
                      <a:miter lim="800000"/>
                      <a:headEnd len="med" w="med" type="none"/>
                      <a:tailEnd len="med" w="med" type="none"/>
                    </a:ln>
                  </p:spPr>
                </p:cxnSp>
                <p:cxnSp>
                  <p:nvCxnSpPr>
                    <p:cNvPr id="4782" name="Google Shape;4782;p41"/>
                    <p:cNvCxnSpPr/>
                    <p:nvPr/>
                  </p:nvCxnSpPr>
                  <p:spPr>
                    <a:xfrm rot="5400000">
                      <a:off x="4390" y="2917"/>
                      <a:ext cx="345" cy="0"/>
                    </a:xfrm>
                    <a:prstGeom prst="straightConnector1">
                      <a:avLst/>
                    </a:prstGeom>
                    <a:noFill/>
                    <a:ln cap="flat" cmpd="sng" w="12700">
                      <a:solidFill>
                        <a:schemeClr val="dk1"/>
                      </a:solidFill>
                      <a:prstDash val="solid"/>
                      <a:miter lim="800000"/>
                      <a:headEnd len="med" w="med" type="none"/>
                      <a:tailEnd len="med" w="med" type="none"/>
                    </a:ln>
                  </p:spPr>
                </p:cxnSp>
              </p:grpSp>
              <p:sp>
                <p:nvSpPr>
                  <p:cNvPr id="4783" name="Google Shape;4783;p41"/>
                  <p:cNvSpPr txBox="1"/>
                  <p:nvPr/>
                </p:nvSpPr>
                <p:spPr>
                  <a:xfrm flipH="1" rot="-5400000">
                    <a:off x="4324" y="2838"/>
                    <a:ext cx="279" cy="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t>
                    </a:r>
                    <a:endParaRPr/>
                  </a:p>
                </p:txBody>
              </p:sp>
            </p:grpSp>
            <p:sp>
              <p:nvSpPr>
                <p:cNvPr id="4784" name="Google Shape;4784;p41"/>
                <p:cNvSpPr txBox="1"/>
                <p:nvPr/>
              </p:nvSpPr>
              <p:spPr>
                <a:xfrm>
                  <a:off x="2620" y="1212"/>
                  <a:ext cx="1569" cy="22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a:solidFill>
                        <a:srgbClr val="FF0000"/>
                      </a:solidFill>
                      <a:latin typeface="Arial"/>
                      <a:ea typeface="Arial"/>
                      <a:cs typeface="Arial"/>
                      <a:sym typeface="Arial"/>
                    </a:rPr>
                    <a:t>POP: point-of-presence</a:t>
                  </a:r>
                  <a:endParaRPr/>
                </a:p>
              </p:txBody>
            </p:sp>
          </p:grpSp>
        </p:grpSp>
        <p:sp>
          <p:nvSpPr>
            <p:cNvPr id="4785" name="Google Shape;4785;p41"/>
            <p:cNvSpPr/>
            <p:nvPr/>
          </p:nvSpPr>
          <p:spPr>
            <a:xfrm>
              <a:off x="1063" y="1858"/>
              <a:ext cx="446" cy="1866"/>
            </a:xfrm>
            <a:custGeom>
              <a:rect b="b" l="l" r="r" t="t"/>
              <a:pathLst>
                <a:path extrusionOk="0" h="1866" w="446">
                  <a:moveTo>
                    <a:pt x="0" y="1290"/>
                  </a:moveTo>
                  <a:lnTo>
                    <a:pt x="389" y="0"/>
                  </a:lnTo>
                  <a:lnTo>
                    <a:pt x="414" y="933"/>
                  </a:lnTo>
                  <a:lnTo>
                    <a:pt x="446" y="1509"/>
                  </a:lnTo>
                  <a:lnTo>
                    <a:pt x="446" y="1866"/>
                  </a:lnTo>
                  <a:lnTo>
                    <a:pt x="0" y="1290"/>
                  </a:lnTo>
                  <a:close/>
                </a:path>
              </a:pathLst>
            </a:custGeom>
            <a:gradFill>
              <a:gsLst>
                <a:gs pos="0">
                  <a:srgbClr val="FF0000"/>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90" name="Shape 4790"/>
        <p:cNvGrpSpPr/>
        <p:nvPr/>
      </p:nvGrpSpPr>
      <p:grpSpPr>
        <a:xfrm>
          <a:off x="0" y="0"/>
          <a:ext cx="0" cy="0"/>
          <a:chOff x="0" y="0"/>
          <a:chExt cx="0" cy="0"/>
        </a:xfrm>
      </p:grpSpPr>
      <p:sp>
        <p:nvSpPr>
          <p:cNvPr id="4791" name="Google Shape;4791;p4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792" name="Google Shape;4792;p4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793" name="Google Shape;4793;p42"/>
          <p:cNvSpPr txBox="1"/>
          <p:nvPr>
            <p:ph type="title"/>
          </p:nvPr>
        </p:nvSpPr>
        <p:spPr>
          <a:xfrm>
            <a:off x="533400" y="228600"/>
            <a:ext cx="809625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Internet structure: network of networks</a:t>
            </a:r>
            <a:endParaRPr/>
          </a:p>
        </p:txBody>
      </p:sp>
      <p:sp>
        <p:nvSpPr>
          <p:cNvPr id="4794" name="Google Shape;4794;p42"/>
          <p:cNvSpPr txBox="1"/>
          <p:nvPr>
            <p:ph idx="1" type="body"/>
          </p:nvPr>
        </p:nvSpPr>
        <p:spPr>
          <a:xfrm>
            <a:off x="352425" y="1428750"/>
            <a:ext cx="8440737" cy="914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“Tier-2” ISPs: smaller (often regional) ISPs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Connect to one or more tier-1 ISPs, possibly other tier-2 ISPs</a:t>
            </a:r>
            <a:endParaRPr/>
          </a:p>
          <a:p>
            <a:pPr indent="-213359" lvl="0" marL="342900" rtl="0" algn="l">
              <a:lnSpc>
                <a:spcPct val="100000"/>
              </a:lnSpc>
              <a:spcBef>
                <a:spcPts val="480"/>
              </a:spcBef>
              <a:spcAft>
                <a:spcPts val="0"/>
              </a:spcAft>
              <a:buClr>
                <a:schemeClr val="accent2"/>
              </a:buClr>
              <a:buSzPts val="2040"/>
              <a:buFont typeface="Noto Sans Symbols"/>
              <a:buNone/>
            </a:pPr>
            <a:r>
              <a:t/>
            </a:r>
            <a:endParaRPr b="0" i="0" sz="2400" u="none">
              <a:solidFill>
                <a:srgbClr val="FF0000"/>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rgbClr val="FF0000"/>
              </a:solidFill>
              <a:latin typeface="Comic Sans MS"/>
              <a:ea typeface="Comic Sans MS"/>
              <a:cs typeface="Comic Sans MS"/>
              <a:sym typeface="Comic Sans MS"/>
            </a:endParaRPr>
          </a:p>
        </p:txBody>
      </p:sp>
      <p:sp>
        <p:nvSpPr>
          <p:cNvPr id="4795" name="Google Shape;4795;p42"/>
          <p:cNvSpPr/>
          <p:nvPr/>
        </p:nvSpPr>
        <p:spPr>
          <a:xfrm>
            <a:off x="2432050" y="4883150"/>
            <a:ext cx="1863725" cy="7905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796" name="Google Shape;4796;p42"/>
          <p:cNvSpPr/>
          <p:nvPr/>
        </p:nvSpPr>
        <p:spPr>
          <a:xfrm>
            <a:off x="3530600" y="3679825"/>
            <a:ext cx="1863725" cy="7905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797" name="Google Shape;4797;p42"/>
          <p:cNvSpPr/>
          <p:nvPr/>
        </p:nvSpPr>
        <p:spPr>
          <a:xfrm>
            <a:off x="4800600" y="4845050"/>
            <a:ext cx="1863725" cy="7905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798" name="Google Shape;4798;p42"/>
          <p:cNvSpPr/>
          <p:nvPr/>
        </p:nvSpPr>
        <p:spPr>
          <a:xfrm>
            <a:off x="5121275" y="4851400"/>
            <a:ext cx="133350" cy="1428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99" name="Google Shape;4799;p42"/>
          <p:cNvSpPr/>
          <p:nvPr/>
        </p:nvSpPr>
        <p:spPr>
          <a:xfrm>
            <a:off x="4670425" y="4381500"/>
            <a:ext cx="133350" cy="1428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0" name="Google Shape;4800;p42"/>
          <p:cNvSpPr/>
          <p:nvPr/>
        </p:nvSpPr>
        <p:spPr>
          <a:xfrm>
            <a:off x="4206875" y="4406900"/>
            <a:ext cx="133350" cy="1428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1" name="Google Shape;4801;p42"/>
          <p:cNvSpPr/>
          <p:nvPr/>
        </p:nvSpPr>
        <p:spPr>
          <a:xfrm>
            <a:off x="3736975" y="4864100"/>
            <a:ext cx="133350" cy="1428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2" name="Google Shape;4802;p42"/>
          <p:cNvSpPr/>
          <p:nvPr/>
        </p:nvSpPr>
        <p:spPr>
          <a:xfrm>
            <a:off x="4232275" y="5181600"/>
            <a:ext cx="133350" cy="1428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3" name="Google Shape;4803;p42"/>
          <p:cNvSpPr/>
          <p:nvPr/>
        </p:nvSpPr>
        <p:spPr>
          <a:xfrm>
            <a:off x="4746625" y="5168900"/>
            <a:ext cx="133350" cy="1428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804" name="Google Shape;4804;p42"/>
          <p:cNvCxnSpPr/>
          <p:nvPr/>
        </p:nvCxnSpPr>
        <p:spPr>
          <a:xfrm flipH="1" rot="10800000">
            <a:off x="4368800" y="5238750"/>
            <a:ext cx="381000" cy="6350"/>
          </a:xfrm>
          <a:prstGeom prst="straightConnector1">
            <a:avLst/>
          </a:prstGeom>
          <a:noFill/>
          <a:ln cap="flat" cmpd="sng" w="19050">
            <a:solidFill>
              <a:schemeClr val="dk1"/>
            </a:solidFill>
            <a:prstDash val="solid"/>
            <a:miter lim="800000"/>
            <a:headEnd len="med" w="med" type="none"/>
            <a:tailEnd len="med" w="med" type="none"/>
          </a:ln>
        </p:spPr>
      </p:cxnSp>
      <p:cxnSp>
        <p:nvCxnSpPr>
          <p:cNvPr id="4805" name="Google Shape;4805;p42"/>
          <p:cNvCxnSpPr/>
          <p:nvPr/>
        </p:nvCxnSpPr>
        <p:spPr>
          <a:xfrm>
            <a:off x="4778375" y="4495800"/>
            <a:ext cx="368300"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4806" name="Google Shape;4806;p42"/>
          <p:cNvCxnSpPr/>
          <p:nvPr/>
        </p:nvCxnSpPr>
        <p:spPr>
          <a:xfrm flipH="1" rot="10800000">
            <a:off x="3835400" y="4527550"/>
            <a:ext cx="393700" cy="355600"/>
          </a:xfrm>
          <a:prstGeom prst="straightConnector1">
            <a:avLst/>
          </a:prstGeom>
          <a:noFill/>
          <a:ln cap="flat" cmpd="sng" w="19050">
            <a:solidFill>
              <a:schemeClr val="dk1"/>
            </a:solidFill>
            <a:prstDash val="solid"/>
            <a:miter lim="800000"/>
            <a:headEnd len="med" w="med" type="none"/>
            <a:tailEnd len="med" w="med" type="none"/>
          </a:ln>
        </p:spPr>
      </p:cxnSp>
      <p:grpSp>
        <p:nvGrpSpPr>
          <p:cNvPr id="4807" name="Google Shape;4807;p42"/>
          <p:cNvGrpSpPr/>
          <p:nvPr/>
        </p:nvGrpSpPr>
        <p:grpSpPr>
          <a:xfrm>
            <a:off x="1946275" y="3286125"/>
            <a:ext cx="6219825" cy="2838450"/>
            <a:chOff x="1226" y="2070"/>
            <a:chExt cx="3918" cy="1788"/>
          </a:xfrm>
        </p:grpSpPr>
        <p:grpSp>
          <p:nvGrpSpPr>
            <p:cNvPr id="4808" name="Google Shape;4808;p42"/>
            <p:cNvGrpSpPr/>
            <p:nvPr/>
          </p:nvGrpSpPr>
          <p:grpSpPr>
            <a:xfrm>
              <a:off x="3042" y="2102"/>
              <a:ext cx="1054" cy="372"/>
              <a:chOff x="3042" y="2102"/>
              <a:chExt cx="1054" cy="372"/>
            </a:xfrm>
          </p:grpSpPr>
          <p:sp>
            <p:nvSpPr>
              <p:cNvPr id="4809" name="Google Shape;4809;p42"/>
              <p:cNvSpPr/>
              <p:nvPr/>
            </p:nvSpPr>
            <p:spPr>
              <a:xfrm>
                <a:off x="3042" y="2102"/>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0" name="Google Shape;4810;p42"/>
              <p:cNvSpPr txBox="1"/>
              <p:nvPr/>
            </p:nvSpPr>
            <p:spPr>
              <a:xfrm>
                <a:off x="3182" y="2176"/>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11" name="Google Shape;4811;p42"/>
              <p:cNvSpPr/>
              <p:nvPr/>
            </p:nvSpPr>
            <p:spPr>
              <a:xfrm>
                <a:off x="3184" y="2340"/>
                <a:ext cx="84" cy="90"/>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12" name="Google Shape;4812;p42"/>
            <p:cNvGrpSpPr/>
            <p:nvPr/>
          </p:nvGrpSpPr>
          <p:grpSpPr>
            <a:xfrm>
              <a:off x="1610" y="2070"/>
              <a:ext cx="1054" cy="372"/>
              <a:chOff x="698" y="2190"/>
              <a:chExt cx="1054" cy="372"/>
            </a:xfrm>
          </p:grpSpPr>
          <p:sp>
            <p:nvSpPr>
              <p:cNvPr id="4813" name="Google Shape;4813;p42"/>
              <p:cNvSpPr/>
              <p:nvPr/>
            </p:nvSpPr>
            <p:spPr>
              <a:xfrm>
                <a:off x="698" y="219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4" name="Google Shape;4814;p42"/>
              <p:cNvSpPr txBox="1"/>
              <p:nvPr/>
            </p:nvSpPr>
            <p:spPr>
              <a:xfrm>
                <a:off x="838" y="226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15" name="Google Shape;4815;p42"/>
              <p:cNvSpPr/>
              <p:nvPr/>
            </p:nvSpPr>
            <p:spPr>
              <a:xfrm>
                <a:off x="1464" y="2460"/>
                <a:ext cx="84" cy="90"/>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16" name="Google Shape;4816;p42"/>
            <p:cNvGrpSpPr/>
            <p:nvPr/>
          </p:nvGrpSpPr>
          <p:grpSpPr>
            <a:xfrm>
              <a:off x="1226" y="3476"/>
              <a:ext cx="1054" cy="374"/>
              <a:chOff x="442" y="3748"/>
              <a:chExt cx="1054" cy="374"/>
            </a:xfrm>
          </p:grpSpPr>
          <p:sp>
            <p:nvSpPr>
              <p:cNvPr id="4817" name="Google Shape;4817;p42"/>
              <p:cNvSpPr/>
              <p:nvPr/>
            </p:nvSpPr>
            <p:spPr>
              <a:xfrm>
                <a:off x="442" y="375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8" name="Google Shape;4818;p42"/>
              <p:cNvSpPr txBox="1"/>
              <p:nvPr/>
            </p:nvSpPr>
            <p:spPr>
              <a:xfrm>
                <a:off x="582" y="382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19" name="Google Shape;4819;p42"/>
              <p:cNvSpPr/>
              <p:nvPr/>
            </p:nvSpPr>
            <p:spPr>
              <a:xfrm>
                <a:off x="904" y="3748"/>
                <a:ext cx="84" cy="90"/>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20" name="Google Shape;4820;p42"/>
            <p:cNvGrpSpPr/>
            <p:nvPr/>
          </p:nvGrpSpPr>
          <p:grpSpPr>
            <a:xfrm>
              <a:off x="2674" y="3486"/>
              <a:ext cx="1054" cy="372"/>
              <a:chOff x="2698" y="3710"/>
              <a:chExt cx="1054" cy="372"/>
            </a:xfrm>
          </p:grpSpPr>
          <p:sp>
            <p:nvSpPr>
              <p:cNvPr id="4821" name="Google Shape;4821;p42"/>
              <p:cNvSpPr/>
              <p:nvPr/>
            </p:nvSpPr>
            <p:spPr>
              <a:xfrm>
                <a:off x="2698" y="371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22" name="Google Shape;4822;p42"/>
              <p:cNvSpPr txBox="1"/>
              <p:nvPr/>
            </p:nvSpPr>
            <p:spPr>
              <a:xfrm>
                <a:off x="2838" y="378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23" name="Google Shape;4823;p42"/>
              <p:cNvSpPr/>
              <p:nvPr/>
            </p:nvSpPr>
            <p:spPr>
              <a:xfrm>
                <a:off x="3408" y="3716"/>
                <a:ext cx="84" cy="9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24" name="Google Shape;4824;p42"/>
            <p:cNvGrpSpPr/>
            <p:nvPr/>
          </p:nvGrpSpPr>
          <p:grpSpPr>
            <a:xfrm>
              <a:off x="4090" y="3182"/>
              <a:ext cx="1054" cy="372"/>
              <a:chOff x="4090" y="3182"/>
              <a:chExt cx="1054" cy="372"/>
            </a:xfrm>
          </p:grpSpPr>
          <p:sp>
            <p:nvSpPr>
              <p:cNvPr id="4825" name="Google Shape;4825;p42"/>
              <p:cNvSpPr/>
              <p:nvPr/>
            </p:nvSpPr>
            <p:spPr>
              <a:xfrm>
                <a:off x="4090" y="3182"/>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26" name="Google Shape;4826;p42"/>
              <p:cNvSpPr txBox="1"/>
              <p:nvPr/>
            </p:nvSpPr>
            <p:spPr>
              <a:xfrm>
                <a:off x="4230" y="3256"/>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27" name="Google Shape;4827;p42"/>
              <p:cNvSpPr/>
              <p:nvPr/>
            </p:nvSpPr>
            <p:spPr>
              <a:xfrm>
                <a:off x="4144" y="3308"/>
                <a:ext cx="84" cy="9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828" name="Google Shape;4828;p42"/>
            <p:cNvSpPr/>
            <p:nvPr/>
          </p:nvSpPr>
          <p:spPr>
            <a:xfrm>
              <a:off x="1712" y="2328"/>
              <a:ext cx="96" cy="88"/>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829" name="Google Shape;4829;p42"/>
            <p:cNvCxnSpPr/>
            <p:nvPr/>
          </p:nvCxnSpPr>
          <p:spPr>
            <a:xfrm>
              <a:off x="1768" y="2400"/>
              <a:ext cx="200" cy="684"/>
            </a:xfrm>
            <a:prstGeom prst="straightConnector1">
              <a:avLst/>
            </a:prstGeom>
            <a:noFill/>
            <a:ln cap="flat" cmpd="sng" w="19050">
              <a:solidFill>
                <a:schemeClr val="dk1"/>
              </a:solidFill>
              <a:prstDash val="solid"/>
              <a:miter lim="800000"/>
              <a:headEnd len="med" w="med" type="none"/>
              <a:tailEnd len="med" w="med" type="none"/>
            </a:ln>
          </p:spPr>
        </p:cxnSp>
        <p:sp>
          <p:nvSpPr>
            <p:cNvPr id="4830" name="Google Shape;4830;p42"/>
            <p:cNvSpPr/>
            <p:nvPr/>
          </p:nvSpPr>
          <p:spPr>
            <a:xfrm>
              <a:off x="1928" y="3044"/>
              <a:ext cx="96" cy="88"/>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31" name="Google Shape;4831;p42"/>
          <p:cNvGrpSpPr/>
          <p:nvPr/>
        </p:nvGrpSpPr>
        <p:grpSpPr>
          <a:xfrm>
            <a:off x="177800" y="3406775"/>
            <a:ext cx="3562350" cy="2014537"/>
            <a:chOff x="112" y="2146"/>
            <a:chExt cx="2244" cy="1269"/>
          </a:xfrm>
        </p:grpSpPr>
        <p:sp>
          <p:nvSpPr>
            <p:cNvPr id="4832" name="Google Shape;4832;p42"/>
            <p:cNvSpPr txBox="1"/>
            <p:nvPr/>
          </p:nvSpPr>
          <p:spPr>
            <a:xfrm>
              <a:off x="112" y="2146"/>
              <a:ext cx="1292" cy="12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 pays tier-1 ISP for connectivity to rest of Internet</a:t>
              </a:r>
              <a:endParaRPr/>
            </a:p>
            <a:p>
              <a:pPr indent="-97155" lvl="0" marL="0" marR="0" rtl="0" algn="l">
                <a:lnSpc>
                  <a:spcPct val="100000"/>
                </a:lnSpc>
                <a:spcBef>
                  <a:spcPts val="0"/>
                </a:spcBef>
                <a:spcAft>
                  <a:spcPts val="0"/>
                </a:spcAft>
                <a:buClr>
                  <a:schemeClr val="accent2"/>
                </a:buClr>
                <a:buSzPts val="1530"/>
                <a:buFont typeface="Noto Sans Symbols"/>
                <a:buChar char="❑"/>
              </a:pPr>
              <a:r>
                <a:rPr b="0" i="0" lang="en-US" sz="1800" u="none">
                  <a:solidFill>
                    <a:schemeClr val="dk1"/>
                  </a:solidFill>
                  <a:latin typeface="Comic Sans MS"/>
                  <a:ea typeface="Comic Sans MS"/>
                  <a:cs typeface="Comic Sans MS"/>
                  <a:sym typeface="Comic Sans MS"/>
                </a:rPr>
                <a:t> tier-2 ISP is c</a:t>
              </a:r>
              <a:r>
                <a:rPr b="0" i="1" lang="en-US" sz="1800" u="none">
                  <a:solidFill>
                    <a:schemeClr val="dk1"/>
                  </a:solidFill>
                  <a:latin typeface="Comic Sans MS"/>
                  <a:ea typeface="Comic Sans MS"/>
                  <a:cs typeface="Comic Sans MS"/>
                  <a:sym typeface="Comic Sans MS"/>
                </a:rPr>
                <a:t>ustomer</a:t>
              </a:r>
              <a:r>
                <a:rPr b="0" i="0" lang="en-US" sz="1800" u="none">
                  <a:solidFill>
                    <a:schemeClr val="dk1"/>
                  </a:solidFill>
                  <a:latin typeface="Comic Sans MS"/>
                  <a:ea typeface="Comic Sans MS"/>
                  <a:cs typeface="Comic Sans MS"/>
                  <a:sym typeface="Comic Sans MS"/>
                </a:rPr>
                <a:t> of</a:t>
              </a:r>
              <a:endParaRPr/>
            </a:p>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tier-1 provider</a:t>
              </a:r>
              <a:endParaRPr/>
            </a:p>
          </p:txBody>
        </p:sp>
        <p:cxnSp>
          <p:nvCxnSpPr>
            <p:cNvPr id="4833" name="Google Shape;4833;p42"/>
            <p:cNvCxnSpPr/>
            <p:nvPr/>
          </p:nvCxnSpPr>
          <p:spPr>
            <a:xfrm flipH="1" rot="10800000">
              <a:off x="1344" y="2392"/>
              <a:ext cx="1012" cy="368"/>
            </a:xfrm>
            <a:prstGeom prst="straightConnector1">
              <a:avLst/>
            </a:prstGeom>
            <a:noFill/>
            <a:ln cap="flat" cmpd="sng" w="9525">
              <a:solidFill>
                <a:schemeClr val="dk1"/>
              </a:solidFill>
              <a:prstDash val="solid"/>
              <a:miter lim="800000"/>
              <a:headEnd len="med" w="med" type="none"/>
              <a:tailEnd len="med" w="med" type="triangle"/>
            </a:ln>
          </p:spPr>
        </p:cxnSp>
        <p:cxnSp>
          <p:nvCxnSpPr>
            <p:cNvPr id="4834" name="Google Shape;4834;p42"/>
            <p:cNvCxnSpPr/>
            <p:nvPr/>
          </p:nvCxnSpPr>
          <p:spPr>
            <a:xfrm flipH="1" rot="10800000">
              <a:off x="1352" y="2412"/>
              <a:ext cx="360" cy="344"/>
            </a:xfrm>
            <a:prstGeom prst="straightConnector1">
              <a:avLst/>
            </a:prstGeom>
            <a:noFill/>
            <a:ln cap="flat" cmpd="sng" w="9525">
              <a:solidFill>
                <a:schemeClr val="dk1"/>
              </a:solidFill>
              <a:prstDash val="solid"/>
              <a:miter lim="800000"/>
              <a:headEnd len="med" w="med" type="none"/>
              <a:tailEnd len="med" w="med" type="triangle"/>
            </a:ln>
          </p:spPr>
        </p:cxnSp>
      </p:grpSp>
      <p:grpSp>
        <p:nvGrpSpPr>
          <p:cNvPr id="4835" name="Google Shape;4835;p42"/>
          <p:cNvGrpSpPr/>
          <p:nvPr/>
        </p:nvGrpSpPr>
        <p:grpSpPr>
          <a:xfrm>
            <a:off x="6337300" y="3019425"/>
            <a:ext cx="2705100" cy="2136775"/>
            <a:chOff x="3992" y="1902"/>
            <a:chExt cx="1704" cy="1346"/>
          </a:xfrm>
        </p:grpSpPr>
        <p:sp>
          <p:nvSpPr>
            <p:cNvPr id="4836" name="Google Shape;4836;p42"/>
            <p:cNvSpPr/>
            <p:nvPr/>
          </p:nvSpPr>
          <p:spPr>
            <a:xfrm>
              <a:off x="3992" y="2320"/>
              <a:ext cx="96" cy="104"/>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37" name="Google Shape;4837;p42"/>
            <p:cNvSpPr txBox="1"/>
            <p:nvPr/>
          </p:nvSpPr>
          <p:spPr>
            <a:xfrm>
              <a:off x="4564" y="1902"/>
              <a:ext cx="1132" cy="7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ISPs also peer privately with each other.</a:t>
              </a:r>
              <a:endParaRPr/>
            </a:p>
          </p:txBody>
        </p:sp>
        <p:sp>
          <p:nvSpPr>
            <p:cNvPr id="4838" name="Google Shape;4838;p42"/>
            <p:cNvSpPr/>
            <p:nvPr/>
          </p:nvSpPr>
          <p:spPr>
            <a:xfrm>
              <a:off x="4600" y="3144"/>
              <a:ext cx="96" cy="104"/>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839" name="Google Shape;4839;p42"/>
            <p:cNvCxnSpPr/>
            <p:nvPr/>
          </p:nvCxnSpPr>
          <p:spPr>
            <a:xfrm>
              <a:off x="4064" y="2408"/>
              <a:ext cx="552" cy="728"/>
            </a:xfrm>
            <a:prstGeom prst="straightConnector1">
              <a:avLst/>
            </a:prstGeom>
            <a:noFill/>
            <a:ln cap="flat" cmpd="sng" w="19050">
              <a:solidFill>
                <a:schemeClr val="dk1"/>
              </a:solidFill>
              <a:prstDash val="solid"/>
              <a:miter lim="800000"/>
              <a:headEnd len="med" w="med" type="none"/>
              <a:tailEnd len="med" w="med" type="none"/>
            </a:ln>
          </p:spPr>
        </p:cxnSp>
        <p:cxnSp>
          <p:nvCxnSpPr>
            <p:cNvPr id="4840" name="Google Shape;4840;p42"/>
            <p:cNvCxnSpPr/>
            <p:nvPr/>
          </p:nvCxnSpPr>
          <p:spPr>
            <a:xfrm flipH="1">
              <a:off x="4179" y="2166"/>
              <a:ext cx="434" cy="291"/>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45" name="Shape 4845"/>
        <p:cNvGrpSpPr/>
        <p:nvPr/>
      </p:nvGrpSpPr>
      <p:grpSpPr>
        <a:xfrm>
          <a:off x="0" y="0"/>
          <a:ext cx="0" cy="0"/>
          <a:chOff x="0" y="0"/>
          <a:chExt cx="0" cy="0"/>
        </a:xfrm>
      </p:grpSpPr>
      <p:sp>
        <p:nvSpPr>
          <p:cNvPr id="4846" name="Google Shape;4846;p4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847" name="Google Shape;4847;p4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848" name="Google Shape;4848;p43"/>
          <p:cNvSpPr txBox="1"/>
          <p:nvPr>
            <p:ph type="title"/>
          </p:nvPr>
        </p:nvSpPr>
        <p:spPr>
          <a:xfrm>
            <a:off x="533400" y="228600"/>
            <a:ext cx="809625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Internet structure: network of networks</a:t>
            </a:r>
            <a:endParaRPr/>
          </a:p>
        </p:txBody>
      </p:sp>
      <p:sp>
        <p:nvSpPr>
          <p:cNvPr id="4849" name="Google Shape;4849;p43"/>
          <p:cNvSpPr txBox="1"/>
          <p:nvPr>
            <p:ph idx="1" type="body"/>
          </p:nvPr>
        </p:nvSpPr>
        <p:spPr>
          <a:xfrm>
            <a:off x="352425" y="1428750"/>
            <a:ext cx="8440737" cy="914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“Tier-3” ISPs and local ISPs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last hop (“access”) network (closest to end systems)</a:t>
            </a:r>
            <a:endParaRPr/>
          </a:p>
          <a:p>
            <a:pPr indent="-342900" lvl="0" marL="342900" rtl="0" algn="l">
              <a:lnSpc>
                <a:spcPct val="100000"/>
              </a:lnSpc>
              <a:spcBef>
                <a:spcPts val="480"/>
              </a:spcBef>
              <a:spcAft>
                <a:spcPts val="0"/>
              </a:spcAft>
              <a:buSzPts val="2040"/>
              <a:buNone/>
            </a:pPr>
            <a:r>
              <a:t/>
            </a:r>
            <a:endParaRPr b="0" i="0" sz="2400" u="none">
              <a:solidFill>
                <a:srgbClr val="FF0000"/>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rgbClr val="FF0000"/>
              </a:solidFill>
              <a:latin typeface="Comic Sans MS"/>
              <a:ea typeface="Comic Sans MS"/>
              <a:cs typeface="Comic Sans MS"/>
              <a:sym typeface="Comic Sans MS"/>
            </a:endParaRPr>
          </a:p>
        </p:txBody>
      </p:sp>
      <p:sp>
        <p:nvSpPr>
          <p:cNvPr id="4850" name="Google Shape;4850;p43"/>
          <p:cNvSpPr/>
          <p:nvPr/>
        </p:nvSpPr>
        <p:spPr>
          <a:xfrm>
            <a:off x="2432050" y="4883150"/>
            <a:ext cx="1863725" cy="7905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851" name="Google Shape;4851;p43"/>
          <p:cNvSpPr/>
          <p:nvPr/>
        </p:nvSpPr>
        <p:spPr>
          <a:xfrm>
            <a:off x="3530600" y="3679825"/>
            <a:ext cx="1863725" cy="7905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852" name="Google Shape;4852;p43"/>
          <p:cNvSpPr/>
          <p:nvPr/>
        </p:nvSpPr>
        <p:spPr>
          <a:xfrm>
            <a:off x="4800600" y="4845050"/>
            <a:ext cx="1863725" cy="7905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853" name="Google Shape;4853;p43"/>
          <p:cNvSpPr/>
          <p:nvPr/>
        </p:nvSpPr>
        <p:spPr>
          <a:xfrm>
            <a:off x="5121275" y="4851400"/>
            <a:ext cx="133350" cy="1428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4" name="Google Shape;4854;p43"/>
          <p:cNvSpPr/>
          <p:nvPr/>
        </p:nvSpPr>
        <p:spPr>
          <a:xfrm>
            <a:off x="4670425" y="4381500"/>
            <a:ext cx="133350" cy="1428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5" name="Google Shape;4855;p43"/>
          <p:cNvSpPr/>
          <p:nvPr/>
        </p:nvSpPr>
        <p:spPr>
          <a:xfrm>
            <a:off x="4206875" y="4406900"/>
            <a:ext cx="133350" cy="142875"/>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6" name="Google Shape;4856;p43"/>
          <p:cNvSpPr/>
          <p:nvPr/>
        </p:nvSpPr>
        <p:spPr>
          <a:xfrm>
            <a:off x="3736975" y="4864100"/>
            <a:ext cx="133350" cy="1428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7" name="Google Shape;4857;p43"/>
          <p:cNvSpPr/>
          <p:nvPr/>
        </p:nvSpPr>
        <p:spPr>
          <a:xfrm>
            <a:off x="4232275" y="5181600"/>
            <a:ext cx="133350" cy="142875"/>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8" name="Google Shape;4858;p43"/>
          <p:cNvSpPr/>
          <p:nvPr/>
        </p:nvSpPr>
        <p:spPr>
          <a:xfrm>
            <a:off x="4746625" y="5168900"/>
            <a:ext cx="133350" cy="14287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859" name="Google Shape;4859;p43"/>
          <p:cNvCxnSpPr/>
          <p:nvPr/>
        </p:nvCxnSpPr>
        <p:spPr>
          <a:xfrm flipH="1" rot="10800000">
            <a:off x="4368800" y="5238750"/>
            <a:ext cx="381000" cy="6350"/>
          </a:xfrm>
          <a:prstGeom prst="straightConnector1">
            <a:avLst/>
          </a:prstGeom>
          <a:noFill/>
          <a:ln cap="flat" cmpd="sng" w="19050">
            <a:solidFill>
              <a:schemeClr val="dk1"/>
            </a:solidFill>
            <a:prstDash val="solid"/>
            <a:miter lim="800000"/>
            <a:headEnd len="med" w="med" type="none"/>
            <a:tailEnd len="med" w="med" type="none"/>
          </a:ln>
        </p:spPr>
      </p:cxnSp>
      <p:cxnSp>
        <p:nvCxnSpPr>
          <p:cNvPr id="4860" name="Google Shape;4860;p43"/>
          <p:cNvCxnSpPr/>
          <p:nvPr/>
        </p:nvCxnSpPr>
        <p:spPr>
          <a:xfrm>
            <a:off x="4778375" y="4495800"/>
            <a:ext cx="368300"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4861" name="Google Shape;4861;p43"/>
          <p:cNvCxnSpPr/>
          <p:nvPr/>
        </p:nvCxnSpPr>
        <p:spPr>
          <a:xfrm flipH="1" rot="10800000">
            <a:off x="3835400" y="4527550"/>
            <a:ext cx="393700" cy="355600"/>
          </a:xfrm>
          <a:prstGeom prst="straightConnector1">
            <a:avLst/>
          </a:prstGeom>
          <a:noFill/>
          <a:ln cap="flat" cmpd="sng" w="19050">
            <a:solidFill>
              <a:schemeClr val="dk1"/>
            </a:solidFill>
            <a:prstDash val="solid"/>
            <a:miter lim="800000"/>
            <a:headEnd len="med" w="med" type="none"/>
            <a:tailEnd len="med" w="med" type="none"/>
          </a:ln>
        </p:spPr>
      </p:cxnSp>
      <p:grpSp>
        <p:nvGrpSpPr>
          <p:cNvPr id="4862" name="Google Shape;4862;p43"/>
          <p:cNvGrpSpPr/>
          <p:nvPr/>
        </p:nvGrpSpPr>
        <p:grpSpPr>
          <a:xfrm>
            <a:off x="1946275" y="3286125"/>
            <a:ext cx="6219825" cy="2838450"/>
            <a:chOff x="1226" y="2070"/>
            <a:chExt cx="3918" cy="1788"/>
          </a:xfrm>
        </p:grpSpPr>
        <p:grpSp>
          <p:nvGrpSpPr>
            <p:cNvPr id="4863" name="Google Shape;4863;p43"/>
            <p:cNvGrpSpPr/>
            <p:nvPr/>
          </p:nvGrpSpPr>
          <p:grpSpPr>
            <a:xfrm>
              <a:off x="3042" y="2102"/>
              <a:ext cx="1054" cy="372"/>
              <a:chOff x="3042" y="2102"/>
              <a:chExt cx="1054" cy="372"/>
            </a:xfrm>
          </p:grpSpPr>
          <p:sp>
            <p:nvSpPr>
              <p:cNvPr id="4864" name="Google Shape;4864;p43"/>
              <p:cNvSpPr/>
              <p:nvPr/>
            </p:nvSpPr>
            <p:spPr>
              <a:xfrm>
                <a:off x="3042" y="2102"/>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65" name="Google Shape;4865;p43"/>
              <p:cNvSpPr txBox="1"/>
              <p:nvPr/>
            </p:nvSpPr>
            <p:spPr>
              <a:xfrm>
                <a:off x="3182" y="2176"/>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66" name="Google Shape;4866;p43"/>
              <p:cNvSpPr/>
              <p:nvPr/>
            </p:nvSpPr>
            <p:spPr>
              <a:xfrm>
                <a:off x="3184" y="2340"/>
                <a:ext cx="84" cy="90"/>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67" name="Google Shape;4867;p43"/>
            <p:cNvGrpSpPr/>
            <p:nvPr/>
          </p:nvGrpSpPr>
          <p:grpSpPr>
            <a:xfrm>
              <a:off x="1610" y="2070"/>
              <a:ext cx="1054" cy="372"/>
              <a:chOff x="698" y="2190"/>
              <a:chExt cx="1054" cy="372"/>
            </a:xfrm>
          </p:grpSpPr>
          <p:sp>
            <p:nvSpPr>
              <p:cNvPr id="4868" name="Google Shape;4868;p43"/>
              <p:cNvSpPr/>
              <p:nvPr/>
            </p:nvSpPr>
            <p:spPr>
              <a:xfrm>
                <a:off x="698" y="219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69" name="Google Shape;4869;p43"/>
              <p:cNvSpPr txBox="1"/>
              <p:nvPr/>
            </p:nvSpPr>
            <p:spPr>
              <a:xfrm>
                <a:off x="838" y="226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70" name="Google Shape;4870;p43"/>
              <p:cNvSpPr/>
              <p:nvPr/>
            </p:nvSpPr>
            <p:spPr>
              <a:xfrm>
                <a:off x="1464" y="2460"/>
                <a:ext cx="84" cy="90"/>
              </a:xfrm>
              <a:prstGeom prst="ellipse">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71" name="Google Shape;4871;p43"/>
            <p:cNvGrpSpPr/>
            <p:nvPr/>
          </p:nvGrpSpPr>
          <p:grpSpPr>
            <a:xfrm>
              <a:off x="1226" y="3476"/>
              <a:ext cx="1054" cy="374"/>
              <a:chOff x="442" y="3748"/>
              <a:chExt cx="1054" cy="374"/>
            </a:xfrm>
          </p:grpSpPr>
          <p:sp>
            <p:nvSpPr>
              <p:cNvPr id="4872" name="Google Shape;4872;p43"/>
              <p:cNvSpPr/>
              <p:nvPr/>
            </p:nvSpPr>
            <p:spPr>
              <a:xfrm>
                <a:off x="442" y="375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73" name="Google Shape;4873;p43"/>
              <p:cNvSpPr txBox="1"/>
              <p:nvPr/>
            </p:nvSpPr>
            <p:spPr>
              <a:xfrm>
                <a:off x="582" y="382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74" name="Google Shape;4874;p43"/>
              <p:cNvSpPr/>
              <p:nvPr/>
            </p:nvSpPr>
            <p:spPr>
              <a:xfrm>
                <a:off x="904" y="3748"/>
                <a:ext cx="84" cy="90"/>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75" name="Google Shape;4875;p43"/>
            <p:cNvGrpSpPr/>
            <p:nvPr/>
          </p:nvGrpSpPr>
          <p:grpSpPr>
            <a:xfrm>
              <a:off x="2674" y="3486"/>
              <a:ext cx="1054" cy="372"/>
              <a:chOff x="2698" y="3710"/>
              <a:chExt cx="1054" cy="372"/>
            </a:xfrm>
          </p:grpSpPr>
          <p:sp>
            <p:nvSpPr>
              <p:cNvPr id="4876" name="Google Shape;4876;p43"/>
              <p:cNvSpPr/>
              <p:nvPr/>
            </p:nvSpPr>
            <p:spPr>
              <a:xfrm>
                <a:off x="2698" y="371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77" name="Google Shape;4877;p43"/>
              <p:cNvSpPr txBox="1"/>
              <p:nvPr/>
            </p:nvSpPr>
            <p:spPr>
              <a:xfrm>
                <a:off x="2838" y="378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78" name="Google Shape;4878;p43"/>
              <p:cNvSpPr/>
              <p:nvPr/>
            </p:nvSpPr>
            <p:spPr>
              <a:xfrm>
                <a:off x="3408" y="3716"/>
                <a:ext cx="84" cy="9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79" name="Google Shape;4879;p43"/>
            <p:cNvGrpSpPr/>
            <p:nvPr/>
          </p:nvGrpSpPr>
          <p:grpSpPr>
            <a:xfrm>
              <a:off x="4090" y="3182"/>
              <a:ext cx="1054" cy="372"/>
              <a:chOff x="4090" y="3182"/>
              <a:chExt cx="1054" cy="372"/>
            </a:xfrm>
          </p:grpSpPr>
          <p:sp>
            <p:nvSpPr>
              <p:cNvPr id="4880" name="Google Shape;4880;p43"/>
              <p:cNvSpPr/>
              <p:nvPr/>
            </p:nvSpPr>
            <p:spPr>
              <a:xfrm>
                <a:off x="4090" y="3182"/>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81" name="Google Shape;4881;p43"/>
              <p:cNvSpPr txBox="1"/>
              <p:nvPr/>
            </p:nvSpPr>
            <p:spPr>
              <a:xfrm>
                <a:off x="4230" y="3256"/>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Tier-2 ISP</a:t>
                </a:r>
                <a:endParaRPr/>
              </a:p>
            </p:txBody>
          </p:sp>
          <p:sp>
            <p:nvSpPr>
              <p:cNvPr id="4882" name="Google Shape;4882;p43"/>
              <p:cNvSpPr/>
              <p:nvPr/>
            </p:nvSpPr>
            <p:spPr>
              <a:xfrm>
                <a:off x="4144" y="3308"/>
                <a:ext cx="84" cy="9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883" name="Google Shape;4883;p43"/>
            <p:cNvSpPr/>
            <p:nvPr/>
          </p:nvSpPr>
          <p:spPr>
            <a:xfrm>
              <a:off x="1712" y="2328"/>
              <a:ext cx="96" cy="88"/>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884" name="Google Shape;4884;p43"/>
            <p:cNvCxnSpPr/>
            <p:nvPr/>
          </p:nvCxnSpPr>
          <p:spPr>
            <a:xfrm>
              <a:off x="1768" y="2400"/>
              <a:ext cx="200" cy="684"/>
            </a:xfrm>
            <a:prstGeom prst="straightConnector1">
              <a:avLst/>
            </a:prstGeom>
            <a:noFill/>
            <a:ln cap="flat" cmpd="sng" w="19050">
              <a:solidFill>
                <a:schemeClr val="dk1"/>
              </a:solidFill>
              <a:prstDash val="solid"/>
              <a:miter lim="800000"/>
              <a:headEnd len="med" w="med" type="none"/>
              <a:tailEnd len="med" w="med" type="none"/>
            </a:ln>
          </p:spPr>
        </p:cxnSp>
        <p:sp>
          <p:nvSpPr>
            <p:cNvPr id="4885" name="Google Shape;4885;p43"/>
            <p:cNvSpPr/>
            <p:nvPr/>
          </p:nvSpPr>
          <p:spPr>
            <a:xfrm>
              <a:off x="1928" y="3044"/>
              <a:ext cx="96" cy="88"/>
            </a:xfrm>
            <a:prstGeom prst="ellipse">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886" name="Google Shape;4886;p43"/>
          <p:cNvSpPr/>
          <p:nvPr/>
        </p:nvSpPr>
        <p:spPr>
          <a:xfrm>
            <a:off x="6337300" y="3683000"/>
            <a:ext cx="152400" cy="165100"/>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87" name="Google Shape;4887;p43"/>
          <p:cNvSpPr/>
          <p:nvPr/>
        </p:nvSpPr>
        <p:spPr>
          <a:xfrm>
            <a:off x="7302500" y="4991100"/>
            <a:ext cx="152400" cy="165100"/>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888" name="Google Shape;4888;p43"/>
          <p:cNvCxnSpPr/>
          <p:nvPr/>
        </p:nvCxnSpPr>
        <p:spPr>
          <a:xfrm>
            <a:off x="6451600" y="3822700"/>
            <a:ext cx="876300" cy="1155700"/>
          </a:xfrm>
          <a:prstGeom prst="straightConnector1">
            <a:avLst/>
          </a:prstGeom>
          <a:noFill/>
          <a:ln cap="flat" cmpd="sng" w="19050">
            <a:solidFill>
              <a:schemeClr val="dk1"/>
            </a:solidFill>
            <a:prstDash val="solid"/>
            <a:miter lim="800000"/>
            <a:headEnd len="med" w="med" type="none"/>
            <a:tailEnd len="med" w="med" type="none"/>
          </a:ln>
        </p:spPr>
      </p:cxnSp>
      <p:grpSp>
        <p:nvGrpSpPr>
          <p:cNvPr id="4889" name="Google Shape;4889;p43"/>
          <p:cNvGrpSpPr/>
          <p:nvPr/>
        </p:nvGrpSpPr>
        <p:grpSpPr>
          <a:xfrm>
            <a:off x="1539875" y="2473325"/>
            <a:ext cx="6823075" cy="4162425"/>
            <a:chOff x="970" y="1558"/>
            <a:chExt cx="4298" cy="2622"/>
          </a:xfrm>
        </p:grpSpPr>
        <p:grpSp>
          <p:nvGrpSpPr>
            <p:cNvPr id="4890" name="Google Shape;4890;p43"/>
            <p:cNvGrpSpPr/>
            <p:nvPr/>
          </p:nvGrpSpPr>
          <p:grpSpPr>
            <a:xfrm>
              <a:off x="3322" y="1686"/>
              <a:ext cx="666" cy="438"/>
              <a:chOff x="4314" y="1086"/>
              <a:chExt cx="666" cy="438"/>
            </a:xfrm>
          </p:grpSpPr>
          <p:sp>
            <p:nvSpPr>
              <p:cNvPr id="4891" name="Google Shape;4891;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2" name="Google Shape;4892;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893" name="Google Shape;4893;p43"/>
            <p:cNvGrpSpPr/>
            <p:nvPr/>
          </p:nvGrpSpPr>
          <p:grpSpPr>
            <a:xfrm>
              <a:off x="2714" y="1782"/>
              <a:ext cx="666" cy="438"/>
              <a:chOff x="4314" y="1086"/>
              <a:chExt cx="666" cy="438"/>
            </a:xfrm>
          </p:grpSpPr>
          <p:sp>
            <p:nvSpPr>
              <p:cNvPr id="4894" name="Google Shape;4894;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5" name="Google Shape;4895;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896" name="Google Shape;4896;p43"/>
            <p:cNvGrpSpPr/>
            <p:nvPr/>
          </p:nvGrpSpPr>
          <p:grpSpPr>
            <a:xfrm>
              <a:off x="3794" y="1774"/>
              <a:ext cx="666" cy="438"/>
              <a:chOff x="4314" y="1086"/>
              <a:chExt cx="666" cy="438"/>
            </a:xfrm>
          </p:grpSpPr>
          <p:sp>
            <p:nvSpPr>
              <p:cNvPr id="4897" name="Google Shape;4897;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8" name="Google Shape;4898;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899" name="Google Shape;4899;p43"/>
            <p:cNvGrpSpPr/>
            <p:nvPr/>
          </p:nvGrpSpPr>
          <p:grpSpPr>
            <a:xfrm>
              <a:off x="970" y="3702"/>
              <a:ext cx="666" cy="438"/>
              <a:chOff x="4314" y="1086"/>
              <a:chExt cx="666" cy="438"/>
            </a:xfrm>
          </p:grpSpPr>
          <p:sp>
            <p:nvSpPr>
              <p:cNvPr id="4900" name="Google Shape;4900;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01" name="Google Shape;4901;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902" name="Google Shape;4902;p43"/>
            <p:cNvGrpSpPr/>
            <p:nvPr/>
          </p:nvGrpSpPr>
          <p:grpSpPr>
            <a:xfrm>
              <a:off x="1186" y="1558"/>
              <a:ext cx="666" cy="438"/>
              <a:chOff x="4314" y="1086"/>
              <a:chExt cx="666" cy="438"/>
            </a:xfrm>
          </p:grpSpPr>
          <p:sp>
            <p:nvSpPr>
              <p:cNvPr id="4903" name="Google Shape;4903;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04" name="Google Shape;4904;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905" name="Google Shape;4905;p43"/>
            <p:cNvGrpSpPr/>
            <p:nvPr/>
          </p:nvGrpSpPr>
          <p:grpSpPr>
            <a:xfrm>
              <a:off x="1730" y="1710"/>
              <a:ext cx="666" cy="438"/>
              <a:chOff x="4314" y="1086"/>
              <a:chExt cx="666" cy="438"/>
            </a:xfrm>
          </p:grpSpPr>
          <p:sp>
            <p:nvSpPr>
              <p:cNvPr id="4906" name="Google Shape;4906;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07" name="Google Shape;4907;p43"/>
              <p:cNvSpPr txBox="1"/>
              <p:nvPr/>
            </p:nvSpPr>
            <p:spPr>
              <a:xfrm>
                <a:off x="4328" y="1106"/>
                <a:ext cx="533"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Tier 3</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908" name="Google Shape;4908;p43"/>
            <p:cNvGrpSpPr/>
            <p:nvPr/>
          </p:nvGrpSpPr>
          <p:grpSpPr>
            <a:xfrm>
              <a:off x="1826" y="3742"/>
              <a:ext cx="666" cy="438"/>
              <a:chOff x="4314" y="1086"/>
              <a:chExt cx="666" cy="438"/>
            </a:xfrm>
          </p:grpSpPr>
          <p:sp>
            <p:nvSpPr>
              <p:cNvPr id="4909" name="Google Shape;4909;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10" name="Google Shape;4910;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911" name="Google Shape;4911;p43"/>
            <p:cNvGrpSpPr/>
            <p:nvPr/>
          </p:nvGrpSpPr>
          <p:grpSpPr>
            <a:xfrm>
              <a:off x="2898" y="3742"/>
              <a:ext cx="666" cy="438"/>
              <a:chOff x="4314" y="1086"/>
              <a:chExt cx="666" cy="438"/>
            </a:xfrm>
          </p:grpSpPr>
          <p:sp>
            <p:nvSpPr>
              <p:cNvPr id="4912" name="Google Shape;4912;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13" name="Google Shape;4913;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nvGrpSpPr>
            <p:cNvPr id="4914" name="Google Shape;4914;p43"/>
            <p:cNvGrpSpPr/>
            <p:nvPr/>
          </p:nvGrpSpPr>
          <p:grpSpPr>
            <a:xfrm>
              <a:off x="4602" y="3454"/>
              <a:ext cx="666" cy="438"/>
              <a:chOff x="4314" y="1086"/>
              <a:chExt cx="666" cy="438"/>
            </a:xfrm>
          </p:grpSpPr>
          <p:sp>
            <p:nvSpPr>
              <p:cNvPr id="4915" name="Google Shape;4915;p43"/>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16" name="Google Shape;4916;p43"/>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ISP</a:t>
                </a:r>
                <a:endParaRPr/>
              </a:p>
            </p:txBody>
          </p:sp>
        </p:grpSp>
      </p:grpSp>
      <p:grpSp>
        <p:nvGrpSpPr>
          <p:cNvPr id="4917" name="Google Shape;4917;p43"/>
          <p:cNvGrpSpPr/>
          <p:nvPr/>
        </p:nvGrpSpPr>
        <p:grpSpPr>
          <a:xfrm>
            <a:off x="184150" y="3175000"/>
            <a:ext cx="2825750" cy="2819400"/>
            <a:chOff x="116" y="2000"/>
            <a:chExt cx="1780" cy="1776"/>
          </a:xfrm>
        </p:grpSpPr>
        <p:sp>
          <p:nvSpPr>
            <p:cNvPr id="4918" name="Google Shape;4918;p43"/>
            <p:cNvSpPr txBox="1"/>
            <p:nvPr/>
          </p:nvSpPr>
          <p:spPr>
            <a:xfrm>
              <a:off x="116" y="2094"/>
              <a:ext cx="1132" cy="14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Local and tier- 3 ISPs are </a:t>
              </a:r>
              <a:r>
                <a:rPr b="0" i="1" lang="en-US" sz="1800" u="none">
                  <a:solidFill>
                    <a:schemeClr val="dk1"/>
                  </a:solidFill>
                  <a:latin typeface="Comic Sans MS"/>
                  <a:ea typeface="Comic Sans MS"/>
                  <a:cs typeface="Comic Sans MS"/>
                  <a:sym typeface="Comic Sans MS"/>
                </a:rPr>
                <a:t>customers</a:t>
              </a:r>
              <a:r>
                <a:rPr b="0" i="0" lang="en-US" sz="1800" u="none">
                  <a:solidFill>
                    <a:schemeClr val="dk1"/>
                  </a:solidFill>
                  <a:latin typeface="Comic Sans MS"/>
                  <a:ea typeface="Comic Sans MS"/>
                  <a:cs typeface="Comic Sans MS"/>
                  <a:sym typeface="Comic Sans MS"/>
                </a:rPr>
                <a:t> of</a:t>
              </a:r>
              <a:endParaRPr/>
            </a:p>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higher tier ISPs</a:t>
              </a:r>
              <a:endParaRPr/>
            </a:p>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connecting them to rest of Internet</a:t>
              </a:r>
              <a:endParaRPr/>
            </a:p>
          </p:txBody>
        </p:sp>
        <p:cxnSp>
          <p:nvCxnSpPr>
            <p:cNvPr id="4919" name="Google Shape;4919;p43"/>
            <p:cNvCxnSpPr/>
            <p:nvPr/>
          </p:nvCxnSpPr>
          <p:spPr>
            <a:xfrm flipH="1" rot="10800000">
              <a:off x="1072" y="2008"/>
              <a:ext cx="344" cy="744"/>
            </a:xfrm>
            <a:prstGeom prst="straightConnector1">
              <a:avLst/>
            </a:prstGeom>
            <a:noFill/>
            <a:ln cap="flat" cmpd="sng" w="9525">
              <a:solidFill>
                <a:schemeClr val="dk1"/>
              </a:solidFill>
              <a:prstDash val="solid"/>
              <a:miter lim="800000"/>
              <a:headEnd len="med" w="med" type="none"/>
              <a:tailEnd len="med" w="med" type="triangle"/>
            </a:ln>
          </p:spPr>
        </p:cxnSp>
        <p:cxnSp>
          <p:nvCxnSpPr>
            <p:cNvPr id="4920" name="Google Shape;4920;p43"/>
            <p:cNvCxnSpPr/>
            <p:nvPr/>
          </p:nvCxnSpPr>
          <p:spPr>
            <a:xfrm flipH="1" rot="10800000">
              <a:off x="1088" y="2000"/>
              <a:ext cx="664" cy="728"/>
            </a:xfrm>
            <a:prstGeom prst="straightConnector1">
              <a:avLst/>
            </a:prstGeom>
            <a:noFill/>
            <a:ln cap="flat" cmpd="sng" w="9525">
              <a:solidFill>
                <a:schemeClr val="dk1"/>
              </a:solidFill>
              <a:prstDash val="solid"/>
              <a:miter lim="800000"/>
              <a:headEnd len="med" w="med" type="none"/>
              <a:tailEnd len="med" w="med" type="triangle"/>
            </a:ln>
          </p:spPr>
        </p:cxnSp>
        <p:cxnSp>
          <p:nvCxnSpPr>
            <p:cNvPr id="4921" name="Google Shape;4921;p43"/>
            <p:cNvCxnSpPr/>
            <p:nvPr/>
          </p:nvCxnSpPr>
          <p:spPr>
            <a:xfrm>
              <a:off x="1073" y="2744"/>
              <a:ext cx="95" cy="960"/>
            </a:xfrm>
            <a:prstGeom prst="straightConnector1">
              <a:avLst/>
            </a:prstGeom>
            <a:noFill/>
            <a:ln cap="flat" cmpd="sng" w="9525">
              <a:solidFill>
                <a:schemeClr val="dk1"/>
              </a:solidFill>
              <a:prstDash val="solid"/>
              <a:miter lim="800000"/>
              <a:headEnd len="med" w="med" type="none"/>
              <a:tailEnd len="med" w="med" type="triangle"/>
            </a:ln>
          </p:spPr>
        </p:cxnSp>
        <p:cxnSp>
          <p:nvCxnSpPr>
            <p:cNvPr id="4922" name="Google Shape;4922;p43"/>
            <p:cNvCxnSpPr/>
            <p:nvPr/>
          </p:nvCxnSpPr>
          <p:spPr>
            <a:xfrm>
              <a:off x="1074" y="2739"/>
              <a:ext cx="822" cy="1037"/>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27" name="Shape 4927"/>
        <p:cNvGrpSpPr/>
        <p:nvPr/>
      </p:nvGrpSpPr>
      <p:grpSpPr>
        <a:xfrm>
          <a:off x="0" y="0"/>
          <a:ext cx="0" cy="0"/>
          <a:chOff x="0" y="0"/>
          <a:chExt cx="0" cy="0"/>
        </a:xfrm>
      </p:grpSpPr>
      <p:sp>
        <p:nvSpPr>
          <p:cNvPr id="4928" name="Google Shape;4928;p4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4929" name="Google Shape;4929;p4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930" name="Google Shape;4930;p44"/>
          <p:cNvSpPr txBox="1"/>
          <p:nvPr>
            <p:ph type="title"/>
          </p:nvPr>
        </p:nvSpPr>
        <p:spPr>
          <a:xfrm>
            <a:off x="533400" y="228600"/>
            <a:ext cx="809625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200"/>
              <a:buFont typeface="Comic Sans MS"/>
              <a:buNone/>
            </a:pPr>
            <a:r>
              <a:rPr b="0" i="0" lang="en-US" sz="3200" u="sng">
                <a:solidFill>
                  <a:schemeClr val="accent2"/>
                </a:solidFill>
                <a:latin typeface="Comic Sans MS"/>
                <a:ea typeface="Comic Sans MS"/>
                <a:cs typeface="Comic Sans MS"/>
                <a:sym typeface="Comic Sans MS"/>
              </a:rPr>
              <a:t>Internet structure: network of networks</a:t>
            </a:r>
            <a:endParaRPr/>
          </a:p>
        </p:txBody>
      </p:sp>
      <p:sp>
        <p:nvSpPr>
          <p:cNvPr id="4931" name="Google Shape;4931;p44"/>
          <p:cNvSpPr txBox="1"/>
          <p:nvPr>
            <p:ph idx="1" type="body"/>
          </p:nvPr>
        </p:nvSpPr>
        <p:spPr>
          <a:xfrm>
            <a:off x="352425" y="1428750"/>
            <a:ext cx="8440737" cy="914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a packet passes through many networks!</a:t>
            </a:r>
            <a:endParaRPr b="0" i="0" sz="24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SzPts val="2040"/>
              <a:buNone/>
            </a:pPr>
            <a:r>
              <a:t/>
            </a:r>
            <a:endParaRPr b="0" i="0" sz="2400" u="none">
              <a:solidFill>
                <a:srgbClr val="FF0000"/>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rgbClr val="FF0000"/>
              </a:solidFill>
              <a:latin typeface="Comic Sans MS"/>
              <a:ea typeface="Comic Sans MS"/>
              <a:cs typeface="Comic Sans MS"/>
              <a:sym typeface="Comic Sans MS"/>
            </a:endParaRPr>
          </a:p>
        </p:txBody>
      </p:sp>
      <p:sp>
        <p:nvSpPr>
          <p:cNvPr id="4932" name="Google Shape;4932;p44"/>
          <p:cNvSpPr/>
          <p:nvPr/>
        </p:nvSpPr>
        <p:spPr>
          <a:xfrm>
            <a:off x="2432050" y="4883150"/>
            <a:ext cx="1863725" cy="7905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933" name="Google Shape;4933;p44"/>
          <p:cNvSpPr/>
          <p:nvPr/>
        </p:nvSpPr>
        <p:spPr>
          <a:xfrm>
            <a:off x="3530600" y="3679825"/>
            <a:ext cx="1863725" cy="7905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934" name="Google Shape;4934;p44"/>
          <p:cNvSpPr/>
          <p:nvPr/>
        </p:nvSpPr>
        <p:spPr>
          <a:xfrm>
            <a:off x="4800600" y="4845050"/>
            <a:ext cx="1863725" cy="7905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Tier 1 ISP</a:t>
            </a:r>
            <a:endParaRPr/>
          </a:p>
        </p:txBody>
      </p:sp>
      <p:sp>
        <p:nvSpPr>
          <p:cNvPr id="4935" name="Google Shape;4935;p44"/>
          <p:cNvSpPr/>
          <p:nvPr/>
        </p:nvSpPr>
        <p:spPr>
          <a:xfrm>
            <a:off x="5121275" y="4851400"/>
            <a:ext cx="133350" cy="1428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6" name="Google Shape;4936;p44"/>
          <p:cNvSpPr/>
          <p:nvPr/>
        </p:nvSpPr>
        <p:spPr>
          <a:xfrm>
            <a:off x="4670425" y="4381500"/>
            <a:ext cx="133350" cy="1428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7" name="Google Shape;4937;p44"/>
          <p:cNvSpPr/>
          <p:nvPr/>
        </p:nvSpPr>
        <p:spPr>
          <a:xfrm>
            <a:off x="4206875" y="4406900"/>
            <a:ext cx="133350" cy="1428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8" name="Google Shape;4938;p44"/>
          <p:cNvSpPr/>
          <p:nvPr/>
        </p:nvSpPr>
        <p:spPr>
          <a:xfrm>
            <a:off x="3736975" y="4864100"/>
            <a:ext cx="133350" cy="1428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9" name="Google Shape;4939;p44"/>
          <p:cNvSpPr/>
          <p:nvPr/>
        </p:nvSpPr>
        <p:spPr>
          <a:xfrm>
            <a:off x="4232275" y="5181600"/>
            <a:ext cx="133350" cy="1428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40" name="Google Shape;4940;p44"/>
          <p:cNvSpPr/>
          <p:nvPr/>
        </p:nvSpPr>
        <p:spPr>
          <a:xfrm>
            <a:off x="4746625" y="5168900"/>
            <a:ext cx="133350" cy="142875"/>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941" name="Google Shape;4941;p44"/>
          <p:cNvCxnSpPr/>
          <p:nvPr/>
        </p:nvCxnSpPr>
        <p:spPr>
          <a:xfrm flipH="1" rot="10800000">
            <a:off x="4368800" y="5238750"/>
            <a:ext cx="381000" cy="6350"/>
          </a:xfrm>
          <a:prstGeom prst="straightConnector1">
            <a:avLst/>
          </a:prstGeom>
          <a:noFill/>
          <a:ln cap="flat" cmpd="sng" w="19050">
            <a:solidFill>
              <a:schemeClr val="dk1"/>
            </a:solidFill>
            <a:prstDash val="solid"/>
            <a:miter lim="800000"/>
            <a:headEnd len="med" w="med" type="none"/>
            <a:tailEnd len="med" w="med" type="none"/>
          </a:ln>
        </p:spPr>
      </p:cxnSp>
      <p:cxnSp>
        <p:nvCxnSpPr>
          <p:cNvPr id="4942" name="Google Shape;4942;p44"/>
          <p:cNvCxnSpPr/>
          <p:nvPr/>
        </p:nvCxnSpPr>
        <p:spPr>
          <a:xfrm>
            <a:off x="4778375" y="4495800"/>
            <a:ext cx="368300"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4943" name="Google Shape;4943;p44"/>
          <p:cNvCxnSpPr/>
          <p:nvPr/>
        </p:nvCxnSpPr>
        <p:spPr>
          <a:xfrm flipH="1" rot="10800000">
            <a:off x="3835400" y="4527550"/>
            <a:ext cx="393700" cy="355600"/>
          </a:xfrm>
          <a:prstGeom prst="straightConnector1">
            <a:avLst/>
          </a:prstGeom>
          <a:noFill/>
          <a:ln cap="flat" cmpd="sng" w="19050">
            <a:solidFill>
              <a:schemeClr val="dk1"/>
            </a:solidFill>
            <a:prstDash val="solid"/>
            <a:miter lim="800000"/>
            <a:headEnd len="med" w="med" type="none"/>
            <a:tailEnd len="med" w="med" type="none"/>
          </a:ln>
        </p:spPr>
      </p:cxnSp>
      <p:grpSp>
        <p:nvGrpSpPr>
          <p:cNvPr id="4944" name="Google Shape;4944;p44"/>
          <p:cNvGrpSpPr/>
          <p:nvPr/>
        </p:nvGrpSpPr>
        <p:grpSpPr>
          <a:xfrm>
            <a:off x="1946275" y="3286125"/>
            <a:ext cx="6219825" cy="2838450"/>
            <a:chOff x="1226" y="2070"/>
            <a:chExt cx="3918" cy="1788"/>
          </a:xfrm>
        </p:grpSpPr>
        <p:grpSp>
          <p:nvGrpSpPr>
            <p:cNvPr id="4945" name="Google Shape;4945;p44"/>
            <p:cNvGrpSpPr/>
            <p:nvPr/>
          </p:nvGrpSpPr>
          <p:grpSpPr>
            <a:xfrm>
              <a:off x="3042" y="2102"/>
              <a:ext cx="1054" cy="372"/>
              <a:chOff x="3042" y="2102"/>
              <a:chExt cx="1054" cy="372"/>
            </a:xfrm>
          </p:grpSpPr>
          <p:sp>
            <p:nvSpPr>
              <p:cNvPr id="4946" name="Google Shape;4946;p44"/>
              <p:cNvSpPr/>
              <p:nvPr/>
            </p:nvSpPr>
            <p:spPr>
              <a:xfrm>
                <a:off x="3042" y="2102"/>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47" name="Google Shape;4947;p44"/>
              <p:cNvSpPr txBox="1"/>
              <p:nvPr/>
            </p:nvSpPr>
            <p:spPr>
              <a:xfrm>
                <a:off x="3182" y="2176"/>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Tier-2 ISP</a:t>
                </a:r>
                <a:endParaRPr/>
              </a:p>
            </p:txBody>
          </p:sp>
          <p:sp>
            <p:nvSpPr>
              <p:cNvPr id="4948" name="Google Shape;4948;p44"/>
              <p:cNvSpPr/>
              <p:nvPr/>
            </p:nvSpPr>
            <p:spPr>
              <a:xfrm>
                <a:off x="3184" y="2340"/>
                <a:ext cx="84" cy="90"/>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949" name="Google Shape;4949;p44"/>
            <p:cNvGrpSpPr/>
            <p:nvPr/>
          </p:nvGrpSpPr>
          <p:grpSpPr>
            <a:xfrm>
              <a:off x="1610" y="2070"/>
              <a:ext cx="1054" cy="372"/>
              <a:chOff x="698" y="2190"/>
              <a:chExt cx="1054" cy="372"/>
            </a:xfrm>
          </p:grpSpPr>
          <p:sp>
            <p:nvSpPr>
              <p:cNvPr id="4950" name="Google Shape;4950;p44"/>
              <p:cNvSpPr/>
              <p:nvPr/>
            </p:nvSpPr>
            <p:spPr>
              <a:xfrm>
                <a:off x="698" y="219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51" name="Google Shape;4951;p44"/>
              <p:cNvSpPr txBox="1"/>
              <p:nvPr/>
            </p:nvSpPr>
            <p:spPr>
              <a:xfrm>
                <a:off x="838" y="226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Tier-2 ISP</a:t>
                </a:r>
                <a:endParaRPr/>
              </a:p>
            </p:txBody>
          </p:sp>
          <p:sp>
            <p:nvSpPr>
              <p:cNvPr id="4952" name="Google Shape;4952;p44"/>
              <p:cNvSpPr/>
              <p:nvPr/>
            </p:nvSpPr>
            <p:spPr>
              <a:xfrm>
                <a:off x="1464" y="2460"/>
                <a:ext cx="84" cy="90"/>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953" name="Google Shape;4953;p44"/>
            <p:cNvGrpSpPr/>
            <p:nvPr/>
          </p:nvGrpSpPr>
          <p:grpSpPr>
            <a:xfrm>
              <a:off x="1226" y="3476"/>
              <a:ext cx="1054" cy="374"/>
              <a:chOff x="442" y="3748"/>
              <a:chExt cx="1054" cy="374"/>
            </a:xfrm>
          </p:grpSpPr>
          <p:sp>
            <p:nvSpPr>
              <p:cNvPr id="4954" name="Google Shape;4954;p44"/>
              <p:cNvSpPr/>
              <p:nvPr/>
            </p:nvSpPr>
            <p:spPr>
              <a:xfrm>
                <a:off x="442" y="375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55" name="Google Shape;4955;p44"/>
              <p:cNvSpPr txBox="1"/>
              <p:nvPr/>
            </p:nvSpPr>
            <p:spPr>
              <a:xfrm>
                <a:off x="582" y="382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Tier-2 ISP</a:t>
                </a:r>
                <a:endParaRPr/>
              </a:p>
            </p:txBody>
          </p:sp>
          <p:sp>
            <p:nvSpPr>
              <p:cNvPr id="4956" name="Google Shape;4956;p44"/>
              <p:cNvSpPr/>
              <p:nvPr/>
            </p:nvSpPr>
            <p:spPr>
              <a:xfrm>
                <a:off x="904" y="3748"/>
                <a:ext cx="84" cy="90"/>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957" name="Google Shape;4957;p44"/>
            <p:cNvGrpSpPr/>
            <p:nvPr/>
          </p:nvGrpSpPr>
          <p:grpSpPr>
            <a:xfrm>
              <a:off x="2674" y="3486"/>
              <a:ext cx="1054" cy="372"/>
              <a:chOff x="2698" y="3710"/>
              <a:chExt cx="1054" cy="372"/>
            </a:xfrm>
          </p:grpSpPr>
          <p:sp>
            <p:nvSpPr>
              <p:cNvPr id="4958" name="Google Shape;4958;p44"/>
              <p:cNvSpPr/>
              <p:nvPr/>
            </p:nvSpPr>
            <p:spPr>
              <a:xfrm>
                <a:off x="2698" y="3710"/>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59" name="Google Shape;4959;p44"/>
              <p:cNvSpPr txBox="1"/>
              <p:nvPr/>
            </p:nvSpPr>
            <p:spPr>
              <a:xfrm>
                <a:off x="2838" y="3784"/>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Tier-2 ISP</a:t>
                </a:r>
                <a:endParaRPr/>
              </a:p>
            </p:txBody>
          </p:sp>
          <p:sp>
            <p:nvSpPr>
              <p:cNvPr id="4960" name="Google Shape;4960;p44"/>
              <p:cNvSpPr/>
              <p:nvPr/>
            </p:nvSpPr>
            <p:spPr>
              <a:xfrm>
                <a:off x="3408" y="3716"/>
                <a:ext cx="84" cy="90"/>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961" name="Google Shape;4961;p44"/>
            <p:cNvGrpSpPr/>
            <p:nvPr/>
          </p:nvGrpSpPr>
          <p:grpSpPr>
            <a:xfrm>
              <a:off x="4090" y="3182"/>
              <a:ext cx="1054" cy="372"/>
              <a:chOff x="4090" y="3182"/>
              <a:chExt cx="1054" cy="372"/>
            </a:xfrm>
          </p:grpSpPr>
          <p:sp>
            <p:nvSpPr>
              <p:cNvPr id="4962" name="Google Shape;4962;p44"/>
              <p:cNvSpPr/>
              <p:nvPr/>
            </p:nvSpPr>
            <p:spPr>
              <a:xfrm>
                <a:off x="4090" y="3182"/>
                <a:ext cx="1054" cy="372"/>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63" name="Google Shape;4963;p44"/>
              <p:cNvSpPr txBox="1"/>
              <p:nvPr/>
            </p:nvSpPr>
            <p:spPr>
              <a:xfrm>
                <a:off x="4230" y="3256"/>
                <a:ext cx="8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Tier-2 ISP</a:t>
                </a:r>
                <a:endParaRPr/>
              </a:p>
            </p:txBody>
          </p:sp>
          <p:sp>
            <p:nvSpPr>
              <p:cNvPr id="4964" name="Google Shape;4964;p44"/>
              <p:cNvSpPr/>
              <p:nvPr/>
            </p:nvSpPr>
            <p:spPr>
              <a:xfrm>
                <a:off x="4144" y="3308"/>
                <a:ext cx="84" cy="90"/>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965" name="Google Shape;4965;p44"/>
            <p:cNvSpPr/>
            <p:nvPr/>
          </p:nvSpPr>
          <p:spPr>
            <a:xfrm>
              <a:off x="1712" y="2328"/>
              <a:ext cx="96" cy="88"/>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966" name="Google Shape;4966;p44"/>
            <p:cNvCxnSpPr/>
            <p:nvPr/>
          </p:nvCxnSpPr>
          <p:spPr>
            <a:xfrm>
              <a:off x="1768" y="2400"/>
              <a:ext cx="200" cy="684"/>
            </a:xfrm>
            <a:prstGeom prst="straightConnector1">
              <a:avLst/>
            </a:prstGeom>
            <a:noFill/>
            <a:ln cap="flat" cmpd="sng" w="19050">
              <a:solidFill>
                <a:schemeClr val="dk1"/>
              </a:solidFill>
              <a:prstDash val="solid"/>
              <a:miter lim="800000"/>
              <a:headEnd len="med" w="med" type="none"/>
              <a:tailEnd len="med" w="med" type="none"/>
            </a:ln>
          </p:spPr>
        </p:cxnSp>
        <p:sp>
          <p:nvSpPr>
            <p:cNvPr id="4967" name="Google Shape;4967;p44"/>
            <p:cNvSpPr/>
            <p:nvPr/>
          </p:nvSpPr>
          <p:spPr>
            <a:xfrm>
              <a:off x="1928" y="3044"/>
              <a:ext cx="96" cy="88"/>
            </a:xfrm>
            <a:prstGeom prst="ellipse">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968" name="Google Shape;4968;p44"/>
          <p:cNvSpPr/>
          <p:nvPr/>
        </p:nvSpPr>
        <p:spPr>
          <a:xfrm>
            <a:off x="6337300" y="3683000"/>
            <a:ext cx="152400" cy="165100"/>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69" name="Google Shape;4969;p44"/>
          <p:cNvSpPr/>
          <p:nvPr/>
        </p:nvSpPr>
        <p:spPr>
          <a:xfrm>
            <a:off x="7302500" y="4991100"/>
            <a:ext cx="152400" cy="165100"/>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970" name="Google Shape;4970;p44"/>
          <p:cNvCxnSpPr/>
          <p:nvPr/>
        </p:nvCxnSpPr>
        <p:spPr>
          <a:xfrm>
            <a:off x="6451600" y="3822700"/>
            <a:ext cx="876300" cy="1155700"/>
          </a:xfrm>
          <a:prstGeom prst="straightConnector1">
            <a:avLst/>
          </a:prstGeom>
          <a:noFill/>
          <a:ln cap="flat" cmpd="sng" w="19050">
            <a:solidFill>
              <a:schemeClr val="dk1"/>
            </a:solidFill>
            <a:prstDash val="solid"/>
            <a:miter lim="800000"/>
            <a:headEnd len="med" w="med" type="none"/>
            <a:tailEnd len="med" w="med" type="none"/>
          </a:ln>
        </p:spPr>
      </p:cxnSp>
      <p:grpSp>
        <p:nvGrpSpPr>
          <p:cNvPr id="4971" name="Google Shape;4971;p44"/>
          <p:cNvGrpSpPr/>
          <p:nvPr/>
        </p:nvGrpSpPr>
        <p:grpSpPr>
          <a:xfrm>
            <a:off x="5273675" y="2676525"/>
            <a:ext cx="1057275" cy="695325"/>
            <a:chOff x="4314" y="1086"/>
            <a:chExt cx="666" cy="438"/>
          </a:xfrm>
        </p:grpSpPr>
        <p:sp>
          <p:nvSpPr>
            <p:cNvPr id="4972" name="Google Shape;4972;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3" name="Google Shape;4973;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74" name="Google Shape;4974;p44"/>
          <p:cNvGrpSpPr/>
          <p:nvPr/>
        </p:nvGrpSpPr>
        <p:grpSpPr>
          <a:xfrm>
            <a:off x="4308475" y="2828925"/>
            <a:ext cx="1057275" cy="695325"/>
            <a:chOff x="4314" y="1086"/>
            <a:chExt cx="666" cy="438"/>
          </a:xfrm>
        </p:grpSpPr>
        <p:sp>
          <p:nvSpPr>
            <p:cNvPr id="4975" name="Google Shape;4975;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6" name="Google Shape;4976;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77" name="Google Shape;4977;p44"/>
          <p:cNvGrpSpPr/>
          <p:nvPr/>
        </p:nvGrpSpPr>
        <p:grpSpPr>
          <a:xfrm>
            <a:off x="6022975" y="2816225"/>
            <a:ext cx="1057275" cy="695325"/>
            <a:chOff x="4314" y="1086"/>
            <a:chExt cx="666" cy="438"/>
          </a:xfrm>
        </p:grpSpPr>
        <p:sp>
          <p:nvSpPr>
            <p:cNvPr id="4978" name="Google Shape;4978;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9" name="Google Shape;4979;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80" name="Google Shape;4980;p44"/>
          <p:cNvGrpSpPr/>
          <p:nvPr/>
        </p:nvGrpSpPr>
        <p:grpSpPr>
          <a:xfrm>
            <a:off x="1539875" y="5876925"/>
            <a:ext cx="1057275" cy="695325"/>
            <a:chOff x="4314" y="1086"/>
            <a:chExt cx="666" cy="438"/>
          </a:xfrm>
        </p:grpSpPr>
        <p:sp>
          <p:nvSpPr>
            <p:cNvPr id="4981" name="Google Shape;4981;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2" name="Google Shape;4982;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83" name="Google Shape;4983;p44"/>
          <p:cNvGrpSpPr/>
          <p:nvPr/>
        </p:nvGrpSpPr>
        <p:grpSpPr>
          <a:xfrm>
            <a:off x="1882775" y="2473325"/>
            <a:ext cx="1057275" cy="695325"/>
            <a:chOff x="4314" y="1086"/>
            <a:chExt cx="666" cy="438"/>
          </a:xfrm>
        </p:grpSpPr>
        <p:sp>
          <p:nvSpPr>
            <p:cNvPr id="4984" name="Google Shape;4984;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5" name="Google Shape;4985;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86" name="Google Shape;4986;p44"/>
          <p:cNvGrpSpPr/>
          <p:nvPr/>
        </p:nvGrpSpPr>
        <p:grpSpPr>
          <a:xfrm>
            <a:off x="2746375" y="2714625"/>
            <a:ext cx="1057275" cy="695325"/>
            <a:chOff x="4314" y="1086"/>
            <a:chExt cx="666" cy="438"/>
          </a:xfrm>
        </p:grpSpPr>
        <p:sp>
          <p:nvSpPr>
            <p:cNvPr id="4987" name="Google Shape;4987;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8" name="Google Shape;4988;p44"/>
            <p:cNvSpPr txBox="1"/>
            <p:nvPr/>
          </p:nvSpPr>
          <p:spPr>
            <a:xfrm>
              <a:off x="4328" y="1106"/>
              <a:ext cx="533"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Tier 3</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89" name="Google Shape;4989;p44"/>
          <p:cNvGrpSpPr/>
          <p:nvPr/>
        </p:nvGrpSpPr>
        <p:grpSpPr>
          <a:xfrm>
            <a:off x="2898775" y="5940425"/>
            <a:ext cx="1057275" cy="695325"/>
            <a:chOff x="4314" y="1086"/>
            <a:chExt cx="666" cy="438"/>
          </a:xfrm>
        </p:grpSpPr>
        <p:sp>
          <p:nvSpPr>
            <p:cNvPr id="4990" name="Google Shape;4990;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91" name="Google Shape;4991;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92" name="Google Shape;4992;p44"/>
          <p:cNvGrpSpPr/>
          <p:nvPr/>
        </p:nvGrpSpPr>
        <p:grpSpPr>
          <a:xfrm>
            <a:off x="4600575" y="5940425"/>
            <a:ext cx="1057275" cy="695325"/>
            <a:chOff x="4314" y="1086"/>
            <a:chExt cx="666" cy="438"/>
          </a:xfrm>
        </p:grpSpPr>
        <p:sp>
          <p:nvSpPr>
            <p:cNvPr id="4993" name="Google Shape;4993;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94" name="Google Shape;4994;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pSp>
        <p:nvGrpSpPr>
          <p:cNvPr id="4995" name="Google Shape;4995;p44"/>
          <p:cNvGrpSpPr/>
          <p:nvPr/>
        </p:nvGrpSpPr>
        <p:grpSpPr>
          <a:xfrm>
            <a:off x="7305675" y="5483225"/>
            <a:ext cx="1057275" cy="695325"/>
            <a:chOff x="4314" y="1086"/>
            <a:chExt cx="666" cy="438"/>
          </a:xfrm>
        </p:grpSpPr>
        <p:sp>
          <p:nvSpPr>
            <p:cNvPr id="4996" name="Google Shape;4996;p44"/>
            <p:cNvSpPr/>
            <p:nvPr/>
          </p:nvSpPr>
          <p:spPr>
            <a:xfrm>
              <a:off x="4314" y="1086"/>
              <a:ext cx="666" cy="438"/>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97" name="Google Shape;4997;p44"/>
            <p:cNvSpPr txBox="1"/>
            <p:nvPr/>
          </p:nvSpPr>
          <p:spPr>
            <a:xfrm>
              <a:off x="4384" y="1106"/>
              <a:ext cx="41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local</a:t>
              </a:r>
              <a:endParaRPr/>
            </a:p>
            <a:p>
              <a:pPr indent="0" lvl="0" marL="0" marR="0" rtl="0" algn="ctr">
                <a:lnSpc>
                  <a:spcPct val="100000"/>
                </a:lnSpc>
                <a:spcBef>
                  <a:spcPts val="0"/>
                </a:spcBef>
                <a:spcAft>
                  <a:spcPts val="0"/>
                </a:spcAft>
                <a:buClr>
                  <a:schemeClr val="folHlink"/>
                </a:buClr>
                <a:buSzPts val="1800"/>
                <a:buFont typeface="Comic Sans MS"/>
                <a:buNone/>
              </a:pPr>
              <a:r>
                <a:rPr b="0" i="0" lang="en-US" sz="1800" u="none">
                  <a:solidFill>
                    <a:schemeClr val="folHlink"/>
                  </a:solidFill>
                  <a:latin typeface="Comic Sans MS"/>
                  <a:ea typeface="Comic Sans MS"/>
                  <a:cs typeface="Comic Sans MS"/>
                  <a:sym typeface="Comic Sans MS"/>
                </a:rPr>
                <a:t>ISP</a:t>
              </a:r>
              <a:endParaRPr/>
            </a:p>
          </p:txBody>
        </p:sp>
      </p:grpSp>
      <p:graphicFrame>
        <p:nvGraphicFramePr>
          <p:cNvPr id="4998" name="Google Shape;4998;p44"/>
          <p:cNvGraphicFramePr/>
          <p:nvPr/>
        </p:nvGraphicFramePr>
        <p:xfrm>
          <a:off x="1512887" y="2197100"/>
          <a:ext cx="417512" cy="319087"/>
        </p:xfrm>
        <a:graphic>
          <a:graphicData uri="http://schemas.openxmlformats.org/presentationml/2006/ole">
            <mc:AlternateContent>
              <mc:Choice Requires="v">
                <p:oleObj r:id="rId4" imgH="319087" imgW="417512" progId="MS_ClipArt_Gallery.2" spid="_x0000_s1">
                  <p:embed/>
                </p:oleObj>
              </mc:Choice>
              <mc:Fallback>
                <p:oleObj r:id="rId5" imgH="319087" imgW="417512" progId="MS_ClipArt_Gallery.2">
                  <p:embed/>
                  <p:pic>
                    <p:nvPicPr>
                      <p:cNvPr id="4998" name="Google Shape;4998;p44"/>
                      <p:cNvPicPr preferRelativeResize="0"/>
                      <p:nvPr/>
                    </p:nvPicPr>
                    <p:blipFill rotWithShape="1">
                      <a:blip r:embed="rId6">
                        <a:alphaModFix/>
                      </a:blip>
                      <a:srcRect b="0" l="0" r="0" t="0"/>
                      <a:stretch/>
                    </p:blipFill>
                    <p:spPr>
                      <a:xfrm>
                        <a:off x="1512887" y="2197100"/>
                        <a:ext cx="417512" cy="319087"/>
                      </a:xfrm>
                      <a:prstGeom prst="rect">
                        <a:avLst/>
                      </a:prstGeom>
                      <a:noFill/>
                      <a:ln>
                        <a:noFill/>
                      </a:ln>
                    </p:spPr>
                  </p:pic>
                </p:oleObj>
              </mc:Fallback>
            </mc:AlternateContent>
          </a:graphicData>
        </a:graphic>
      </p:graphicFrame>
      <p:graphicFrame>
        <p:nvGraphicFramePr>
          <p:cNvPr id="4999" name="Google Shape;4999;p44"/>
          <p:cNvGraphicFramePr/>
          <p:nvPr/>
        </p:nvGraphicFramePr>
        <p:xfrm>
          <a:off x="8486775" y="6007100"/>
          <a:ext cx="417512" cy="319087"/>
        </p:xfrm>
        <a:graphic>
          <a:graphicData uri="http://schemas.openxmlformats.org/presentationml/2006/ole">
            <mc:AlternateContent>
              <mc:Choice Requires="v">
                <p:oleObj r:id="rId7" imgH="319087" imgW="417512" progId="MS_ClipArt_Gallery.2" spid="_x0000_s2">
                  <p:embed/>
                </p:oleObj>
              </mc:Choice>
              <mc:Fallback>
                <p:oleObj r:id="rId8" imgH="319087" imgW="417512" progId="MS_ClipArt_Gallery.2">
                  <p:embed/>
                  <p:pic>
                    <p:nvPicPr>
                      <p:cNvPr id="4999" name="Google Shape;4999;p44"/>
                      <p:cNvPicPr preferRelativeResize="0"/>
                      <p:nvPr/>
                    </p:nvPicPr>
                    <p:blipFill rotWithShape="1">
                      <a:blip r:embed="rId6">
                        <a:alphaModFix/>
                      </a:blip>
                      <a:srcRect b="0" l="0" r="0" t="0"/>
                      <a:stretch/>
                    </p:blipFill>
                    <p:spPr>
                      <a:xfrm>
                        <a:off x="8486775" y="6007100"/>
                        <a:ext cx="417512" cy="319087"/>
                      </a:xfrm>
                      <a:prstGeom prst="rect">
                        <a:avLst/>
                      </a:prstGeom>
                      <a:noFill/>
                      <a:ln>
                        <a:noFill/>
                      </a:ln>
                    </p:spPr>
                  </p:pic>
                </p:oleObj>
              </mc:Fallback>
            </mc:AlternateContent>
          </a:graphicData>
        </a:graphic>
      </p:graphicFrame>
      <p:sp>
        <p:nvSpPr>
          <p:cNvPr id="5000" name="Google Shape;5000;p44"/>
          <p:cNvSpPr/>
          <p:nvPr/>
        </p:nvSpPr>
        <p:spPr>
          <a:xfrm>
            <a:off x="1879600" y="2476500"/>
            <a:ext cx="6654800" cy="3619500"/>
          </a:xfrm>
          <a:custGeom>
            <a:rect b="b" l="l" r="r" t="t"/>
            <a:pathLst>
              <a:path extrusionOk="0" h="2280" w="4192">
                <a:moveTo>
                  <a:pt x="0" y="0"/>
                </a:moveTo>
                <a:lnTo>
                  <a:pt x="568" y="264"/>
                </a:lnTo>
                <a:lnTo>
                  <a:pt x="920" y="592"/>
                </a:lnTo>
                <a:lnTo>
                  <a:pt x="1232" y="840"/>
                </a:lnTo>
                <a:lnTo>
                  <a:pt x="1792" y="1248"/>
                </a:lnTo>
                <a:lnTo>
                  <a:pt x="2096" y="1560"/>
                </a:lnTo>
                <a:lnTo>
                  <a:pt x="3008" y="1800"/>
                </a:lnTo>
                <a:lnTo>
                  <a:pt x="3632" y="1912"/>
                </a:lnTo>
                <a:lnTo>
                  <a:pt x="4040" y="2240"/>
                </a:lnTo>
                <a:lnTo>
                  <a:pt x="4192" y="2280"/>
                </a:lnTo>
              </a:path>
            </a:pathLst>
          </a:custGeom>
          <a:noFill/>
          <a:ln cap="flat" cmpd="sng" w="57150">
            <a:solidFill>
              <a:schemeClr val="accent2"/>
            </a:solidFill>
            <a:prstDash val="solid"/>
            <a:round/>
            <a:headEnd len="med" w="med"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0"/>
                                        </p:tgtEl>
                                        <p:attrNameLst>
                                          <p:attrName>style.visibility</p:attrName>
                                        </p:attrNameLst>
                                      </p:cBhvr>
                                      <p:to>
                                        <p:strVal val="visible"/>
                                      </p:to>
                                    </p:set>
                                    <p:animEffect filter="fade" transition="in">
                                      <p:cBhvr>
                                        <p:cTn dur="2000"/>
                                        <p:tgtEl>
                                          <p:spTgt spid="5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05" name="Shape 5005"/>
        <p:cNvGrpSpPr/>
        <p:nvPr/>
      </p:nvGrpSpPr>
      <p:grpSpPr>
        <a:xfrm>
          <a:off x="0" y="0"/>
          <a:ext cx="0" cy="0"/>
          <a:chOff x="0" y="0"/>
          <a:chExt cx="0" cy="0"/>
        </a:xfrm>
      </p:grpSpPr>
      <p:sp>
        <p:nvSpPr>
          <p:cNvPr id="5006" name="Google Shape;5006;p4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007" name="Google Shape;5007;p4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008" name="Google Shape;5008;p4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5009" name="Google Shape;5009;p45"/>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chemeClr val="accent2"/>
                </a:solidFill>
                <a:latin typeface="Comic Sans MS"/>
                <a:ea typeface="Comic Sans MS"/>
                <a:cs typeface="Comic Sans MS"/>
                <a:sym typeface="Comic Sans MS"/>
              </a:rPr>
              <a:t>1.1 </a:t>
            </a:r>
            <a:r>
              <a:rPr b="0" i="0" lang="en-US" sz="2400" u="none">
                <a:solidFill>
                  <a:schemeClr val="dk1"/>
                </a:solidFill>
                <a:latin typeface="Comic Sans MS"/>
                <a:ea typeface="Comic Sans MS"/>
                <a:cs typeface="Comic Sans MS"/>
                <a:sym typeface="Comic Sans MS"/>
              </a:rPr>
              <a:t>What </a:t>
            </a:r>
            <a:r>
              <a:rPr b="0" i="1" lang="en-US" sz="2400" u="none">
                <a:solidFill>
                  <a:schemeClr val="dk1"/>
                </a:solidFill>
                <a:latin typeface="Comic Sans MS"/>
                <a:ea typeface="Comic Sans MS"/>
                <a:cs typeface="Comic Sans MS"/>
                <a:sym typeface="Comic Sans MS"/>
              </a:rPr>
              <a:t>is</a:t>
            </a:r>
            <a:r>
              <a:rPr b="0" i="0" lang="en-US" sz="2400" u="none">
                <a:solidFill>
                  <a:schemeClr val="dk1"/>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1.2</a:t>
            </a:r>
            <a:r>
              <a:rPr b="0" i="0" lang="en-US" sz="2400" u="none">
                <a:solidFill>
                  <a:schemeClr val="dk1"/>
                </a:solidFill>
                <a:latin typeface="Comic Sans MS"/>
                <a:ea typeface="Comic Sans MS"/>
                <a:cs typeface="Comic Sans MS"/>
                <a:sym typeface="Comic Sans MS"/>
              </a:rPr>
              <a:t> Network edge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1.3</a:t>
            </a:r>
            <a:r>
              <a:rPr b="0" i="0" lang="en-US" sz="2400" u="none">
                <a:solidFill>
                  <a:schemeClr val="dk1"/>
                </a:solidFill>
                <a:latin typeface="Comic Sans MS"/>
                <a:ea typeface="Comic Sans MS"/>
                <a:cs typeface="Comic Sans MS"/>
                <a:sym typeface="Comic Sans MS"/>
              </a:rPr>
              <a:t> Network core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rgbClr val="FF3300"/>
                </a:solidFill>
                <a:latin typeface="Comic Sans MS"/>
                <a:ea typeface="Comic Sans MS"/>
                <a:cs typeface="Comic Sans MS"/>
                <a:sym typeface="Comic Sans MS"/>
              </a:rPr>
              <a:t>1.4 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1.5</a:t>
            </a:r>
            <a:r>
              <a:rPr b="0" i="0" lang="en-US" sz="2400" u="none">
                <a:solidFill>
                  <a:schemeClr val="dk1"/>
                </a:solidFill>
                <a:latin typeface="Comic Sans MS"/>
                <a:ea typeface="Comic Sans MS"/>
                <a:cs typeface="Comic Sans MS"/>
                <a:sym typeface="Comic Sans MS"/>
              </a:rPr>
              <a:t> Protocol layers, service models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1.6</a:t>
            </a:r>
            <a:r>
              <a:rPr b="0" i="0" lang="en-US" sz="2400" u="none">
                <a:solidFill>
                  <a:schemeClr val="dk1"/>
                </a:solidFill>
                <a:latin typeface="Comic Sans MS"/>
                <a:ea typeface="Comic Sans MS"/>
                <a:cs typeface="Comic Sans MS"/>
                <a:sym typeface="Comic Sans MS"/>
              </a:rPr>
              <a:t> Networks under attack: security</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1.7</a:t>
            </a:r>
            <a:r>
              <a:rPr b="0" i="0" lang="en-US" sz="2400" u="none">
                <a:solidFill>
                  <a:schemeClr val="dk1"/>
                </a:solidFill>
                <a:latin typeface="Comic Sans MS"/>
                <a:ea typeface="Comic Sans MS"/>
                <a:cs typeface="Comic Sans MS"/>
                <a:sym typeface="Comic Sans MS"/>
              </a:rPr>
              <a:t> 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4" name="Shape 5014"/>
        <p:cNvGrpSpPr/>
        <p:nvPr/>
      </p:nvGrpSpPr>
      <p:grpSpPr>
        <a:xfrm>
          <a:off x="0" y="0"/>
          <a:ext cx="0" cy="0"/>
          <a:chOff x="0" y="0"/>
          <a:chExt cx="0" cy="0"/>
        </a:xfrm>
      </p:grpSpPr>
      <p:sp>
        <p:nvSpPr>
          <p:cNvPr id="5015" name="Google Shape;5015;p4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016" name="Google Shape;5016;p4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017" name="Google Shape;5017;p46"/>
          <p:cNvSpPr txBox="1"/>
          <p:nvPr>
            <p:ph type="title"/>
          </p:nvPr>
        </p:nvSpPr>
        <p:spPr>
          <a:xfrm>
            <a:off x="476250" y="2667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How do loss and delay occur?</a:t>
            </a:r>
            <a:endParaRPr/>
          </a:p>
        </p:txBody>
      </p:sp>
      <p:sp>
        <p:nvSpPr>
          <p:cNvPr id="5018" name="Google Shape;5018;p46"/>
          <p:cNvSpPr txBox="1"/>
          <p:nvPr>
            <p:ph idx="1" type="body"/>
          </p:nvPr>
        </p:nvSpPr>
        <p:spPr>
          <a:xfrm>
            <a:off x="579437" y="1371600"/>
            <a:ext cx="8135937" cy="21145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0" lang="en-US" sz="2800" u="none">
                <a:solidFill>
                  <a:schemeClr val="dk1"/>
                </a:solidFill>
                <a:latin typeface="Comic Sans MS"/>
                <a:ea typeface="Comic Sans MS"/>
                <a:cs typeface="Comic Sans MS"/>
                <a:sym typeface="Comic Sans MS"/>
              </a:rPr>
              <a:t>packets </a:t>
            </a:r>
            <a:r>
              <a:rPr b="0" i="1" lang="en-US" sz="2800" u="none">
                <a:solidFill>
                  <a:schemeClr val="dk1"/>
                </a:solidFill>
                <a:latin typeface="Comic Sans MS"/>
                <a:ea typeface="Comic Sans MS"/>
                <a:cs typeface="Comic Sans MS"/>
                <a:sym typeface="Comic Sans MS"/>
              </a:rPr>
              <a:t>queue</a:t>
            </a:r>
            <a:r>
              <a:rPr b="0" i="0" lang="en-US" sz="2800" u="none">
                <a:solidFill>
                  <a:schemeClr val="dk1"/>
                </a:solidFill>
                <a:latin typeface="Comic Sans MS"/>
                <a:ea typeface="Comic Sans MS"/>
                <a:cs typeface="Comic Sans MS"/>
                <a:sym typeface="Comic Sans MS"/>
              </a:rPr>
              <a:t> in router buffers</a:t>
            </a:r>
            <a:r>
              <a:rPr b="0" i="0" lang="en-US" sz="2400" u="none">
                <a:solidFill>
                  <a:schemeClr val="dk1"/>
                </a:solidFill>
                <a:latin typeface="Comic Sans MS"/>
                <a:ea typeface="Comic Sans MS"/>
                <a:cs typeface="Comic Sans MS"/>
                <a:sym typeface="Comic Sans MS"/>
              </a:rPr>
              <a:t>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packet arrival rate to link exceeds output link capacity</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packets queue, wait for turn</a:t>
            </a:r>
            <a:endParaRPr/>
          </a:p>
        </p:txBody>
      </p:sp>
      <p:graphicFrame>
        <p:nvGraphicFramePr>
          <p:cNvPr id="5019" name="Google Shape;5019;p46"/>
          <p:cNvGraphicFramePr/>
          <p:nvPr/>
        </p:nvGraphicFramePr>
        <p:xfrm>
          <a:off x="1298575" y="5156200"/>
          <a:ext cx="646112" cy="533400"/>
        </p:xfrm>
        <a:graphic>
          <a:graphicData uri="http://schemas.openxmlformats.org/presentationml/2006/ole">
            <mc:AlternateContent>
              <mc:Choice Requires="v">
                <p:oleObj r:id="rId4" imgH="533400" imgW="646112" progId="MS_ClipArt_Gallery.2" spid="_x0000_s1">
                  <p:embed/>
                </p:oleObj>
              </mc:Choice>
              <mc:Fallback>
                <p:oleObj r:id="rId5" imgH="533400" imgW="646112" progId="MS_ClipArt_Gallery.2">
                  <p:embed/>
                  <p:pic>
                    <p:nvPicPr>
                      <p:cNvPr id="5019" name="Google Shape;5019;p46"/>
                      <p:cNvPicPr preferRelativeResize="0"/>
                      <p:nvPr/>
                    </p:nvPicPr>
                    <p:blipFill rotWithShape="1">
                      <a:blip r:embed="rId6">
                        <a:alphaModFix/>
                      </a:blip>
                      <a:srcRect b="0" l="0" r="0" t="0"/>
                      <a:stretch/>
                    </p:blipFill>
                    <p:spPr>
                      <a:xfrm>
                        <a:off x="1298575" y="5156200"/>
                        <a:ext cx="646112" cy="533400"/>
                      </a:xfrm>
                      <a:prstGeom prst="rect">
                        <a:avLst/>
                      </a:prstGeom>
                      <a:noFill/>
                      <a:ln>
                        <a:noFill/>
                      </a:ln>
                    </p:spPr>
                  </p:pic>
                </p:oleObj>
              </mc:Fallback>
            </mc:AlternateContent>
          </a:graphicData>
        </a:graphic>
      </p:graphicFrame>
      <p:sp>
        <p:nvSpPr>
          <p:cNvPr id="5020" name="Google Shape;5020;p46"/>
          <p:cNvSpPr/>
          <p:nvPr/>
        </p:nvSpPr>
        <p:spPr>
          <a:xfrm>
            <a:off x="2339975" y="4914900"/>
            <a:ext cx="1198562" cy="369887"/>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21" name="Google Shape;5021;p46"/>
          <p:cNvSpPr txBox="1"/>
          <p:nvPr/>
        </p:nvSpPr>
        <p:spPr>
          <a:xfrm>
            <a:off x="2339975" y="4846637"/>
            <a:ext cx="1198562" cy="263525"/>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22" name="Google Shape;5022;p46"/>
          <p:cNvSpPr/>
          <p:nvPr/>
        </p:nvSpPr>
        <p:spPr>
          <a:xfrm>
            <a:off x="2349500" y="4618037"/>
            <a:ext cx="1198562" cy="430212"/>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023" name="Google Shape;5023;p46"/>
          <p:cNvGrpSpPr/>
          <p:nvPr/>
        </p:nvGrpSpPr>
        <p:grpSpPr>
          <a:xfrm>
            <a:off x="2695575" y="4648200"/>
            <a:ext cx="498475" cy="119062"/>
            <a:chOff x="2208" y="2184"/>
            <a:chExt cx="176" cy="69"/>
          </a:xfrm>
        </p:grpSpPr>
        <p:grpSp>
          <p:nvGrpSpPr>
            <p:cNvPr id="5024" name="Google Shape;5024;p46"/>
            <p:cNvGrpSpPr/>
            <p:nvPr/>
          </p:nvGrpSpPr>
          <p:grpSpPr>
            <a:xfrm>
              <a:off x="2208" y="2185"/>
              <a:ext cx="176" cy="68"/>
              <a:chOff x="2848" y="848"/>
              <a:chExt cx="140" cy="98"/>
            </a:xfrm>
          </p:grpSpPr>
          <p:cxnSp>
            <p:nvCxnSpPr>
              <p:cNvPr id="5025" name="Google Shape;5025;p4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026" name="Google Shape;5026;p4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027" name="Google Shape;5027;p4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028" name="Google Shape;5028;p46"/>
            <p:cNvGrpSpPr/>
            <p:nvPr/>
          </p:nvGrpSpPr>
          <p:grpSpPr>
            <a:xfrm flipH="1" rot="10800000">
              <a:off x="2208" y="2184"/>
              <a:ext cx="176" cy="68"/>
              <a:chOff x="2848" y="848"/>
              <a:chExt cx="140" cy="98"/>
            </a:xfrm>
          </p:grpSpPr>
          <p:cxnSp>
            <p:nvCxnSpPr>
              <p:cNvPr id="5029" name="Google Shape;5029;p4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030" name="Google Shape;5030;p4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031" name="Google Shape;5031;p4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032" name="Google Shape;5032;p46"/>
          <p:cNvSpPr/>
          <p:nvPr/>
        </p:nvSpPr>
        <p:spPr>
          <a:xfrm>
            <a:off x="5435600" y="4933950"/>
            <a:ext cx="1198562" cy="369887"/>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033" name="Google Shape;5033;p46"/>
          <p:cNvCxnSpPr/>
          <p:nvPr/>
        </p:nvCxnSpPr>
        <p:spPr>
          <a:xfrm>
            <a:off x="5445125" y="4913312"/>
            <a:ext cx="0" cy="228600"/>
          </a:xfrm>
          <a:prstGeom prst="straightConnector1">
            <a:avLst/>
          </a:prstGeom>
          <a:noFill/>
          <a:ln cap="flat" cmpd="sng" w="12700">
            <a:solidFill>
              <a:schemeClr val="dk1"/>
            </a:solidFill>
            <a:prstDash val="solid"/>
            <a:miter lim="800000"/>
            <a:headEnd len="med" w="med" type="none"/>
            <a:tailEnd len="med" w="med" type="none"/>
          </a:ln>
        </p:spPr>
      </p:cxnSp>
      <p:sp>
        <p:nvSpPr>
          <p:cNvPr id="5034" name="Google Shape;5034;p46"/>
          <p:cNvSpPr txBox="1"/>
          <p:nvPr/>
        </p:nvSpPr>
        <p:spPr>
          <a:xfrm>
            <a:off x="5445125" y="4875212"/>
            <a:ext cx="1198562" cy="263525"/>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35" name="Google Shape;5035;p46"/>
          <p:cNvSpPr/>
          <p:nvPr/>
        </p:nvSpPr>
        <p:spPr>
          <a:xfrm>
            <a:off x="5454650" y="4646612"/>
            <a:ext cx="1198562" cy="430212"/>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5036" name="Google Shape;5036;p46"/>
          <p:cNvGraphicFramePr/>
          <p:nvPr/>
        </p:nvGraphicFramePr>
        <p:xfrm>
          <a:off x="984250" y="4146550"/>
          <a:ext cx="646112" cy="533400"/>
        </p:xfrm>
        <a:graphic>
          <a:graphicData uri="http://schemas.openxmlformats.org/presentationml/2006/ole">
            <mc:AlternateContent>
              <mc:Choice Requires="v">
                <p:oleObj r:id="rId7" imgH="533400" imgW="646112" progId="MS_ClipArt_Gallery.2" spid="_x0000_s2">
                  <p:embed/>
                </p:oleObj>
              </mc:Choice>
              <mc:Fallback>
                <p:oleObj r:id="rId8" imgH="533400" imgW="646112" progId="MS_ClipArt_Gallery.2">
                  <p:embed/>
                  <p:pic>
                    <p:nvPicPr>
                      <p:cNvPr id="5036" name="Google Shape;5036;p46"/>
                      <p:cNvPicPr preferRelativeResize="0"/>
                      <p:nvPr/>
                    </p:nvPicPr>
                    <p:blipFill rotWithShape="1">
                      <a:blip r:embed="rId6">
                        <a:alphaModFix/>
                      </a:blip>
                      <a:srcRect b="0" l="0" r="0" t="0"/>
                      <a:stretch/>
                    </p:blipFill>
                    <p:spPr>
                      <a:xfrm>
                        <a:off x="984250" y="4146550"/>
                        <a:ext cx="646112" cy="533400"/>
                      </a:xfrm>
                      <a:prstGeom prst="rect">
                        <a:avLst/>
                      </a:prstGeom>
                      <a:noFill/>
                      <a:ln>
                        <a:noFill/>
                      </a:ln>
                    </p:spPr>
                  </p:pic>
                </p:oleObj>
              </mc:Fallback>
            </mc:AlternateContent>
          </a:graphicData>
        </a:graphic>
      </p:graphicFrame>
      <p:cxnSp>
        <p:nvCxnSpPr>
          <p:cNvPr id="5037" name="Google Shape;5037;p46"/>
          <p:cNvCxnSpPr/>
          <p:nvPr/>
        </p:nvCxnSpPr>
        <p:spPr>
          <a:xfrm>
            <a:off x="1609725" y="4552950"/>
            <a:ext cx="504825" cy="0"/>
          </a:xfrm>
          <a:prstGeom prst="straightConnector1">
            <a:avLst/>
          </a:prstGeom>
          <a:noFill/>
          <a:ln cap="flat" cmpd="sng" w="19050">
            <a:solidFill>
              <a:schemeClr val="dk1"/>
            </a:solidFill>
            <a:prstDash val="solid"/>
            <a:miter lim="800000"/>
            <a:headEnd len="med" w="med" type="none"/>
            <a:tailEnd len="med" w="med" type="none"/>
          </a:ln>
        </p:spPr>
      </p:cxnSp>
      <p:cxnSp>
        <p:nvCxnSpPr>
          <p:cNvPr id="5038" name="Google Shape;5038;p46"/>
          <p:cNvCxnSpPr/>
          <p:nvPr/>
        </p:nvCxnSpPr>
        <p:spPr>
          <a:xfrm flipH="1" rot="10800000">
            <a:off x="1914525" y="5538787"/>
            <a:ext cx="195262" cy="4762"/>
          </a:xfrm>
          <a:prstGeom prst="straightConnector1">
            <a:avLst/>
          </a:prstGeom>
          <a:noFill/>
          <a:ln cap="flat" cmpd="sng" w="19050">
            <a:solidFill>
              <a:schemeClr val="dk1"/>
            </a:solidFill>
            <a:prstDash val="solid"/>
            <a:miter lim="800000"/>
            <a:headEnd len="med" w="med" type="none"/>
            <a:tailEnd len="med" w="med" type="none"/>
          </a:ln>
        </p:spPr>
      </p:cxnSp>
      <p:cxnSp>
        <p:nvCxnSpPr>
          <p:cNvPr id="5039" name="Google Shape;5039;p46"/>
          <p:cNvCxnSpPr/>
          <p:nvPr/>
        </p:nvCxnSpPr>
        <p:spPr>
          <a:xfrm>
            <a:off x="3533775" y="4972050"/>
            <a:ext cx="1933575" cy="9525"/>
          </a:xfrm>
          <a:prstGeom prst="straightConnector1">
            <a:avLst/>
          </a:prstGeom>
          <a:noFill/>
          <a:ln cap="flat" cmpd="sng" w="19050">
            <a:solidFill>
              <a:schemeClr val="dk1"/>
            </a:solidFill>
            <a:prstDash val="solid"/>
            <a:miter lim="800000"/>
            <a:headEnd len="med" w="med" type="none"/>
            <a:tailEnd len="med" w="med" type="none"/>
          </a:ln>
        </p:spPr>
      </p:cxnSp>
      <p:cxnSp>
        <p:nvCxnSpPr>
          <p:cNvPr id="5040" name="Google Shape;5040;p46"/>
          <p:cNvCxnSpPr/>
          <p:nvPr/>
        </p:nvCxnSpPr>
        <p:spPr>
          <a:xfrm>
            <a:off x="2114550" y="4543425"/>
            <a:ext cx="0" cy="1000125"/>
          </a:xfrm>
          <a:prstGeom prst="straightConnector1">
            <a:avLst/>
          </a:prstGeom>
          <a:noFill/>
          <a:ln cap="flat" cmpd="sng" w="19050">
            <a:solidFill>
              <a:schemeClr val="dk1"/>
            </a:solidFill>
            <a:prstDash val="solid"/>
            <a:miter lim="800000"/>
            <a:headEnd len="med" w="med" type="none"/>
            <a:tailEnd len="med" w="med" type="none"/>
          </a:ln>
        </p:spPr>
      </p:cxnSp>
      <p:cxnSp>
        <p:nvCxnSpPr>
          <p:cNvPr id="5041" name="Google Shape;5041;p46"/>
          <p:cNvCxnSpPr/>
          <p:nvPr/>
        </p:nvCxnSpPr>
        <p:spPr>
          <a:xfrm>
            <a:off x="2124075" y="4976812"/>
            <a:ext cx="200025" cy="0"/>
          </a:xfrm>
          <a:prstGeom prst="straightConnector1">
            <a:avLst/>
          </a:prstGeom>
          <a:noFill/>
          <a:ln cap="flat" cmpd="sng" w="19050">
            <a:solidFill>
              <a:schemeClr val="dk1"/>
            </a:solidFill>
            <a:prstDash val="solid"/>
            <a:miter lim="800000"/>
            <a:headEnd len="med" w="med" type="none"/>
            <a:tailEnd len="med" w="med" type="none"/>
          </a:ln>
        </p:spPr>
      </p:cxnSp>
      <p:sp>
        <p:nvSpPr>
          <p:cNvPr id="5042" name="Google Shape;5042;p46"/>
          <p:cNvSpPr txBox="1"/>
          <p:nvPr/>
        </p:nvSpPr>
        <p:spPr>
          <a:xfrm>
            <a:off x="3200400" y="4843462"/>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43" name="Google Shape;5043;p46"/>
          <p:cNvSpPr txBox="1"/>
          <p:nvPr/>
        </p:nvSpPr>
        <p:spPr>
          <a:xfrm>
            <a:off x="3362325" y="4843462"/>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44" name="Google Shape;5044;p46"/>
          <p:cNvSpPr txBox="1"/>
          <p:nvPr/>
        </p:nvSpPr>
        <p:spPr>
          <a:xfrm>
            <a:off x="2147887" y="4743450"/>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045" name="Google Shape;5045;p46"/>
          <p:cNvCxnSpPr/>
          <p:nvPr/>
        </p:nvCxnSpPr>
        <p:spPr>
          <a:xfrm>
            <a:off x="2324100" y="4848225"/>
            <a:ext cx="242887" cy="4762"/>
          </a:xfrm>
          <a:prstGeom prst="straightConnector1">
            <a:avLst/>
          </a:prstGeom>
          <a:noFill/>
          <a:ln cap="flat" cmpd="sng" w="9525">
            <a:solidFill>
              <a:schemeClr val="dk1"/>
            </a:solidFill>
            <a:prstDash val="solid"/>
            <a:miter lim="800000"/>
            <a:headEnd len="med" w="med" type="none"/>
            <a:tailEnd len="med" w="med" type="triangle"/>
          </a:ln>
        </p:spPr>
      </p:cxnSp>
      <p:cxnSp>
        <p:nvCxnSpPr>
          <p:cNvPr id="5046" name="Google Shape;5046;p46"/>
          <p:cNvCxnSpPr/>
          <p:nvPr/>
        </p:nvCxnSpPr>
        <p:spPr>
          <a:xfrm rot="10800000">
            <a:off x="1990725" y="5124450"/>
            <a:ext cx="0" cy="176212"/>
          </a:xfrm>
          <a:prstGeom prst="straightConnector1">
            <a:avLst/>
          </a:prstGeom>
          <a:noFill/>
          <a:ln cap="flat" cmpd="sng" w="9525">
            <a:solidFill>
              <a:schemeClr val="dk1"/>
            </a:solidFill>
            <a:prstDash val="solid"/>
            <a:miter lim="800000"/>
            <a:headEnd len="med" w="med" type="none"/>
            <a:tailEnd len="med" w="med" type="triangle"/>
          </a:ln>
        </p:spPr>
      </p:cxnSp>
      <p:sp>
        <p:nvSpPr>
          <p:cNvPr id="5047" name="Google Shape;5047;p46"/>
          <p:cNvSpPr txBox="1"/>
          <p:nvPr/>
        </p:nvSpPr>
        <p:spPr>
          <a:xfrm>
            <a:off x="631825" y="4170362"/>
            <a:ext cx="406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CC66"/>
              </a:buClr>
              <a:buSzPts val="2400"/>
              <a:buFont typeface="Comic Sans MS"/>
              <a:buNone/>
            </a:pPr>
            <a:r>
              <a:rPr b="0" i="0" lang="en-US" sz="2400" u="none">
                <a:solidFill>
                  <a:srgbClr val="00CC66"/>
                </a:solidFill>
                <a:latin typeface="Comic Sans MS"/>
                <a:ea typeface="Comic Sans MS"/>
                <a:cs typeface="Comic Sans MS"/>
                <a:sym typeface="Comic Sans MS"/>
              </a:rPr>
              <a:t>A</a:t>
            </a:r>
            <a:endParaRPr/>
          </a:p>
        </p:txBody>
      </p:sp>
      <p:sp>
        <p:nvSpPr>
          <p:cNvPr id="5048" name="Google Shape;5048;p46"/>
          <p:cNvSpPr txBox="1"/>
          <p:nvPr/>
        </p:nvSpPr>
        <p:spPr>
          <a:xfrm>
            <a:off x="908050" y="5189537"/>
            <a:ext cx="376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B</a:t>
            </a:r>
            <a:endParaRPr/>
          </a:p>
        </p:txBody>
      </p:sp>
      <p:sp>
        <p:nvSpPr>
          <p:cNvPr id="5049" name="Google Shape;5049;p46"/>
          <p:cNvSpPr txBox="1"/>
          <p:nvPr/>
        </p:nvSpPr>
        <p:spPr>
          <a:xfrm>
            <a:off x="3490912" y="4781550"/>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050" name="Google Shape;5050;p46"/>
          <p:cNvGrpSpPr/>
          <p:nvPr/>
        </p:nvGrpSpPr>
        <p:grpSpPr>
          <a:xfrm>
            <a:off x="3586162" y="3317875"/>
            <a:ext cx="4221162" cy="1454150"/>
            <a:chOff x="2259" y="2090"/>
            <a:chExt cx="2659" cy="916"/>
          </a:xfrm>
        </p:grpSpPr>
        <p:sp>
          <p:nvSpPr>
            <p:cNvPr id="5051" name="Google Shape;5051;p46"/>
            <p:cNvSpPr txBox="1"/>
            <p:nvPr/>
          </p:nvSpPr>
          <p:spPr>
            <a:xfrm>
              <a:off x="2602" y="2090"/>
              <a:ext cx="231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packet being transmitted </a:t>
              </a:r>
              <a:r>
                <a:rPr b="0" i="0" lang="en-US" sz="1800" u="none">
                  <a:solidFill>
                    <a:srgbClr val="FF0000"/>
                  </a:solidFill>
                  <a:latin typeface="Comic Sans MS"/>
                  <a:ea typeface="Comic Sans MS"/>
                  <a:cs typeface="Comic Sans MS"/>
                  <a:sym typeface="Comic Sans MS"/>
                </a:rPr>
                <a:t>(delay)</a:t>
              </a:r>
              <a:endParaRPr/>
            </a:p>
          </p:txBody>
        </p:sp>
        <p:cxnSp>
          <p:nvCxnSpPr>
            <p:cNvPr id="5052" name="Google Shape;5052;p46"/>
            <p:cNvCxnSpPr/>
            <p:nvPr/>
          </p:nvCxnSpPr>
          <p:spPr>
            <a:xfrm flipH="1">
              <a:off x="2259" y="2294"/>
              <a:ext cx="1059" cy="712"/>
            </a:xfrm>
            <a:prstGeom prst="straightConnector1">
              <a:avLst/>
            </a:prstGeom>
            <a:noFill/>
            <a:ln cap="flat" cmpd="sng" w="9525">
              <a:solidFill>
                <a:schemeClr val="dk1"/>
              </a:solidFill>
              <a:prstDash val="solid"/>
              <a:miter lim="800000"/>
              <a:headEnd len="med" w="med" type="none"/>
              <a:tailEnd len="med" w="med" type="triangle"/>
            </a:ln>
          </p:spPr>
        </p:cxnSp>
      </p:grpSp>
      <p:grpSp>
        <p:nvGrpSpPr>
          <p:cNvPr id="5053" name="Google Shape;5053;p46"/>
          <p:cNvGrpSpPr/>
          <p:nvPr/>
        </p:nvGrpSpPr>
        <p:grpSpPr>
          <a:xfrm>
            <a:off x="3338512" y="5102225"/>
            <a:ext cx="3462337" cy="804862"/>
            <a:chOff x="2103" y="3214"/>
            <a:chExt cx="2181" cy="507"/>
          </a:xfrm>
        </p:grpSpPr>
        <p:sp>
          <p:nvSpPr>
            <p:cNvPr id="5054" name="Google Shape;5054;p46"/>
            <p:cNvSpPr txBox="1"/>
            <p:nvPr/>
          </p:nvSpPr>
          <p:spPr>
            <a:xfrm>
              <a:off x="2530" y="3490"/>
              <a:ext cx="175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packets queueing</a:t>
              </a:r>
              <a:r>
                <a:rPr b="0" i="0" lang="en-US" sz="1800" u="none">
                  <a:solidFill>
                    <a:srgbClr val="FF0000"/>
                  </a:solidFill>
                  <a:latin typeface="Comic Sans MS"/>
                  <a:ea typeface="Comic Sans MS"/>
                  <a:cs typeface="Comic Sans MS"/>
                  <a:sym typeface="Comic Sans MS"/>
                </a:rPr>
                <a:t> (delay)</a:t>
              </a:r>
              <a:endParaRPr/>
            </a:p>
          </p:txBody>
        </p:sp>
        <p:cxnSp>
          <p:nvCxnSpPr>
            <p:cNvPr id="5055" name="Google Shape;5055;p46"/>
            <p:cNvCxnSpPr/>
            <p:nvPr/>
          </p:nvCxnSpPr>
          <p:spPr>
            <a:xfrm rot="10800000">
              <a:off x="2103" y="3214"/>
              <a:ext cx="471" cy="404"/>
            </a:xfrm>
            <a:prstGeom prst="straightConnector1">
              <a:avLst/>
            </a:prstGeom>
            <a:noFill/>
            <a:ln cap="flat" cmpd="sng" w="9525">
              <a:solidFill>
                <a:schemeClr val="dk1"/>
              </a:solidFill>
              <a:prstDash val="solid"/>
              <a:miter lim="800000"/>
              <a:headEnd len="med" w="med" type="none"/>
              <a:tailEnd len="med" w="med" type="triangle"/>
            </a:ln>
          </p:spPr>
        </p:cxnSp>
      </p:grpSp>
      <p:grpSp>
        <p:nvGrpSpPr>
          <p:cNvPr id="5056" name="Google Shape;5056;p46"/>
          <p:cNvGrpSpPr/>
          <p:nvPr/>
        </p:nvGrpSpPr>
        <p:grpSpPr>
          <a:xfrm>
            <a:off x="5781675" y="4705350"/>
            <a:ext cx="498475" cy="119062"/>
            <a:chOff x="2208" y="2184"/>
            <a:chExt cx="176" cy="69"/>
          </a:xfrm>
        </p:grpSpPr>
        <p:grpSp>
          <p:nvGrpSpPr>
            <p:cNvPr id="5057" name="Google Shape;5057;p46"/>
            <p:cNvGrpSpPr/>
            <p:nvPr/>
          </p:nvGrpSpPr>
          <p:grpSpPr>
            <a:xfrm>
              <a:off x="2208" y="2185"/>
              <a:ext cx="176" cy="68"/>
              <a:chOff x="2848" y="848"/>
              <a:chExt cx="140" cy="98"/>
            </a:xfrm>
          </p:grpSpPr>
          <p:cxnSp>
            <p:nvCxnSpPr>
              <p:cNvPr id="5058" name="Google Shape;5058;p4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059" name="Google Shape;5059;p4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060" name="Google Shape;5060;p4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061" name="Google Shape;5061;p46"/>
            <p:cNvGrpSpPr/>
            <p:nvPr/>
          </p:nvGrpSpPr>
          <p:grpSpPr>
            <a:xfrm flipH="1" rot="10800000">
              <a:off x="2208" y="2184"/>
              <a:ext cx="176" cy="68"/>
              <a:chOff x="2848" y="848"/>
              <a:chExt cx="140" cy="98"/>
            </a:xfrm>
          </p:grpSpPr>
          <p:cxnSp>
            <p:nvCxnSpPr>
              <p:cNvPr id="5062" name="Google Shape;5062;p4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063" name="Google Shape;5063;p4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064" name="Google Shape;5064;p4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065" name="Google Shape;5065;p46"/>
          <p:cNvSpPr txBox="1"/>
          <p:nvPr/>
        </p:nvSpPr>
        <p:spPr>
          <a:xfrm>
            <a:off x="1673225" y="4271962"/>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066" name="Google Shape;5066;p46"/>
          <p:cNvCxnSpPr/>
          <p:nvPr/>
        </p:nvCxnSpPr>
        <p:spPr>
          <a:xfrm>
            <a:off x="1803400" y="4378325"/>
            <a:ext cx="242887" cy="4762"/>
          </a:xfrm>
          <a:prstGeom prst="straightConnector1">
            <a:avLst/>
          </a:prstGeom>
          <a:noFill/>
          <a:ln cap="flat" cmpd="sng" w="9525">
            <a:solidFill>
              <a:schemeClr val="dk1"/>
            </a:solidFill>
            <a:prstDash val="solid"/>
            <a:miter lim="800000"/>
            <a:headEnd len="med" w="med" type="none"/>
            <a:tailEnd len="med" w="med" type="triangle"/>
          </a:ln>
        </p:spPr>
      </p:cxnSp>
      <p:sp>
        <p:nvSpPr>
          <p:cNvPr id="5067" name="Google Shape;5067;p46"/>
          <p:cNvSpPr txBox="1"/>
          <p:nvPr/>
        </p:nvSpPr>
        <p:spPr>
          <a:xfrm>
            <a:off x="1944687" y="5302250"/>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68" name="Google Shape;5068;p46"/>
          <p:cNvSpPr txBox="1"/>
          <p:nvPr/>
        </p:nvSpPr>
        <p:spPr>
          <a:xfrm>
            <a:off x="3060700" y="4843462"/>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69" name="Google Shape;5069;p46"/>
          <p:cNvSpPr txBox="1"/>
          <p:nvPr/>
        </p:nvSpPr>
        <p:spPr>
          <a:xfrm>
            <a:off x="2921000" y="4843462"/>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70" name="Google Shape;5070;p46"/>
          <p:cNvSpPr txBox="1"/>
          <p:nvPr/>
        </p:nvSpPr>
        <p:spPr>
          <a:xfrm>
            <a:off x="2781300" y="4843462"/>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071" name="Google Shape;5071;p46"/>
          <p:cNvGrpSpPr/>
          <p:nvPr/>
        </p:nvGrpSpPr>
        <p:grpSpPr>
          <a:xfrm>
            <a:off x="2517775" y="5064125"/>
            <a:ext cx="4621212" cy="1511300"/>
            <a:chOff x="1586" y="3190"/>
            <a:chExt cx="2911" cy="952"/>
          </a:xfrm>
        </p:grpSpPr>
        <p:cxnSp>
          <p:nvCxnSpPr>
            <p:cNvPr id="5072" name="Google Shape;5072;p46"/>
            <p:cNvCxnSpPr/>
            <p:nvPr/>
          </p:nvCxnSpPr>
          <p:spPr>
            <a:xfrm flipH="1" rot="10800000">
              <a:off x="1798" y="3190"/>
              <a:ext cx="105" cy="588"/>
            </a:xfrm>
            <a:prstGeom prst="straightConnector1">
              <a:avLst/>
            </a:prstGeom>
            <a:noFill/>
            <a:ln cap="flat" cmpd="sng" w="9525">
              <a:solidFill>
                <a:schemeClr val="dk1"/>
              </a:solidFill>
              <a:prstDash val="solid"/>
              <a:miter lim="800000"/>
              <a:headEnd len="med" w="med" type="none"/>
              <a:tailEnd len="med" w="med" type="triangle"/>
            </a:ln>
          </p:spPr>
        </p:cxnSp>
        <p:sp>
          <p:nvSpPr>
            <p:cNvPr id="5073" name="Google Shape;5073;p46"/>
            <p:cNvSpPr txBox="1"/>
            <p:nvPr/>
          </p:nvSpPr>
          <p:spPr>
            <a:xfrm>
              <a:off x="1586" y="3738"/>
              <a:ext cx="2911"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free (available) buffers: arriving packets </a:t>
              </a:r>
              <a:endParaRPr/>
            </a:p>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dropped (</a:t>
              </a:r>
              <a:r>
                <a:rPr b="0" i="0" lang="en-US" sz="1800" u="none">
                  <a:solidFill>
                    <a:srgbClr val="FF0000"/>
                  </a:solidFill>
                  <a:latin typeface="Comic Sans MS"/>
                  <a:ea typeface="Comic Sans MS"/>
                  <a:cs typeface="Comic Sans MS"/>
                  <a:sym typeface="Comic Sans MS"/>
                </a:rPr>
                <a:t>loss</a:t>
              </a:r>
              <a:r>
                <a:rPr b="0" i="0" lang="en-US" sz="1800" u="none">
                  <a:solidFill>
                    <a:schemeClr val="dk1"/>
                  </a:solidFill>
                  <a:latin typeface="Comic Sans MS"/>
                  <a:ea typeface="Comic Sans MS"/>
                  <a:cs typeface="Comic Sans MS"/>
                  <a:sym typeface="Comic Sans MS"/>
                </a:rPr>
                <a:t>) if no free buffers</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78" name="Shape 5078"/>
        <p:cNvGrpSpPr/>
        <p:nvPr/>
      </p:nvGrpSpPr>
      <p:grpSpPr>
        <a:xfrm>
          <a:off x="0" y="0"/>
          <a:ext cx="0" cy="0"/>
          <a:chOff x="0" y="0"/>
          <a:chExt cx="0" cy="0"/>
        </a:xfrm>
      </p:grpSpPr>
      <p:sp>
        <p:nvSpPr>
          <p:cNvPr id="5079" name="Google Shape;5079;p4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080" name="Google Shape;5080;p4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081" name="Google Shape;5081;p47"/>
          <p:cNvSpPr txBox="1"/>
          <p:nvPr>
            <p:ph type="title"/>
          </p:nvPr>
        </p:nvSpPr>
        <p:spPr>
          <a:xfrm>
            <a:off x="476250" y="2667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Four sources of packet delay</a:t>
            </a:r>
            <a:endParaRPr/>
          </a:p>
        </p:txBody>
      </p:sp>
      <p:sp>
        <p:nvSpPr>
          <p:cNvPr id="5082" name="Google Shape;5082;p47"/>
          <p:cNvSpPr txBox="1"/>
          <p:nvPr>
            <p:ph idx="1" type="body"/>
          </p:nvPr>
        </p:nvSpPr>
        <p:spPr>
          <a:xfrm>
            <a:off x="492125" y="1628775"/>
            <a:ext cx="3810000" cy="13398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1. nodal processing:</a:t>
            </a:r>
            <a:r>
              <a:rPr b="0" i="0" lang="en-US" sz="2400" u="none">
                <a:solidFill>
                  <a:schemeClr val="dk1"/>
                </a:solidFill>
                <a:latin typeface="Comic Sans MS"/>
                <a:ea typeface="Comic Sans MS"/>
                <a:cs typeface="Comic Sans MS"/>
                <a:sym typeface="Comic Sans MS"/>
              </a:rPr>
              <a:t>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check bit errors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determine output link</a:t>
            </a:r>
            <a:endParaRPr/>
          </a:p>
        </p:txBody>
      </p:sp>
      <p:grpSp>
        <p:nvGrpSpPr>
          <p:cNvPr id="5083" name="Google Shape;5083;p47"/>
          <p:cNvGrpSpPr/>
          <p:nvPr/>
        </p:nvGrpSpPr>
        <p:grpSpPr>
          <a:xfrm>
            <a:off x="631825" y="3965575"/>
            <a:ext cx="6021387" cy="2174875"/>
            <a:chOff x="494" y="2702"/>
            <a:chExt cx="3793" cy="1370"/>
          </a:xfrm>
        </p:grpSpPr>
        <p:graphicFrame>
          <p:nvGraphicFramePr>
            <p:cNvPr id="5084" name="Google Shape;5084;p47"/>
            <p:cNvGraphicFramePr/>
            <p:nvPr/>
          </p:nvGraphicFramePr>
          <p:xfrm>
            <a:off x="914" y="3452"/>
            <a:ext cx="407" cy="336"/>
          </p:xfrm>
          <a:graphic>
            <a:graphicData uri="http://schemas.openxmlformats.org/presentationml/2006/ole">
              <mc:AlternateContent>
                <mc:Choice Requires="v">
                  <p:oleObj r:id="rId4" imgH="336" imgW="407" progId="MS_ClipArt_Gallery.2" spid="_x0000_s1">
                    <p:embed/>
                  </p:oleObj>
                </mc:Choice>
                <mc:Fallback>
                  <p:oleObj r:id="rId5" imgH="336" imgW="407" progId="MS_ClipArt_Gallery.2">
                    <p:embed/>
                    <p:pic>
                      <p:nvPicPr>
                        <p:cNvPr id="5084" name="Google Shape;5084;p47"/>
                        <p:cNvPicPr preferRelativeResize="0"/>
                        <p:nvPr/>
                      </p:nvPicPr>
                      <p:blipFill rotWithShape="1">
                        <a:blip r:embed="rId6">
                          <a:alphaModFix/>
                        </a:blip>
                        <a:srcRect b="0" l="0" r="0" t="0"/>
                        <a:stretch/>
                      </p:blipFill>
                      <p:spPr>
                        <a:xfrm>
                          <a:off x="914" y="3452"/>
                          <a:ext cx="407" cy="336"/>
                        </a:xfrm>
                        <a:prstGeom prst="rect">
                          <a:avLst/>
                        </a:prstGeom>
                        <a:noFill/>
                        <a:ln>
                          <a:noFill/>
                        </a:ln>
                      </p:spPr>
                    </p:pic>
                  </p:oleObj>
                </mc:Fallback>
              </mc:AlternateContent>
            </a:graphicData>
          </a:graphic>
        </p:graphicFrame>
        <p:sp>
          <p:nvSpPr>
            <p:cNvPr id="5085" name="Google Shape;5085;p47"/>
            <p:cNvSpPr/>
            <p:nvPr/>
          </p:nvSpPr>
          <p:spPr>
            <a:xfrm>
              <a:off x="1570" y="3300"/>
              <a:ext cx="755" cy="233"/>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86" name="Google Shape;5086;p47"/>
            <p:cNvSpPr txBox="1"/>
            <p:nvPr/>
          </p:nvSpPr>
          <p:spPr>
            <a:xfrm>
              <a:off x="1570" y="3257"/>
              <a:ext cx="755" cy="166"/>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87" name="Google Shape;5087;p47"/>
            <p:cNvSpPr/>
            <p:nvPr/>
          </p:nvSpPr>
          <p:spPr>
            <a:xfrm>
              <a:off x="1576" y="3113"/>
              <a:ext cx="755" cy="271"/>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088" name="Google Shape;5088;p47"/>
            <p:cNvGrpSpPr/>
            <p:nvPr/>
          </p:nvGrpSpPr>
          <p:grpSpPr>
            <a:xfrm>
              <a:off x="1794" y="3132"/>
              <a:ext cx="314" cy="75"/>
              <a:chOff x="2208" y="2184"/>
              <a:chExt cx="176" cy="69"/>
            </a:xfrm>
          </p:grpSpPr>
          <p:grpSp>
            <p:nvGrpSpPr>
              <p:cNvPr id="5089" name="Google Shape;5089;p47"/>
              <p:cNvGrpSpPr/>
              <p:nvPr/>
            </p:nvGrpSpPr>
            <p:grpSpPr>
              <a:xfrm>
                <a:off x="2208" y="2185"/>
                <a:ext cx="176" cy="68"/>
                <a:chOff x="2848" y="848"/>
                <a:chExt cx="140" cy="98"/>
              </a:xfrm>
            </p:grpSpPr>
            <p:cxnSp>
              <p:nvCxnSpPr>
                <p:cNvPr id="5090" name="Google Shape;5090;p4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091" name="Google Shape;5091;p4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092" name="Google Shape;5092;p4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093" name="Google Shape;5093;p47"/>
              <p:cNvGrpSpPr/>
              <p:nvPr/>
            </p:nvGrpSpPr>
            <p:grpSpPr>
              <a:xfrm flipH="1" rot="10800000">
                <a:off x="2208" y="2184"/>
                <a:ext cx="176" cy="68"/>
                <a:chOff x="2848" y="848"/>
                <a:chExt cx="140" cy="98"/>
              </a:xfrm>
            </p:grpSpPr>
            <p:cxnSp>
              <p:nvCxnSpPr>
                <p:cNvPr id="5094" name="Google Shape;5094;p4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095" name="Google Shape;5095;p4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096" name="Google Shape;5096;p4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097" name="Google Shape;5097;p47"/>
            <p:cNvSpPr/>
            <p:nvPr/>
          </p:nvSpPr>
          <p:spPr>
            <a:xfrm>
              <a:off x="3520" y="3312"/>
              <a:ext cx="755" cy="233"/>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098" name="Google Shape;5098;p47"/>
            <p:cNvCxnSpPr/>
            <p:nvPr/>
          </p:nvCxnSpPr>
          <p:spPr>
            <a:xfrm>
              <a:off x="3526" y="3299"/>
              <a:ext cx="0" cy="144"/>
            </a:xfrm>
            <a:prstGeom prst="straightConnector1">
              <a:avLst/>
            </a:prstGeom>
            <a:noFill/>
            <a:ln cap="flat" cmpd="sng" w="12700">
              <a:solidFill>
                <a:schemeClr val="dk1"/>
              </a:solidFill>
              <a:prstDash val="solid"/>
              <a:miter lim="800000"/>
              <a:headEnd len="med" w="med" type="none"/>
              <a:tailEnd len="med" w="med" type="none"/>
            </a:ln>
          </p:spPr>
        </p:cxnSp>
        <p:sp>
          <p:nvSpPr>
            <p:cNvPr id="5099" name="Google Shape;5099;p47"/>
            <p:cNvSpPr txBox="1"/>
            <p:nvPr/>
          </p:nvSpPr>
          <p:spPr>
            <a:xfrm>
              <a:off x="3526" y="3275"/>
              <a:ext cx="755" cy="166"/>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00" name="Google Shape;5100;p47"/>
            <p:cNvSpPr/>
            <p:nvPr/>
          </p:nvSpPr>
          <p:spPr>
            <a:xfrm>
              <a:off x="3532" y="3131"/>
              <a:ext cx="755" cy="271"/>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5101" name="Google Shape;5101;p47"/>
            <p:cNvGraphicFramePr/>
            <p:nvPr/>
          </p:nvGraphicFramePr>
          <p:xfrm>
            <a:off x="716" y="2816"/>
            <a:ext cx="407" cy="336"/>
          </p:xfrm>
          <a:graphic>
            <a:graphicData uri="http://schemas.openxmlformats.org/presentationml/2006/ole">
              <mc:AlternateContent>
                <mc:Choice Requires="v">
                  <p:oleObj r:id="rId7" imgH="336" imgW="407" progId="MS_ClipArt_Gallery.2" spid="_x0000_s2">
                    <p:embed/>
                  </p:oleObj>
                </mc:Choice>
                <mc:Fallback>
                  <p:oleObj r:id="rId8" imgH="336" imgW="407" progId="MS_ClipArt_Gallery.2">
                    <p:embed/>
                    <p:pic>
                      <p:nvPicPr>
                        <p:cNvPr id="5101" name="Google Shape;5101;p47"/>
                        <p:cNvPicPr preferRelativeResize="0"/>
                        <p:nvPr/>
                      </p:nvPicPr>
                      <p:blipFill rotWithShape="1">
                        <a:blip r:embed="rId6">
                          <a:alphaModFix/>
                        </a:blip>
                        <a:srcRect b="0" l="0" r="0" t="0"/>
                        <a:stretch/>
                      </p:blipFill>
                      <p:spPr>
                        <a:xfrm>
                          <a:off x="716" y="2816"/>
                          <a:ext cx="407" cy="336"/>
                        </a:xfrm>
                        <a:prstGeom prst="rect">
                          <a:avLst/>
                        </a:prstGeom>
                        <a:noFill/>
                        <a:ln>
                          <a:noFill/>
                        </a:ln>
                      </p:spPr>
                    </p:pic>
                  </p:oleObj>
                </mc:Fallback>
              </mc:AlternateContent>
            </a:graphicData>
          </a:graphic>
        </p:graphicFrame>
        <p:cxnSp>
          <p:nvCxnSpPr>
            <p:cNvPr id="5102" name="Google Shape;5102;p47"/>
            <p:cNvCxnSpPr/>
            <p:nvPr/>
          </p:nvCxnSpPr>
          <p:spPr>
            <a:xfrm>
              <a:off x="1110" y="3072"/>
              <a:ext cx="318" cy="0"/>
            </a:xfrm>
            <a:prstGeom prst="straightConnector1">
              <a:avLst/>
            </a:prstGeom>
            <a:noFill/>
            <a:ln cap="flat" cmpd="sng" w="19050">
              <a:solidFill>
                <a:schemeClr val="dk1"/>
              </a:solidFill>
              <a:prstDash val="solid"/>
              <a:miter lim="800000"/>
              <a:headEnd len="med" w="med" type="none"/>
              <a:tailEnd len="med" w="med" type="none"/>
            </a:ln>
          </p:spPr>
        </p:cxnSp>
        <p:cxnSp>
          <p:nvCxnSpPr>
            <p:cNvPr id="5103" name="Google Shape;5103;p47"/>
            <p:cNvCxnSpPr/>
            <p:nvPr/>
          </p:nvCxnSpPr>
          <p:spPr>
            <a:xfrm flipH="1" rot="10800000">
              <a:off x="1302" y="3693"/>
              <a:ext cx="123" cy="3"/>
            </a:xfrm>
            <a:prstGeom prst="straightConnector1">
              <a:avLst/>
            </a:prstGeom>
            <a:noFill/>
            <a:ln cap="flat" cmpd="sng" w="19050">
              <a:solidFill>
                <a:schemeClr val="dk1"/>
              </a:solidFill>
              <a:prstDash val="solid"/>
              <a:miter lim="800000"/>
              <a:headEnd len="med" w="med" type="none"/>
              <a:tailEnd len="med" w="med" type="none"/>
            </a:ln>
          </p:spPr>
        </p:cxnSp>
        <p:cxnSp>
          <p:nvCxnSpPr>
            <p:cNvPr id="5104" name="Google Shape;5104;p47"/>
            <p:cNvCxnSpPr/>
            <p:nvPr/>
          </p:nvCxnSpPr>
          <p:spPr>
            <a:xfrm>
              <a:off x="2322" y="3336"/>
              <a:ext cx="1218" cy="6"/>
            </a:xfrm>
            <a:prstGeom prst="straightConnector1">
              <a:avLst/>
            </a:prstGeom>
            <a:noFill/>
            <a:ln cap="flat" cmpd="sng" w="19050">
              <a:solidFill>
                <a:schemeClr val="dk1"/>
              </a:solidFill>
              <a:prstDash val="solid"/>
              <a:miter lim="800000"/>
              <a:headEnd len="med" w="med" type="none"/>
              <a:tailEnd len="med" w="med" type="none"/>
            </a:ln>
          </p:spPr>
        </p:cxnSp>
        <p:cxnSp>
          <p:nvCxnSpPr>
            <p:cNvPr id="5105" name="Google Shape;5105;p47"/>
            <p:cNvCxnSpPr/>
            <p:nvPr/>
          </p:nvCxnSpPr>
          <p:spPr>
            <a:xfrm>
              <a:off x="1428" y="3066"/>
              <a:ext cx="0" cy="630"/>
            </a:xfrm>
            <a:prstGeom prst="straightConnector1">
              <a:avLst/>
            </a:prstGeom>
            <a:noFill/>
            <a:ln cap="flat" cmpd="sng" w="19050">
              <a:solidFill>
                <a:schemeClr val="dk1"/>
              </a:solidFill>
              <a:prstDash val="solid"/>
              <a:miter lim="800000"/>
              <a:headEnd len="med" w="med" type="none"/>
              <a:tailEnd len="med" w="med" type="none"/>
            </a:ln>
          </p:spPr>
        </p:cxnSp>
        <p:cxnSp>
          <p:nvCxnSpPr>
            <p:cNvPr id="5106" name="Google Shape;5106;p47"/>
            <p:cNvCxnSpPr/>
            <p:nvPr/>
          </p:nvCxnSpPr>
          <p:spPr>
            <a:xfrm>
              <a:off x="1434" y="3339"/>
              <a:ext cx="126" cy="0"/>
            </a:xfrm>
            <a:prstGeom prst="straightConnector1">
              <a:avLst/>
            </a:prstGeom>
            <a:noFill/>
            <a:ln cap="flat" cmpd="sng" w="19050">
              <a:solidFill>
                <a:schemeClr val="dk1"/>
              </a:solidFill>
              <a:prstDash val="solid"/>
              <a:miter lim="800000"/>
              <a:headEnd len="med" w="med" type="none"/>
              <a:tailEnd len="med" w="med" type="none"/>
            </a:ln>
          </p:spPr>
        </p:cxnSp>
        <p:sp>
          <p:nvSpPr>
            <p:cNvPr id="5107" name="Google Shape;5107;p47"/>
            <p:cNvSpPr txBox="1"/>
            <p:nvPr/>
          </p:nvSpPr>
          <p:spPr>
            <a:xfrm>
              <a:off x="2901" y="3210"/>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08" name="Google Shape;5108;p47"/>
            <p:cNvSpPr txBox="1"/>
            <p:nvPr/>
          </p:nvSpPr>
          <p:spPr>
            <a:xfrm>
              <a:off x="2112" y="3255"/>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09" name="Google Shape;5109;p47"/>
            <p:cNvSpPr txBox="1"/>
            <p:nvPr/>
          </p:nvSpPr>
          <p:spPr>
            <a:xfrm>
              <a:off x="2214" y="3255"/>
              <a:ext cx="93" cy="12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10" name="Google Shape;5110;p47"/>
            <p:cNvSpPr txBox="1"/>
            <p:nvPr/>
          </p:nvSpPr>
          <p:spPr>
            <a:xfrm>
              <a:off x="1449" y="3192"/>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111" name="Google Shape;5111;p47"/>
            <p:cNvCxnSpPr/>
            <p:nvPr/>
          </p:nvCxnSpPr>
          <p:spPr>
            <a:xfrm>
              <a:off x="1560" y="3258"/>
              <a:ext cx="153" cy="3"/>
            </a:xfrm>
            <a:prstGeom prst="straightConnector1">
              <a:avLst/>
            </a:prstGeom>
            <a:noFill/>
            <a:ln cap="flat" cmpd="sng" w="9525">
              <a:solidFill>
                <a:schemeClr val="dk1"/>
              </a:solidFill>
              <a:prstDash val="solid"/>
              <a:miter lim="800000"/>
              <a:headEnd len="med" w="med" type="none"/>
              <a:tailEnd len="med" w="med" type="triangle"/>
            </a:ln>
          </p:spPr>
        </p:cxnSp>
        <p:cxnSp>
          <p:nvCxnSpPr>
            <p:cNvPr id="5112" name="Google Shape;5112;p47"/>
            <p:cNvCxnSpPr/>
            <p:nvPr/>
          </p:nvCxnSpPr>
          <p:spPr>
            <a:xfrm rot="10800000">
              <a:off x="1350" y="3432"/>
              <a:ext cx="0" cy="111"/>
            </a:xfrm>
            <a:prstGeom prst="straightConnector1">
              <a:avLst/>
            </a:prstGeom>
            <a:noFill/>
            <a:ln cap="flat" cmpd="sng" w="9525">
              <a:solidFill>
                <a:schemeClr val="dk1"/>
              </a:solidFill>
              <a:prstDash val="solid"/>
              <a:miter lim="800000"/>
              <a:headEnd len="med" w="med" type="none"/>
              <a:tailEnd len="med" w="med" type="triangle"/>
            </a:ln>
          </p:spPr>
        </p:cxnSp>
        <p:cxnSp>
          <p:nvCxnSpPr>
            <p:cNvPr id="5113" name="Google Shape;5113;p47"/>
            <p:cNvCxnSpPr/>
            <p:nvPr/>
          </p:nvCxnSpPr>
          <p:spPr>
            <a:xfrm>
              <a:off x="3387" y="3084"/>
              <a:ext cx="231" cy="0"/>
            </a:xfrm>
            <a:prstGeom prst="straightConnector1">
              <a:avLst/>
            </a:prstGeom>
            <a:noFill/>
            <a:ln cap="flat" cmpd="sng" w="9525">
              <a:solidFill>
                <a:schemeClr val="dk1"/>
              </a:solidFill>
              <a:prstDash val="solid"/>
              <a:miter lim="800000"/>
              <a:headEnd len="med" w="med" type="none"/>
              <a:tailEnd len="med" w="med" type="triangle"/>
            </a:ln>
          </p:spPr>
        </p:cxnSp>
        <p:sp>
          <p:nvSpPr>
            <p:cNvPr id="5114" name="Google Shape;5114;p47"/>
            <p:cNvSpPr txBox="1"/>
            <p:nvPr/>
          </p:nvSpPr>
          <p:spPr>
            <a:xfrm>
              <a:off x="494" y="2831"/>
              <a:ext cx="25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CC66"/>
                </a:buClr>
                <a:buSzPts val="2400"/>
                <a:buFont typeface="Comic Sans MS"/>
                <a:buNone/>
              </a:pPr>
              <a:r>
                <a:rPr b="0" i="0" lang="en-US" sz="2400" u="none">
                  <a:solidFill>
                    <a:srgbClr val="00CC66"/>
                  </a:solidFill>
                  <a:latin typeface="Comic Sans MS"/>
                  <a:ea typeface="Comic Sans MS"/>
                  <a:cs typeface="Comic Sans MS"/>
                  <a:sym typeface="Comic Sans MS"/>
                </a:rPr>
                <a:t>A</a:t>
              </a:r>
              <a:endParaRPr/>
            </a:p>
          </p:txBody>
        </p:sp>
        <p:sp>
          <p:nvSpPr>
            <p:cNvPr id="5115" name="Google Shape;5115;p47"/>
            <p:cNvSpPr txBox="1"/>
            <p:nvPr/>
          </p:nvSpPr>
          <p:spPr>
            <a:xfrm>
              <a:off x="668" y="3473"/>
              <a:ext cx="23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B</a:t>
              </a:r>
              <a:endParaRPr/>
            </a:p>
          </p:txBody>
        </p:sp>
        <p:sp>
          <p:nvSpPr>
            <p:cNvPr id="5116" name="Google Shape;5116;p47"/>
            <p:cNvSpPr txBox="1"/>
            <p:nvPr/>
          </p:nvSpPr>
          <p:spPr>
            <a:xfrm>
              <a:off x="2295" y="3216"/>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17" name="Google Shape;5117;p47"/>
            <p:cNvSpPr txBox="1"/>
            <p:nvPr/>
          </p:nvSpPr>
          <p:spPr>
            <a:xfrm>
              <a:off x="2540" y="2966"/>
              <a:ext cx="89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propagation</a:t>
              </a:r>
              <a:endParaRPr/>
            </a:p>
          </p:txBody>
        </p:sp>
        <p:cxnSp>
          <p:nvCxnSpPr>
            <p:cNvPr id="5118" name="Google Shape;5118;p47"/>
            <p:cNvCxnSpPr/>
            <p:nvPr/>
          </p:nvCxnSpPr>
          <p:spPr>
            <a:xfrm rot="10800000">
              <a:off x="2385" y="3084"/>
              <a:ext cx="201" cy="0"/>
            </a:xfrm>
            <a:prstGeom prst="straightConnector1">
              <a:avLst/>
            </a:prstGeom>
            <a:noFill/>
            <a:ln cap="flat" cmpd="sng" w="9525">
              <a:solidFill>
                <a:schemeClr val="dk1"/>
              </a:solidFill>
              <a:prstDash val="solid"/>
              <a:miter lim="800000"/>
              <a:headEnd len="med" w="med" type="none"/>
              <a:tailEnd len="med" w="med" type="triangle"/>
            </a:ln>
          </p:spPr>
        </p:cxnSp>
        <p:sp>
          <p:nvSpPr>
            <p:cNvPr id="5119" name="Google Shape;5119;p47"/>
            <p:cNvSpPr txBox="1"/>
            <p:nvPr/>
          </p:nvSpPr>
          <p:spPr>
            <a:xfrm>
              <a:off x="1346" y="2702"/>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transmission</a:t>
              </a:r>
              <a:endParaRPr/>
            </a:p>
          </p:txBody>
        </p:sp>
        <p:cxnSp>
          <p:nvCxnSpPr>
            <p:cNvPr id="5120" name="Google Shape;5120;p47"/>
            <p:cNvCxnSpPr/>
            <p:nvPr/>
          </p:nvCxnSpPr>
          <p:spPr>
            <a:xfrm>
              <a:off x="2022" y="2874"/>
              <a:ext cx="333" cy="336"/>
            </a:xfrm>
            <a:prstGeom prst="straightConnector1">
              <a:avLst/>
            </a:prstGeom>
            <a:noFill/>
            <a:ln cap="flat" cmpd="sng" w="9525">
              <a:solidFill>
                <a:schemeClr val="dk1"/>
              </a:solidFill>
              <a:prstDash val="solid"/>
              <a:miter lim="800000"/>
              <a:headEnd len="med" w="med" type="none"/>
              <a:tailEnd len="med" w="med" type="triangle"/>
            </a:ln>
          </p:spPr>
        </p:cxnSp>
        <p:sp>
          <p:nvSpPr>
            <p:cNvPr id="5121" name="Google Shape;5121;p47"/>
            <p:cNvSpPr txBox="1"/>
            <p:nvPr/>
          </p:nvSpPr>
          <p:spPr>
            <a:xfrm>
              <a:off x="1424" y="3668"/>
              <a:ext cx="822"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omic Sans MS"/>
                <a:buNone/>
              </a:pPr>
              <a:r>
                <a:rPr b="0" i="0" lang="en-US" sz="1700" u="none">
                  <a:solidFill>
                    <a:srgbClr val="FF0000"/>
                  </a:solidFill>
                  <a:latin typeface="Comic Sans MS"/>
                  <a:ea typeface="Comic Sans MS"/>
                  <a:cs typeface="Comic Sans MS"/>
                  <a:sym typeface="Comic Sans MS"/>
                </a:rPr>
                <a:t>nodal</a:t>
              </a:r>
              <a:endParaRPr sz="1300"/>
            </a:p>
            <a:p>
              <a:pPr indent="0" lvl="0" marL="0" marR="0" rtl="0" algn="ctr">
                <a:lnSpc>
                  <a:spcPct val="100000"/>
                </a:lnSpc>
                <a:spcBef>
                  <a:spcPts val="0"/>
                </a:spcBef>
                <a:spcAft>
                  <a:spcPts val="0"/>
                </a:spcAft>
                <a:buClr>
                  <a:srgbClr val="FF0000"/>
                </a:buClr>
                <a:buSzPts val="1800"/>
                <a:buFont typeface="Comic Sans MS"/>
                <a:buNone/>
              </a:pPr>
              <a:r>
                <a:rPr b="0" i="0" lang="en-US" sz="1700" u="none">
                  <a:solidFill>
                    <a:srgbClr val="FF0000"/>
                  </a:solidFill>
                  <a:latin typeface="Comic Sans MS"/>
                  <a:ea typeface="Comic Sans MS"/>
                  <a:cs typeface="Comic Sans MS"/>
                  <a:sym typeface="Comic Sans MS"/>
                </a:rPr>
                <a:t>processing</a:t>
              </a:r>
              <a:endParaRPr sz="1300"/>
            </a:p>
          </p:txBody>
        </p:sp>
        <p:cxnSp>
          <p:nvCxnSpPr>
            <p:cNvPr id="5122" name="Google Shape;5122;p47"/>
            <p:cNvCxnSpPr/>
            <p:nvPr/>
          </p:nvCxnSpPr>
          <p:spPr>
            <a:xfrm rot="10800000">
              <a:off x="1587" y="3696"/>
              <a:ext cx="525" cy="0"/>
            </a:xfrm>
            <a:prstGeom prst="straightConnector1">
              <a:avLst/>
            </a:prstGeom>
            <a:noFill/>
            <a:ln cap="flat" cmpd="sng" w="9525">
              <a:solidFill>
                <a:schemeClr val="dk1"/>
              </a:solidFill>
              <a:prstDash val="solid"/>
              <a:miter lim="800000"/>
              <a:headEnd len="med" w="med" type="triangle"/>
              <a:tailEnd len="med" w="med" type="triangle"/>
            </a:ln>
          </p:spPr>
        </p:cxnSp>
        <p:cxnSp>
          <p:nvCxnSpPr>
            <p:cNvPr id="5123" name="Google Shape;5123;p47"/>
            <p:cNvCxnSpPr/>
            <p:nvPr/>
          </p:nvCxnSpPr>
          <p:spPr>
            <a:xfrm rot="10800000">
              <a:off x="2097" y="3546"/>
              <a:ext cx="243" cy="0"/>
            </a:xfrm>
            <a:prstGeom prst="straightConnector1">
              <a:avLst/>
            </a:prstGeom>
            <a:noFill/>
            <a:ln cap="flat" cmpd="sng" w="9525">
              <a:solidFill>
                <a:schemeClr val="dk1"/>
              </a:solidFill>
              <a:prstDash val="solid"/>
              <a:miter lim="800000"/>
              <a:headEnd len="med" w="med" type="triangle"/>
              <a:tailEnd len="med" w="med" type="triangle"/>
            </a:ln>
          </p:spPr>
        </p:cxnSp>
        <p:sp>
          <p:nvSpPr>
            <p:cNvPr id="5124" name="Google Shape;5124;p47"/>
            <p:cNvSpPr txBox="1"/>
            <p:nvPr/>
          </p:nvSpPr>
          <p:spPr>
            <a:xfrm>
              <a:off x="2354" y="3830"/>
              <a:ext cx="69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queueing</a:t>
              </a:r>
              <a:endParaRPr/>
            </a:p>
          </p:txBody>
        </p:sp>
        <p:cxnSp>
          <p:nvCxnSpPr>
            <p:cNvPr id="5125" name="Google Shape;5125;p47"/>
            <p:cNvCxnSpPr/>
            <p:nvPr/>
          </p:nvCxnSpPr>
          <p:spPr>
            <a:xfrm rot="10800000">
              <a:off x="2199" y="3546"/>
              <a:ext cx="375" cy="348"/>
            </a:xfrm>
            <a:prstGeom prst="straightConnector1">
              <a:avLst/>
            </a:prstGeom>
            <a:noFill/>
            <a:ln cap="flat" cmpd="sng" w="9525">
              <a:solidFill>
                <a:schemeClr val="dk1"/>
              </a:solidFill>
              <a:prstDash val="solid"/>
              <a:miter lim="800000"/>
              <a:headEnd len="med" w="med" type="none"/>
              <a:tailEnd len="med" w="med" type="none"/>
            </a:ln>
          </p:spPr>
        </p:cxnSp>
        <p:grpSp>
          <p:nvGrpSpPr>
            <p:cNvPr id="5126" name="Google Shape;5126;p47"/>
            <p:cNvGrpSpPr/>
            <p:nvPr/>
          </p:nvGrpSpPr>
          <p:grpSpPr>
            <a:xfrm>
              <a:off x="3738" y="3168"/>
              <a:ext cx="314" cy="75"/>
              <a:chOff x="2208" y="2184"/>
              <a:chExt cx="176" cy="69"/>
            </a:xfrm>
          </p:grpSpPr>
          <p:grpSp>
            <p:nvGrpSpPr>
              <p:cNvPr id="5127" name="Google Shape;5127;p47"/>
              <p:cNvGrpSpPr/>
              <p:nvPr/>
            </p:nvGrpSpPr>
            <p:grpSpPr>
              <a:xfrm>
                <a:off x="2208" y="2185"/>
                <a:ext cx="176" cy="68"/>
                <a:chOff x="2848" y="848"/>
                <a:chExt cx="140" cy="98"/>
              </a:xfrm>
            </p:grpSpPr>
            <p:cxnSp>
              <p:nvCxnSpPr>
                <p:cNvPr id="5128" name="Google Shape;5128;p4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29" name="Google Shape;5129;p4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130" name="Google Shape;5130;p4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131" name="Google Shape;5131;p47"/>
              <p:cNvGrpSpPr/>
              <p:nvPr/>
            </p:nvGrpSpPr>
            <p:grpSpPr>
              <a:xfrm flipH="1" rot="10800000">
                <a:off x="2208" y="2184"/>
                <a:ext cx="176" cy="68"/>
                <a:chOff x="2848" y="848"/>
                <a:chExt cx="140" cy="98"/>
              </a:xfrm>
            </p:grpSpPr>
            <p:cxnSp>
              <p:nvCxnSpPr>
                <p:cNvPr id="5132" name="Google Shape;5132;p4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33" name="Google Shape;5133;p4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134" name="Google Shape;5134;p4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sp>
        <p:nvSpPr>
          <p:cNvPr id="5135" name="Google Shape;5135;p47"/>
          <p:cNvSpPr txBox="1"/>
          <p:nvPr/>
        </p:nvSpPr>
        <p:spPr>
          <a:xfrm>
            <a:off x="4429125" y="1628775"/>
            <a:ext cx="3810000" cy="19748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2. queueing</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time waiting at output link for transmission </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depends on congestion level of router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40" name="Shape 5140"/>
        <p:cNvGrpSpPr/>
        <p:nvPr/>
      </p:nvGrpSpPr>
      <p:grpSpPr>
        <a:xfrm>
          <a:off x="0" y="0"/>
          <a:ext cx="0" cy="0"/>
          <a:chOff x="0" y="0"/>
          <a:chExt cx="0" cy="0"/>
        </a:xfrm>
      </p:grpSpPr>
      <p:sp>
        <p:nvSpPr>
          <p:cNvPr id="5141" name="Google Shape;5141;p4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142" name="Google Shape;5142;p4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143" name="Google Shape;5143;p48"/>
          <p:cNvSpPr txBox="1"/>
          <p:nvPr>
            <p:ph type="title"/>
          </p:nvPr>
        </p:nvSpPr>
        <p:spPr>
          <a:xfrm>
            <a:off x="476250" y="2667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Delay in packet-switched networks</a:t>
            </a:r>
            <a:endParaRPr/>
          </a:p>
        </p:txBody>
      </p:sp>
      <p:sp>
        <p:nvSpPr>
          <p:cNvPr id="5144" name="Google Shape;5144;p48"/>
          <p:cNvSpPr txBox="1"/>
          <p:nvPr>
            <p:ph idx="1" type="body"/>
          </p:nvPr>
        </p:nvSpPr>
        <p:spPr>
          <a:xfrm>
            <a:off x="523875" y="1371600"/>
            <a:ext cx="3810000" cy="25050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rgbClr val="FF0000"/>
                </a:solidFill>
                <a:latin typeface="Comic Sans MS"/>
                <a:ea typeface="Comic Sans MS"/>
                <a:cs typeface="Comic Sans MS"/>
                <a:sym typeface="Comic Sans MS"/>
              </a:rPr>
              <a:t>3. Transmission delay:</a:t>
            </a:r>
            <a:endParaRPr b="0" i="0" sz="2400" u="none">
              <a:solidFill>
                <a:schemeClr val="dk1"/>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R=link bandwidth (bps)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L=packet length (bits)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time to send bits into link = L/R</a:t>
            </a:r>
            <a:endParaRPr/>
          </a:p>
        </p:txBody>
      </p:sp>
      <p:sp>
        <p:nvSpPr>
          <p:cNvPr id="5145" name="Google Shape;5145;p48"/>
          <p:cNvSpPr txBox="1"/>
          <p:nvPr>
            <p:ph idx="1" type="body"/>
          </p:nvPr>
        </p:nvSpPr>
        <p:spPr>
          <a:xfrm>
            <a:off x="4476750" y="1362075"/>
            <a:ext cx="4152900" cy="29146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rgbClr val="FF0000"/>
                </a:solidFill>
                <a:latin typeface="Comic Sans MS"/>
                <a:ea typeface="Comic Sans MS"/>
                <a:cs typeface="Comic Sans MS"/>
                <a:sym typeface="Comic Sans MS"/>
              </a:rPr>
              <a:t>4. Propagation delay:</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 = length of physical link</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 = propagation speed in medium (~2x10</a:t>
            </a:r>
            <a:r>
              <a:rPr b="0" baseline="30000" i="0" lang="en-US" sz="2400" u="none">
                <a:solidFill>
                  <a:schemeClr val="dk1"/>
                </a:solidFill>
                <a:latin typeface="Comic Sans MS"/>
                <a:ea typeface="Comic Sans MS"/>
                <a:cs typeface="Comic Sans MS"/>
                <a:sym typeface="Comic Sans MS"/>
              </a:rPr>
              <a:t>8</a:t>
            </a:r>
            <a:r>
              <a:rPr b="0" i="0" lang="en-US" sz="2400" u="none">
                <a:solidFill>
                  <a:schemeClr val="dk1"/>
                </a:solidFill>
                <a:latin typeface="Comic Sans MS"/>
                <a:ea typeface="Comic Sans MS"/>
                <a:cs typeface="Comic Sans MS"/>
                <a:sym typeface="Comic Sans MS"/>
              </a:rPr>
              <a:t> m/sec)</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propagation delay = d/s</a:t>
            </a:r>
            <a:endParaRPr/>
          </a:p>
        </p:txBody>
      </p:sp>
      <p:grpSp>
        <p:nvGrpSpPr>
          <p:cNvPr id="5146" name="Google Shape;5146;p48"/>
          <p:cNvGrpSpPr/>
          <p:nvPr/>
        </p:nvGrpSpPr>
        <p:grpSpPr>
          <a:xfrm>
            <a:off x="622300" y="4432300"/>
            <a:ext cx="6021387" cy="2174875"/>
            <a:chOff x="494" y="2702"/>
            <a:chExt cx="3793" cy="1370"/>
          </a:xfrm>
        </p:grpSpPr>
        <p:graphicFrame>
          <p:nvGraphicFramePr>
            <p:cNvPr id="5147" name="Google Shape;5147;p48"/>
            <p:cNvGraphicFramePr/>
            <p:nvPr/>
          </p:nvGraphicFramePr>
          <p:xfrm>
            <a:off x="914" y="3452"/>
            <a:ext cx="407" cy="336"/>
          </p:xfrm>
          <a:graphic>
            <a:graphicData uri="http://schemas.openxmlformats.org/presentationml/2006/ole">
              <mc:AlternateContent>
                <mc:Choice Requires="v">
                  <p:oleObj r:id="rId4" imgH="336" imgW="407" progId="MS_ClipArt_Gallery.2" spid="_x0000_s1">
                    <p:embed/>
                  </p:oleObj>
                </mc:Choice>
                <mc:Fallback>
                  <p:oleObj r:id="rId5" imgH="336" imgW="407" progId="MS_ClipArt_Gallery.2">
                    <p:embed/>
                    <p:pic>
                      <p:nvPicPr>
                        <p:cNvPr id="5147" name="Google Shape;5147;p48"/>
                        <p:cNvPicPr preferRelativeResize="0"/>
                        <p:nvPr/>
                      </p:nvPicPr>
                      <p:blipFill rotWithShape="1">
                        <a:blip r:embed="rId6">
                          <a:alphaModFix/>
                        </a:blip>
                        <a:srcRect b="0" l="0" r="0" t="0"/>
                        <a:stretch/>
                      </p:blipFill>
                      <p:spPr>
                        <a:xfrm>
                          <a:off x="914" y="3452"/>
                          <a:ext cx="407" cy="336"/>
                        </a:xfrm>
                        <a:prstGeom prst="rect">
                          <a:avLst/>
                        </a:prstGeom>
                        <a:noFill/>
                        <a:ln>
                          <a:noFill/>
                        </a:ln>
                      </p:spPr>
                    </p:pic>
                  </p:oleObj>
                </mc:Fallback>
              </mc:AlternateContent>
            </a:graphicData>
          </a:graphic>
        </p:graphicFrame>
        <p:sp>
          <p:nvSpPr>
            <p:cNvPr id="5148" name="Google Shape;5148;p48"/>
            <p:cNvSpPr/>
            <p:nvPr/>
          </p:nvSpPr>
          <p:spPr>
            <a:xfrm>
              <a:off x="1570" y="3300"/>
              <a:ext cx="755" cy="233"/>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49" name="Google Shape;5149;p48"/>
            <p:cNvSpPr txBox="1"/>
            <p:nvPr/>
          </p:nvSpPr>
          <p:spPr>
            <a:xfrm>
              <a:off x="1570" y="3257"/>
              <a:ext cx="755" cy="166"/>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50" name="Google Shape;5150;p48"/>
            <p:cNvSpPr/>
            <p:nvPr/>
          </p:nvSpPr>
          <p:spPr>
            <a:xfrm>
              <a:off x="1576" y="3113"/>
              <a:ext cx="755" cy="271"/>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151" name="Google Shape;5151;p48"/>
            <p:cNvGrpSpPr/>
            <p:nvPr/>
          </p:nvGrpSpPr>
          <p:grpSpPr>
            <a:xfrm>
              <a:off x="1794" y="3132"/>
              <a:ext cx="314" cy="75"/>
              <a:chOff x="2208" y="2184"/>
              <a:chExt cx="176" cy="69"/>
            </a:xfrm>
          </p:grpSpPr>
          <p:grpSp>
            <p:nvGrpSpPr>
              <p:cNvPr id="5152" name="Google Shape;5152;p48"/>
              <p:cNvGrpSpPr/>
              <p:nvPr/>
            </p:nvGrpSpPr>
            <p:grpSpPr>
              <a:xfrm>
                <a:off x="2208" y="2185"/>
                <a:ext cx="176" cy="68"/>
                <a:chOff x="2848" y="848"/>
                <a:chExt cx="140" cy="98"/>
              </a:xfrm>
            </p:grpSpPr>
            <p:cxnSp>
              <p:nvCxnSpPr>
                <p:cNvPr id="5153" name="Google Shape;5153;p48"/>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54" name="Google Shape;5154;p48"/>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155" name="Google Shape;5155;p48"/>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156" name="Google Shape;5156;p48"/>
              <p:cNvGrpSpPr/>
              <p:nvPr/>
            </p:nvGrpSpPr>
            <p:grpSpPr>
              <a:xfrm flipH="1" rot="10800000">
                <a:off x="2208" y="2184"/>
                <a:ext cx="176" cy="68"/>
                <a:chOff x="2848" y="848"/>
                <a:chExt cx="140" cy="98"/>
              </a:xfrm>
            </p:grpSpPr>
            <p:cxnSp>
              <p:nvCxnSpPr>
                <p:cNvPr id="5157" name="Google Shape;5157;p48"/>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58" name="Google Shape;5158;p48"/>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159" name="Google Shape;5159;p48"/>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160" name="Google Shape;5160;p48"/>
            <p:cNvSpPr/>
            <p:nvPr/>
          </p:nvSpPr>
          <p:spPr>
            <a:xfrm>
              <a:off x="3520" y="3312"/>
              <a:ext cx="755" cy="233"/>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161" name="Google Shape;5161;p48"/>
            <p:cNvCxnSpPr/>
            <p:nvPr/>
          </p:nvCxnSpPr>
          <p:spPr>
            <a:xfrm>
              <a:off x="3526" y="3299"/>
              <a:ext cx="0" cy="144"/>
            </a:xfrm>
            <a:prstGeom prst="straightConnector1">
              <a:avLst/>
            </a:prstGeom>
            <a:noFill/>
            <a:ln cap="flat" cmpd="sng" w="12700">
              <a:solidFill>
                <a:schemeClr val="dk1"/>
              </a:solidFill>
              <a:prstDash val="solid"/>
              <a:miter lim="800000"/>
              <a:headEnd len="med" w="med" type="none"/>
              <a:tailEnd len="med" w="med" type="none"/>
            </a:ln>
          </p:spPr>
        </p:cxnSp>
        <p:sp>
          <p:nvSpPr>
            <p:cNvPr id="5162" name="Google Shape;5162;p48"/>
            <p:cNvSpPr txBox="1"/>
            <p:nvPr/>
          </p:nvSpPr>
          <p:spPr>
            <a:xfrm>
              <a:off x="3526" y="3275"/>
              <a:ext cx="755" cy="166"/>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63" name="Google Shape;5163;p48"/>
            <p:cNvSpPr/>
            <p:nvPr/>
          </p:nvSpPr>
          <p:spPr>
            <a:xfrm>
              <a:off x="3532" y="3131"/>
              <a:ext cx="755" cy="271"/>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5164" name="Google Shape;5164;p48"/>
            <p:cNvGraphicFramePr/>
            <p:nvPr/>
          </p:nvGraphicFramePr>
          <p:xfrm>
            <a:off x="716" y="2816"/>
            <a:ext cx="407" cy="336"/>
          </p:xfrm>
          <a:graphic>
            <a:graphicData uri="http://schemas.openxmlformats.org/presentationml/2006/ole">
              <mc:AlternateContent>
                <mc:Choice Requires="v">
                  <p:oleObj r:id="rId7" imgH="336" imgW="407" progId="MS_ClipArt_Gallery.2" spid="_x0000_s2">
                    <p:embed/>
                  </p:oleObj>
                </mc:Choice>
                <mc:Fallback>
                  <p:oleObj r:id="rId8" imgH="336" imgW="407" progId="MS_ClipArt_Gallery.2">
                    <p:embed/>
                    <p:pic>
                      <p:nvPicPr>
                        <p:cNvPr id="5164" name="Google Shape;5164;p48"/>
                        <p:cNvPicPr preferRelativeResize="0"/>
                        <p:nvPr/>
                      </p:nvPicPr>
                      <p:blipFill rotWithShape="1">
                        <a:blip r:embed="rId6">
                          <a:alphaModFix/>
                        </a:blip>
                        <a:srcRect b="0" l="0" r="0" t="0"/>
                        <a:stretch/>
                      </p:blipFill>
                      <p:spPr>
                        <a:xfrm>
                          <a:off x="716" y="2816"/>
                          <a:ext cx="407" cy="336"/>
                        </a:xfrm>
                        <a:prstGeom prst="rect">
                          <a:avLst/>
                        </a:prstGeom>
                        <a:noFill/>
                        <a:ln>
                          <a:noFill/>
                        </a:ln>
                      </p:spPr>
                    </p:pic>
                  </p:oleObj>
                </mc:Fallback>
              </mc:AlternateContent>
            </a:graphicData>
          </a:graphic>
        </p:graphicFrame>
        <p:cxnSp>
          <p:nvCxnSpPr>
            <p:cNvPr id="5165" name="Google Shape;5165;p48"/>
            <p:cNvCxnSpPr/>
            <p:nvPr/>
          </p:nvCxnSpPr>
          <p:spPr>
            <a:xfrm>
              <a:off x="1110" y="3072"/>
              <a:ext cx="318" cy="0"/>
            </a:xfrm>
            <a:prstGeom prst="straightConnector1">
              <a:avLst/>
            </a:prstGeom>
            <a:noFill/>
            <a:ln cap="flat" cmpd="sng" w="19050">
              <a:solidFill>
                <a:schemeClr val="dk1"/>
              </a:solidFill>
              <a:prstDash val="solid"/>
              <a:miter lim="800000"/>
              <a:headEnd len="med" w="med" type="none"/>
              <a:tailEnd len="med" w="med" type="none"/>
            </a:ln>
          </p:spPr>
        </p:cxnSp>
        <p:cxnSp>
          <p:nvCxnSpPr>
            <p:cNvPr id="5166" name="Google Shape;5166;p48"/>
            <p:cNvCxnSpPr/>
            <p:nvPr/>
          </p:nvCxnSpPr>
          <p:spPr>
            <a:xfrm flipH="1" rot="10800000">
              <a:off x="1302" y="3693"/>
              <a:ext cx="123" cy="3"/>
            </a:xfrm>
            <a:prstGeom prst="straightConnector1">
              <a:avLst/>
            </a:prstGeom>
            <a:noFill/>
            <a:ln cap="flat" cmpd="sng" w="19050">
              <a:solidFill>
                <a:schemeClr val="dk1"/>
              </a:solidFill>
              <a:prstDash val="solid"/>
              <a:miter lim="800000"/>
              <a:headEnd len="med" w="med" type="none"/>
              <a:tailEnd len="med" w="med" type="none"/>
            </a:ln>
          </p:spPr>
        </p:cxnSp>
        <p:cxnSp>
          <p:nvCxnSpPr>
            <p:cNvPr id="5167" name="Google Shape;5167;p48"/>
            <p:cNvCxnSpPr/>
            <p:nvPr/>
          </p:nvCxnSpPr>
          <p:spPr>
            <a:xfrm>
              <a:off x="2322" y="3336"/>
              <a:ext cx="1218" cy="6"/>
            </a:xfrm>
            <a:prstGeom prst="straightConnector1">
              <a:avLst/>
            </a:prstGeom>
            <a:noFill/>
            <a:ln cap="flat" cmpd="sng" w="19050">
              <a:solidFill>
                <a:schemeClr val="dk1"/>
              </a:solidFill>
              <a:prstDash val="solid"/>
              <a:miter lim="800000"/>
              <a:headEnd len="med" w="med" type="none"/>
              <a:tailEnd len="med" w="med" type="none"/>
            </a:ln>
          </p:spPr>
        </p:cxnSp>
        <p:cxnSp>
          <p:nvCxnSpPr>
            <p:cNvPr id="5168" name="Google Shape;5168;p48"/>
            <p:cNvCxnSpPr/>
            <p:nvPr/>
          </p:nvCxnSpPr>
          <p:spPr>
            <a:xfrm>
              <a:off x="1428" y="3066"/>
              <a:ext cx="0" cy="630"/>
            </a:xfrm>
            <a:prstGeom prst="straightConnector1">
              <a:avLst/>
            </a:prstGeom>
            <a:noFill/>
            <a:ln cap="flat" cmpd="sng" w="19050">
              <a:solidFill>
                <a:schemeClr val="dk1"/>
              </a:solidFill>
              <a:prstDash val="solid"/>
              <a:miter lim="800000"/>
              <a:headEnd len="med" w="med" type="none"/>
              <a:tailEnd len="med" w="med" type="none"/>
            </a:ln>
          </p:spPr>
        </p:cxnSp>
        <p:cxnSp>
          <p:nvCxnSpPr>
            <p:cNvPr id="5169" name="Google Shape;5169;p48"/>
            <p:cNvCxnSpPr/>
            <p:nvPr/>
          </p:nvCxnSpPr>
          <p:spPr>
            <a:xfrm>
              <a:off x="1434" y="3339"/>
              <a:ext cx="126" cy="0"/>
            </a:xfrm>
            <a:prstGeom prst="straightConnector1">
              <a:avLst/>
            </a:prstGeom>
            <a:noFill/>
            <a:ln cap="flat" cmpd="sng" w="19050">
              <a:solidFill>
                <a:schemeClr val="dk1"/>
              </a:solidFill>
              <a:prstDash val="solid"/>
              <a:miter lim="800000"/>
              <a:headEnd len="med" w="med" type="none"/>
              <a:tailEnd len="med" w="med" type="none"/>
            </a:ln>
          </p:spPr>
        </p:cxnSp>
        <p:sp>
          <p:nvSpPr>
            <p:cNvPr id="5170" name="Google Shape;5170;p48"/>
            <p:cNvSpPr txBox="1"/>
            <p:nvPr/>
          </p:nvSpPr>
          <p:spPr>
            <a:xfrm>
              <a:off x="2901" y="3210"/>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71" name="Google Shape;5171;p48"/>
            <p:cNvSpPr txBox="1"/>
            <p:nvPr/>
          </p:nvSpPr>
          <p:spPr>
            <a:xfrm>
              <a:off x="2112" y="3255"/>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72" name="Google Shape;5172;p48"/>
            <p:cNvSpPr txBox="1"/>
            <p:nvPr/>
          </p:nvSpPr>
          <p:spPr>
            <a:xfrm>
              <a:off x="2214" y="3255"/>
              <a:ext cx="93" cy="12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73" name="Google Shape;5173;p48"/>
            <p:cNvSpPr txBox="1"/>
            <p:nvPr/>
          </p:nvSpPr>
          <p:spPr>
            <a:xfrm>
              <a:off x="1449" y="3192"/>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174" name="Google Shape;5174;p48"/>
            <p:cNvCxnSpPr/>
            <p:nvPr/>
          </p:nvCxnSpPr>
          <p:spPr>
            <a:xfrm>
              <a:off x="1560" y="3258"/>
              <a:ext cx="153" cy="3"/>
            </a:xfrm>
            <a:prstGeom prst="straightConnector1">
              <a:avLst/>
            </a:prstGeom>
            <a:noFill/>
            <a:ln cap="flat" cmpd="sng" w="9525">
              <a:solidFill>
                <a:schemeClr val="dk1"/>
              </a:solidFill>
              <a:prstDash val="solid"/>
              <a:miter lim="800000"/>
              <a:headEnd len="med" w="med" type="none"/>
              <a:tailEnd len="med" w="med" type="triangle"/>
            </a:ln>
          </p:spPr>
        </p:cxnSp>
        <p:cxnSp>
          <p:nvCxnSpPr>
            <p:cNvPr id="5175" name="Google Shape;5175;p48"/>
            <p:cNvCxnSpPr/>
            <p:nvPr/>
          </p:nvCxnSpPr>
          <p:spPr>
            <a:xfrm rot="10800000">
              <a:off x="1350" y="3432"/>
              <a:ext cx="0" cy="111"/>
            </a:xfrm>
            <a:prstGeom prst="straightConnector1">
              <a:avLst/>
            </a:prstGeom>
            <a:noFill/>
            <a:ln cap="flat" cmpd="sng" w="9525">
              <a:solidFill>
                <a:schemeClr val="dk1"/>
              </a:solidFill>
              <a:prstDash val="solid"/>
              <a:miter lim="800000"/>
              <a:headEnd len="med" w="med" type="none"/>
              <a:tailEnd len="med" w="med" type="triangle"/>
            </a:ln>
          </p:spPr>
        </p:cxnSp>
        <p:cxnSp>
          <p:nvCxnSpPr>
            <p:cNvPr id="5176" name="Google Shape;5176;p48"/>
            <p:cNvCxnSpPr/>
            <p:nvPr/>
          </p:nvCxnSpPr>
          <p:spPr>
            <a:xfrm>
              <a:off x="3387" y="3084"/>
              <a:ext cx="231" cy="0"/>
            </a:xfrm>
            <a:prstGeom prst="straightConnector1">
              <a:avLst/>
            </a:prstGeom>
            <a:noFill/>
            <a:ln cap="flat" cmpd="sng" w="9525">
              <a:solidFill>
                <a:schemeClr val="dk1"/>
              </a:solidFill>
              <a:prstDash val="solid"/>
              <a:miter lim="800000"/>
              <a:headEnd len="med" w="med" type="none"/>
              <a:tailEnd len="med" w="med" type="triangle"/>
            </a:ln>
          </p:spPr>
        </p:cxnSp>
        <p:sp>
          <p:nvSpPr>
            <p:cNvPr id="5177" name="Google Shape;5177;p48"/>
            <p:cNvSpPr txBox="1"/>
            <p:nvPr/>
          </p:nvSpPr>
          <p:spPr>
            <a:xfrm>
              <a:off x="494" y="2831"/>
              <a:ext cx="25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CC66"/>
                </a:buClr>
                <a:buSzPts val="2400"/>
                <a:buFont typeface="Comic Sans MS"/>
                <a:buNone/>
              </a:pPr>
              <a:r>
                <a:rPr b="0" i="0" lang="en-US" sz="2400" u="none">
                  <a:solidFill>
                    <a:srgbClr val="00CC66"/>
                  </a:solidFill>
                  <a:latin typeface="Comic Sans MS"/>
                  <a:ea typeface="Comic Sans MS"/>
                  <a:cs typeface="Comic Sans MS"/>
                  <a:sym typeface="Comic Sans MS"/>
                </a:rPr>
                <a:t>A</a:t>
              </a:r>
              <a:endParaRPr/>
            </a:p>
          </p:txBody>
        </p:sp>
        <p:sp>
          <p:nvSpPr>
            <p:cNvPr id="5178" name="Google Shape;5178;p48"/>
            <p:cNvSpPr txBox="1"/>
            <p:nvPr/>
          </p:nvSpPr>
          <p:spPr>
            <a:xfrm>
              <a:off x="668" y="3473"/>
              <a:ext cx="23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B</a:t>
              </a:r>
              <a:endParaRPr/>
            </a:p>
          </p:txBody>
        </p:sp>
        <p:sp>
          <p:nvSpPr>
            <p:cNvPr id="5179" name="Google Shape;5179;p48"/>
            <p:cNvSpPr txBox="1"/>
            <p:nvPr/>
          </p:nvSpPr>
          <p:spPr>
            <a:xfrm>
              <a:off x="2295" y="3216"/>
              <a:ext cx="93" cy="12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80" name="Google Shape;5180;p48"/>
            <p:cNvSpPr txBox="1"/>
            <p:nvPr/>
          </p:nvSpPr>
          <p:spPr>
            <a:xfrm>
              <a:off x="2540" y="2966"/>
              <a:ext cx="89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propagation</a:t>
              </a:r>
              <a:endParaRPr/>
            </a:p>
          </p:txBody>
        </p:sp>
        <p:cxnSp>
          <p:nvCxnSpPr>
            <p:cNvPr id="5181" name="Google Shape;5181;p48"/>
            <p:cNvCxnSpPr/>
            <p:nvPr/>
          </p:nvCxnSpPr>
          <p:spPr>
            <a:xfrm rot="10800000">
              <a:off x="2385" y="3084"/>
              <a:ext cx="201" cy="0"/>
            </a:xfrm>
            <a:prstGeom prst="straightConnector1">
              <a:avLst/>
            </a:prstGeom>
            <a:noFill/>
            <a:ln cap="flat" cmpd="sng" w="9525">
              <a:solidFill>
                <a:schemeClr val="dk1"/>
              </a:solidFill>
              <a:prstDash val="solid"/>
              <a:miter lim="800000"/>
              <a:headEnd len="med" w="med" type="none"/>
              <a:tailEnd len="med" w="med" type="triangle"/>
            </a:ln>
          </p:spPr>
        </p:cxnSp>
        <p:sp>
          <p:nvSpPr>
            <p:cNvPr id="5182" name="Google Shape;5182;p48"/>
            <p:cNvSpPr txBox="1"/>
            <p:nvPr/>
          </p:nvSpPr>
          <p:spPr>
            <a:xfrm>
              <a:off x="1346" y="2702"/>
              <a:ext cx="95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700" u="none">
                  <a:solidFill>
                    <a:srgbClr val="FF0000"/>
                  </a:solidFill>
                  <a:latin typeface="Comic Sans MS"/>
                  <a:ea typeface="Comic Sans MS"/>
                  <a:cs typeface="Comic Sans MS"/>
                  <a:sym typeface="Comic Sans MS"/>
                </a:rPr>
                <a:t>transmission</a:t>
              </a:r>
              <a:endParaRPr sz="1300"/>
            </a:p>
          </p:txBody>
        </p:sp>
        <p:cxnSp>
          <p:nvCxnSpPr>
            <p:cNvPr id="5183" name="Google Shape;5183;p48"/>
            <p:cNvCxnSpPr/>
            <p:nvPr/>
          </p:nvCxnSpPr>
          <p:spPr>
            <a:xfrm>
              <a:off x="2022" y="2874"/>
              <a:ext cx="333" cy="336"/>
            </a:xfrm>
            <a:prstGeom prst="straightConnector1">
              <a:avLst/>
            </a:prstGeom>
            <a:noFill/>
            <a:ln cap="flat" cmpd="sng" w="9525">
              <a:solidFill>
                <a:schemeClr val="dk1"/>
              </a:solidFill>
              <a:prstDash val="solid"/>
              <a:miter lim="800000"/>
              <a:headEnd len="med" w="med" type="none"/>
              <a:tailEnd len="med" w="med" type="triangle"/>
            </a:ln>
          </p:spPr>
        </p:cxnSp>
        <p:sp>
          <p:nvSpPr>
            <p:cNvPr id="5184" name="Google Shape;5184;p48"/>
            <p:cNvSpPr txBox="1"/>
            <p:nvPr/>
          </p:nvSpPr>
          <p:spPr>
            <a:xfrm>
              <a:off x="1424" y="3668"/>
              <a:ext cx="822"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omic Sans MS"/>
                <a:buNone/>
              </a:pPr>
              <a:r>
                <a:rPr b="0" i="0" lang="en-US" sz="1700" u="none">
                  <a:solidFill>
                    <a:srgbClr val="FF0000"/>
                  </a:solidFill>
                  <a:latin typeface="Comic Sans MS"/>
                  <a:ea typeface="Comic Sans MS"/>
                  <a:cs typeface="Comic Sans MS"/>
                  <a:sym typeface="Comic Sans MS"/>
                </a:rPr>
                <a:t>nodal</a:t>
              </a:r>
              <a:endParaRPr sz="1300"/>
            </a:p>
            <a:p>
              <a:pPr indent="0" lvl="0" marL="0" marR="0" rtl="0" algn="ctr">
                <a:lnSpc>
                  <a:spcPct val="100000"/>
                </a:lnSpc>
                <a:spcBef>
                  <a:spcPts val="0"/>
                </a:spcBef>
                <a:spcAft>
                  <a:spcPts val="0"/>
                </a:spcAft>
                <a:buClr>
                  <a:srgbClr val="FF0000"/>
                </a:buClr>
                <a:buSzPts val="1800"/>
                <a:buFont typeface="Comic Sans MS"/>
                <a:buNone/>
              </a:pPr>
              <a:r>
                <a:rPr b="0" i="0" lang="en-US" sz="1700" u="none">
                  <a:solidFill>
                    <a:srgbClr val="FF0000"/>
                  </a:solidFill>
                  <a:latin typeface="Comic Sans MS"/>
                  <a:ea typeface="Comic Sans MS"/>
                  <a:cs typeface="Comic Sans MS"/>
                  <a:sym typeface="Comic Sans MS"/>
                </a:rPr>
                <a:t>processing</a:t>
              </a:r>
              <a:endParaRPr sz="1300"/>
            </a:p>
          </p:txBody>
        </p:sp>
        <p:cxnSp>
          <p:nvCxnSpPr>
            <p:cNvPr id="5185" name="Google Shape;5185;p48"/>
            <p:cNvCxnSpPr/>
            <p:nvPr/>
          </p:nvCxnSpPr>
          <p:spPr>
            <a:xfrm rot="10800000">
              <a:off x="1587" y="3696"/>
              <a:ext cx="525" cy="0"/>
            </a:xfrm>
            <a:prstGeom prst="straightConnector1">
              <a:avLst/>
            </a:prstGeom>
            <a:noFill/>
            <a:ln cap="flat" cmpd="sng" w="9525">
              <a:solidFill>
                <a:schemeClr val="dk1"/>
              </a:solidFill>
              <a:prstDash val="solid"/>
              <a:miter lim="800000"/>
              <a:headEnd len="med" w="med" type="triangle"/>
              <a:tailEnd len="med" w="med" type="triangle"/>
            </a:ln>
          </p:spPr>
        </p:cxnSp>
        <p:cxnSp>
          <p:nvCxnSpPr>
            <p:cNvPr id="5186" name="Google Shape;5186;p48"/>
            <p:cNvCxnSpPr/>
            <p:nvPr/>
          </p:nvCxnSpPr>
          <p:spPr>
            <a:xfrm rot="10800000">
              <a:off x="2097" y="3546"/>
              <a:ext cx="243" cy="0"/>
            </a:xfrm>
            <a:prstGeom prst="straightConnector1">
              <a:avLst/>
            </a:prstGeom>
            <a:noFill/>
            <a:ln cap="flat" cmpd="sng" w="9525">
              <a:solidFill>
                <a:schemeClr val="dk1"/>
              </a:solidFill>
              <a:prstDash val="solid"/>
              <a:miter lim="800000"/>
              <a:headEnd len="med" w="med" type="triangle"/>
              <a:tailEnd len="med" w="med" type="triangle"/>
            </a:ln>
          </p:spPr>
        </p:cxnSp>
        <p:sp>
          <p:nvSpPr>
            <p:cNvPr id="5187" name="Google Shape;5187;p48"/>
            <p:cNvSpPr txBox="1"/>
            <p:nvPr/>
          </p:nvSpPr>
          <p:spPr>
            <a:xfrm>
              <a:off x="2354" y="3830"/>
              <a:ext cx="69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queueing</a:t>
              </a:r>
              <a:endParaRPr/>
            </a:p>
          </p:txBody>
        </p:sp>
        <p:cxnSp>
          <p:nvCxnSpPr>
            <p:cNvPr id="5188" name="Google Shape;5188;p48"/>
            <p:cNvCxnSpPr/>
            <p:nvPr/>
          </p:nvCxnSpPr>
          <p:spPr>
            <a:xfrm rot="10800000">
              <a:off x="2199" y="3546"/>
              <a:ext cx="375" cy="348"/>
            </a:xfrm>
            <a:prstGeom prst="straightConnector1">
              <a:avLst/>
            </a:prstGeom>
            <a:noFill/>
            <a:ln cap="flat" cmpd="sng" w="9525">
              <a:solidFill>
                <a:schemeClr val="dk1"/>
              </a:solidFill>
              <a:prstDash val="solid"/>
              <a:miter lim="800000"/>
              <a:headEnd len="med" w="med" type="none"/>
              <a:tailEnd len="med" w="med" type="none"/>
            </a:ln>
          </p:spPr>
        </p:cxnSp>
        <p:grpSp>
          <p:nvGrpSpPr>
            <p:cNvPr id="5189" name="Google Shape;5189;p48"/>
            <p:cNvGrpSpPr/>
            <p:nvPr/>
          </p:nvGrpSpPr>
          <p:grpSpPr>
            <a:xfrm>
              <a:off x="3738" y="3168"/>
              <a:ext cx="314" cy="75"/>
              <a:chOff x="2208" y="2184"/>
              <a:chExt cx="176" cy="69"/>
            </a:xfrm>
          </p:grpSpPr>
          <p:grpSp>
            <p:nvGrpSpPr>
              <p:cNvPr id="5190" name="Google Shape;5190;p48"/>
              <p:cNvGrpSpPr/>
              <p:nvPr/>
            </p:nvGrpSpPr>
            <p:grpSpPr>
              <a:xfrm>
                <a:off x="2208" y="2185"/>
                <a:ext cx="176" cy="68"/>
                <a:chOff x="2848" y="848"/>
                <a:chExt cx="140" cy="98"/>
              </a:xfrm>
            </p:grpSpPr>
            <p:cxnSp>
              <p:nvCxnSpPr>
                <p:cNvPr id="5191" name="Google Shape;5191;p48"/>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92" name="Google Shape;5192;p48"/>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193" name="Google Shape;5193;p48"/>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194" name="Google Shape;5194;p48"/>
              <p:cNvGrpSpPr/>
              <p:nvPr/>
            </p:nvGrpSpPr>
            <p:grpSpPr>
              <a:xfrm flipH="1" rot="10800000">
                <a:off x="2208" y="2184"/>
                <a:ext cx="176" cy="68"/>
                <a:chOff x="2848" y="848"/>
                <a:chExt cx="140" cy="98"/>
              </a:xfrm>
            </p:grpSpPr>
            <p:cxnSp>
              <p:nvCxnSpPr>
                <p:cNvPr id="5195" name="Google Shape;5195;p48"/>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196" name="Google Shape;5196;p48"/>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197" name="Google Shape;5197;p48"/>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sp>
        <p:nvSpPr>
          <p:cNvPr id="5198" name="Google Shape;5198;p48"/>
          <p:cNvSpPr txBox="1"/>
          <p:nvPr/>
        </p:nvSpPr>
        <p:spPr>
          <a:xfrm>
            <a:off x="4476750" y="3790950"/>
            <a:ext cx="3800475"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Note: </a:t>
            </a:r>
            <a:r>
              <a:rPr b="0" i="0" lang="en-US" sz="2400" u="none">
                <a:solidFill>
                  <a:schemeClr val="dk1"/>
                </a:solidFill>
                <a:latin typeface="Comic Sans MS"/>
                <a:ea typeface="Comic Sans MS"/>
                <a:cs typeface="Comic Sans MS"/>
                <a:sym typeface="Comic Sans MS"/>
              </a:rPr>
              <a:t>s and R are </a:t>
            </a:r>
            <a:r>
              <a:rPr b="0" i="1" lang="en-US" sz="2400" u="none">
                <a:solidFill>
                  <a:schemeClr val="dk1"/>
                </a:solidFill>
                <a:latin typeface="Comic Sans MS"/>
                <a:ea typeface="Comic Sans MS"/>
                <a:cs typeface="Comic Sans MS"/>
                <a:sym typeface="Comic Sans MS"/>
              </a:rPr>
              <a:t>very </a:t>
            </a:r>
            <a:r>
              <a:rPr b="0" i="0" lang="en-US" sz="2400" u="none">
                <a:solidFill>
                  <a:schemeClr val="dk1"/>
                </a:solidFill>
                <a:latin typeface="Comic Sans MS"/>
                <a:ea typeface="Comic Sans MS"/>
                <a:cs typeface="Comic Sans MS"/>
                <a:sym typeface="Comic Sans MS"/>
              </a:rPr>
              <a:t>different quantities!</a:t>
            </a:r>
            <a:endParaRPr/>
          </a:p>
        </p:txBody>
      </p:sp>
      <p:sp>
        <p:nvSpPr>
          <p:cNvPr id="5199" name="Google Shape;5199;p48"/>
          <p:cNvSpPr txBox="1"/>
          <p:nvPr/>
        </p:nvSpPr>
        <p:spPr>
          <a:xfrm>
            <a:off x="4476750" y="3800475"/>
            <a:ext cx="3676650" cy="876300"/>
          </a:xfrm>
          <a:prstGeom prst="rect">
            <a:avLst/>
          </a:prstGeom>
          <a:no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04" name="Shape 5204"/>
        <p:cNvGrpSpPr/>
        <p:nvPr/>
      </p:nvGrpSpPr>
      <p:grpSpPr>
        <a:xfrm>
          <a:off x="0" y="0"/>
          <a:ext cx="0" cy="0"/>
          <a:chOff x="0" y="0"/>
          <a:chExt cx="0" cy="0"/>
        </a:xfrm>
      </p:grpSpPr>
      <p:sp>
        <p:nvSpPr>
          <p:cNvPr id="5205" name="Google Shape;5205;p4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206" name="Google Shape;5206;p4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207" name="Google Shape;5207;p49"/>
          <p:cNvSpPr txBox="1"/>
          <p:nvPr>
            <p:ph type="title"/>
          </p:nvPr>
        </p:nvSpPr>
        <p:spPr>
          <a:xfrm>
            <a:off x="522287" y="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Caravan analogy</a:t>
            </a:r>
            <a:endParaRPr/>
          </a:p>
        </p:txBody>
      </p:sp>
      <p:sp>
        <p:nvSpPr>
          <p:cNvPr id="5208" name="Google Shape;5208;p49"/>
          <p:cNvSpPr txBox="1"/>
          <p:nvPr>
            <p:ph idx="1" type="body"/>
          </p:nvPr>
        </p:nvSpPr>
        <p:spPr>
          <a:xfrm>
            <a:off x="279400" y="2679700"/>
            <a:ext cx="4216400" cy="33178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cars “propagate” at </a:t>
            </a:r>
            <a:br>
              <a:rPr b="0" i="0" lang="en-US" sz="2400" u="none">
                <a:solidFill>
                  <a:schemeClr val="dk1"/>
                </a:solidFill>
                <a:latin typeface="Comic Sans MS"/>
                <a:ea typeface="Comic Sans MS"/>
                <a:cs typeface="Comic Sans MS"/>
                <a:sym typeface="Comic Sans MS"/>
              </a:rPr>
            </a:br>
            <a:r>
              <a:rPr b="0" i="0" lang="en-US" sz="2400" u="none">
                <a:solidFill>
                  <a:schemeClr val="dk1"/>
                </a:solidFill>
                <a:latin typeface="Comic Sans MS"/>
                <a:ea typeface="Comic Sans MS"/>
                <a:cs typeface="Comic Sans MS"/>
                <a:sym typeface="Comic Sans MS"/>
              </a:rPr>
              <a:t>100 km/hr</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toll booth takes 12 sec to service car (transmission time)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car~bit; caravan ~ packet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Q: How long until caravan is lined up before 2nd toll booth?</a:t>
            </a:r>
            <a:endParaRPr b="0" i="0" sz="2400" u="none">
              <a:solidFill>
                <a:schemeClr val="dk1"/>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
        <p:nvSpPr>
          <p:cNvPr id="5209" name="Google Shape;5209;p49"/>
          <p:cNvSpPr txBox="1"/>
          <p:nvPr>
            <p:ph idx="1" type="body"/>
          </p:nvPr>
        </p:nvSpPr>
        <p:spPr>
          <a:xfrm>
            <a:off x="4740275" y="2632075"/>
            <a:ext cx="4162425" cy="3365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Time to “push” entire caravan through toll booth onto highway = 12*10 = 120 sec</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Time for last car to propagate from 1st to 2nd toll both: 100km/(100km/hr)= 1 hr</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A: 62 minutes</a:t>
            </a:r>
            <a:endParaRPr/>
          </a:p>
        </p:txBody>
      </p:sp>
      <p:grpSp>
        <p:nvGrpSpPr>
          <p:cNvPr id="5210" name="Google Shape;5210;p49"/>
          <p:cNvGrpSpPr/>
          <p:nvPr/>
        </p:nvGrpSpPr>
        <p:grpSpPr>
          <a:xfrm>
            <a:off x="261143" y="1150937"/>
            <a:ext cx="8044656" cy="1481137"/>
            <a:chOff x="164" y="725"/>
            <a:chExt cx="5067" cy="933"/>
          </a:xfrm>
        </p:grpSpPr>
        <p:grpSp>
          <p:nvGrpSpPr>
            <p:cNvPr id="5211" name="Google Shape;5211;p49"/>
            <p:cNvGrpSpPr/>
            <p:nvPr/>
          </p:nvGrpSpPr>
          <p:grpSpPr>
            <a:xfrm>
              <a:off x="3520" y="781"/>
              <a:ext cx="546" cy="877"/>
              <a:chOff x="1342" y="938"/>
              <a:chExt cx="546" cy="877"/>
            </a:xfrm>
          </p:grpSpPr>
          <p:sp>
            <p:nvSpPr>
              <p:cNvPr id="5212" name="Google Shape;5212;p49"/>
              <p:cNvSpPr txBox="1"/>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13" name="Google Shape;5213;p49"/>
              <p:cNvSpPr txBox="1"/>
              <p:nvPr/>
            </p:nvSpPr>
            <p:spPr>
              <a:xfrm>
                <a:off x="1342" y="1373"/>
                <a:ext cx="546"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toll </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booth</a:t>
                </a:r>
                <a:endParaRPr/>
              </a:p>
            </p:txBody>
          </p:sp>
        </p:grpSp>
        <p:grpSp>
          <p:nvGrpSpPr>
            <p:cNvPr id="5214" name="Google Shape;5214;p49"/>
            <p:cNvGrpSpPr/>
            <p:nvPr/>
          </p:nvGrpSpPr>
          <p:grpSpPr>
            <a:xfrm>
              <a:off x="1723" y="781"/>
              <a:ext cx="546" cy="877"/>
              <a:chOff x="1342" y="938"/>
              <a:chExt cx="546" cy="877"/>
            </a:xfrm>
          </p:grpSpPr>
          <p:sp>
            <p:nvSpPr>
              <p:cNvPr id="5215" name="Google Shape;5215;p49"/>
              <p:cNvSpPr txBox="1"/>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16" name="Google Shape;5216;p49"/>
              <p:cNvSpPr txBox="1"/>
              <p:nvPr/>
            </p:nvSpPr>
            <p:spPr>
              <a:xfrm>
                <a:off x="1342" y="1373"/>
                <a:ext cx="546"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toll </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booth</a:t>
                </a:r>
                <a:endParaRPr/>
              </a:p>
            </p:txBody>
          </p:sp>
        </p:grpSp>
        <p:sp>
          <p:nvSpPr>
            <p:cNvPr id="5217" name="Google Shape;5217;p49"/>
            <p:cNvSpPr/>
            <p:nvPr/>
          </p:nvSpPr>
          <p:spPr>
            <a:xfrm rot="-5400000">
              <a:off x="1011" y="307"/>
              <a:ext cx="50" cy="1743"/>
            </a:xfrm>
            <a:prstGeom prst="lef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18" name="Google Shape;5218;p49"/>
            <p:cNvSpPr txBox="1"/>
            <p:nvPr/>
          </p:nvSpPr>
          <p:spPr>
            <a:xfrm>
              <a:off x="726" y="1139"/>
              <a:ext cx="719" cy="4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ten-car </a:t>
              </a:r>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caravan</a:t>
              </a:r>
              <a:endParaRPr/>
            </a:p>
          </p:txBody>
        </p:sp>
        <p:cxnSp>
          <p:nvCxnSpPr>
            <p:cNvPr id="5219" name="Google Shape;5219;p49"/>
            <p:cNvCxnSpPr/>
            <p:nvPr/>
          </p:nvCxnSpPr>
          <p:spPr>
            <a:xfrm rot="10800000">
              <a:off x="2100" y="976"/>
              <a:ext cx="415" cy="0"/>
            </a:xfrm>
            <a:prstGeom prst="straightConnector1">
              <a:avLst/>
            </a:prstGeom>
            <a:noFill/>
            <a:ln cap="flat" cmpd="sng" w="9525">
              <a:solidFill>
                <a:schemeClr val="dk1"/>
              </a:solidFill>
              <a:prstDash val="solid"/>
              <a:miter lim="800000"/>
              <a:headEnd len="med" w="med" type="none"/>
              <a:tailEnd len="med" w="med" type="triangle"/>
            </a:ln>
          </p:spPr>
        </p:cxnSp>
        <p:sp>
          <p:nvSpPr>
            <p:cNvPr id="5220" name="Google Shape;5220;p49"/>
            <p:cNvSpPr txBox="1"/>
            <p:nvPr/>
          </p:nvSpPr>
          <p:spPr>
            <a:xfrm>
              <a:off x="2515" y="850"/>
              <a:ext cx="6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100 km</a:t>
              </a:r>
              <a:endParaRPr/>
            </a:p>
          </p:txBody>
        </p:sp>
        <p:cxnSp>
          <p:nvCxnSpPr>
            <p:cNvPr id="5221" name="Google Shape;5221;p49"/>
            <p:cNvCxnSpPr/>
            <p:nvPr/>
          </p:nvCxnSpPr>
          <p:spPr>
            <a:xfrm rot="10800000">
              <a:off x="3985" y="975"/>
              <a:ext cx="392" cy="1"/>
            </a:xfrm>
            <a:prstGeom prst="straightConnector1">
              <a:avLst/>
            </a:prstGeom>
            <a:noFill/>
            <a:ln cap="flat" cmpd="sng" w="9525">
              <a:solidFill>
                <a:schemeClr val="dk1"/>
              </a:solidFill>
              <a:prstDash val="solid"/>
              <a:miter lim="800000"/>
              <a:headEnd len="med" w="med" type="none"/>
              <a:tailEnd len="med" w="med" type="triangle"/>
            </a:ln>
          </p:spPr>
        </p:cxnSp>
        <p:sp>
          <p:nvSpPr>
            <p:cNvPr id="5222" name="Google Shape;5222;p49"/>
            <p:cNvSpPr txBox="1"/>
            <p:nvPr/>
          </p:nvSpPr>
          <p:spPr>
            <a:xfrm>
              <a:off x="4377" y="850"/>
              <a:ext cx="6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100 km</a:t>
              </a:r>
              <a:endParaRPr/>
            </a:p>
          </p:txBody>
        </p:sp>
        <p:cxnSp>
          <p:nvCxnSpPr>
            <p:cNvPr id="5223" name="Google Shape;5223;p49"/>
            <p:cNvCxnSpPr/>
            <p:nvPr/>
          </p:nvCxnSpPr>
          <p:spPr>
            <a:xfrm>
              <a:off x="5057" y="976"/>
              <a:ext cx="175" cy="0"/>
            </a:xfrm>
            <a:prstGeom prst="straightConnector1">
              <a:avLst/>
            </a:prstGeom>
            <a:noFill/>
            <a:ln cap="flat" cmpd="sng" w="9525">
              <a:solidFill>
                <a:schemeClr val="dk1"/>
              </a:solidFill>
              <a:prstDash val="solid"/>
              <a:miter lim="800000"/>
              <a:headEnd len="med" w="med" type="none"/>
              <a:tailEnd len="med" w="med" type="none"/>
            </a:ln>
          </p:spPr>
        </p:cxnSp>
        <p:sp>
          <p:nvSpPr>
            <p:cNvPr id="5224" name="Google Shape;5224;p49"/>
            <p:cNvSpPr/>
            <p:nvPr/>
          </p:nvSpPr>
          <p:spPr>
            <a:xfrm>
              <a:off x="679" y="976"/>
              <a:ext cx="47" cy="4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25" name="Google Shape;5225;p49"/>
            <p:cNvSpPr/>
            <p:nvPr/>
          </p:nvSpPr>
          <p:spPr>
            <a:xfrm>
              <a:off x="775" y="976"/>
              <a:ext cx="47" cy="4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26" name="Google Shape;5226;p49"/>
            <p:cNvSpPr/>
            <p:nvPr/>
          </p:nvSpPr>
          <p:spPr>
            <a:xfrm>
              <a:off x="916" y="976"/>
              <a:ext cx="47" cy="4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MCj03985170000[1]" id="5227" name="Google Shape;5227;p49"/>
            <p:cNvPicPr preferRelativeResize="0"/>
            <p:nvPr/>
          </p:nvPicPr>
          <p:blipFill rotWithShape="1">
            <a:blip r:embed="rId3">
              <a:alphaModFix/>
            </a:blip>
            <a:srcRect b="0" l="0" r="0" t="0"/>
            <a:stretch/>
          </p:blipFill>
          <p:spPr>
            <a:xfrm flipH="1">
              <a:off x="984" y="920"/>
              <a:ext cx="472" cy="138"/>
            </a:xfrm>
            <a:prstGeom prst="rect">
              <a:avLst/>
            </a:prstGeom>
            <a:noFill/>
            <a:ln>
              <a:noFill/>
            </a:ln>
          </p:spPr>
        </p:pic>
        <p:pic>
          <p:nvPicPr>
            <p:cNvPr descr="MCj03985170000[1]" id="5228" name="Google Shape;5228;p49"/>
            <p:cNvPicPr preferRelativeResize="0"/>
            <p:nvPr/>
          </p:nvPicPr>
          <p:blipFill rotWithShape="1">
            <a:blip r:embed="rId3">
              <a:alphaModFix/>
            </a:blip>
            <a:srcRect b="0" l="0" r="0" t="0"/>
            <a:stretch/>
          </p:blipFill>
          <p:spPr>
            <a:xfrm flipH="1">
              <a:off x="186" y="917"/>
              <a:ext cx="472" cy="138"/>
            </a:xfrm>
            <a:prstGeom prst="rect">
              <a:avLst/>
            </a:prstGeom>
            <a:noFill/>
            <a:ln>
              <a:noFill/>
            </a:ln>
          </p:spPr>
        </p:pic>
        <p:grpSp>
          <p:nvGrpSpPr>
            <p:cNvPr id="5229" name="Google Shape;5229;p49"/>
            <p:cNvGrpSpPr/>
            <p:nvPr/>
          </p:nvGrpSpPr>
          <p:grpSpPr>
            <a:xfrm>
              <a:off x="1815" y="725"/>
              <a:ext cx="289" cy="490"/>
              <a:chOff x="2365" y="1352"/>
              <a:chExt cx="1022" cy="1616"/>
            </a:xfrm>
          </p:grpSpPr>
          <p:pic>
            <p:nvPicPr>
              <p:cNvPr id="5230" name="Google Shape;5230;p49"/>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5231" name="Google Shape;5231;p49"/>
              <p:cNvSpPr txBox="1"/>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MCj03985170000[1]" id="5232" name="Google Shape;5232;p49"/>
            <p:cNvPicPr preferRelativeResize="0"/>
            <p:nvPr/>
          </p:nvPicPr>
          <p:blipFill rotWithShape="1">
            <a:blip r:embed="rId3">
              <a:alphaModFix/>
            </a:blip>
            <a:srcRect b="0" l="0" r="0" t="0"/>
            <a:stretch/>
          </p:blipFill>
          <p:spPr>
            <a:xfrm flipH="1">
              <a:off x="1465" y="933"/>
              <a:ext cx="472" cy="138"/>
            </a:xfrm>
            <a:prstGeom prst="rect">
              <a:avLst/>
            </a:prstGeom>
            <a:noFill/>
            <a:ln>
              <a:noFill/>
            </a:ln>
          </p:spPr>
        </p:pic>
        <p:grpSp>
          <p:nvGrpSpPr>
            <p:cNvPr id="5233" name="Google Shape;5233;p49"/>
            <p:cNvGrpSpPr/>
            <p:nvPr/>
          </p:nvGrpSpPr>
          <p:grpSpPr>
            <a:xfrm>
              <a:off x="3656" y="743"/>
              <a:ext cx="289" cy="490"/>
              <a:chOff x="2365" y="1352"/>
              <a:chExt cx="1022" cy="1616"/>
            </a:xfrm>
          </p:grpSpPr>
          <p:pic>
            <p:nvPicPr>
              <p:cNvPr id="5234" name="Google Shape;5234;p49"/>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5235" name="Google Shape;5235;p49"/>
              <p:cNvSpPr txBox="1"/>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5236" name="Google Shape;5236;p49"/>
            <p:cNvCxnSpPr/>
            <p:nvPr/>
          </p:nvCxnSpPr>
          <p:spPr>
            <a:xfrm>
              <a:off x="3195" y="976"/>
              <a:ext cx="546" cy="0"/>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41" name="Shape 5241"/>
        <p:cNvGrpSpPr/>
        <p:nvPr/>
      </p:nvGrpSpPr>
      <p:grpSpPr>
        <a:xfrm>
          <a:off x="0" y="0"/>
          <a:ext cx="0" cy="0"/>
          <a:chOff x="0" y="0"/>
          <a:chExt cx="0" cy="0"/>
        </a:xfrm>
      </p:grpSpPr>
      <p:sp>
        <p:nvSpPr>
          <p:cNvPr id="5242" name="Google Shape;5242;p5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243" name="Google Shape;5243;p5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244" name="Google Shape;5244;p50"/>
          <p:cNvSpPr txBox="1"/>
          <p:nvPr>
            <p:ph type="title"/>
          </p:nvPr>
        </p:nvSpPr>
        <p:spPr>
          <a:xfrm>
            <a:off x="522287" y="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Caravan analogy (more)</a:t>
            </a:r>
            <a:endParaRPr/>
          </a:p>
        </p:txBody>
      </p:sp>
      <p:sp>
        <p:nvSpPr>
          <p:cNvPr id="5245" name="Google Shape;5245;p50"/>
          <p:cNvSpPr txBox="1"/>
          <p:nvPr>
            <p:ph idx="1" type="body"/>
          </p:nvPr>
        </p:nvSpPr>
        <p:spPr>
          <a:xfrm>
            <a:off x="401637" y="2930525"/>
            <a:ext cx="3941762" cy="33178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Cars now “propagate” at </a:t>
            </a:r>
            <a:br>
              <a:rPr b="0" i="0" lang="en-US" sz="2400" u="none">
                <a:solidFill>
                  <a:schemeClr val="dk1"/>
                </a:solidFill>
                <a:latin typeface="Comic Sans MS"/>
                <a:ea typeface="Comic Sans MS"/>
                <a:cs typeface="Comic Sans MS"/>
                <a:sym typeface="Comic Sans MS"/>
              </a:rPr>
            </a:br>
            <a:r>
              <a:rPr b="0" i="0" lang="en-US" sz="2400" u="none">
                <a:solidFill>
                  <a:schemeClr val="dk1"/>
                </a:solidFill>
                <a:latin typeface="Comic Sans MS"/>
                <a:ea typeface="Comic Sans MS"/>
                <a:cs typeface="Comic Sans MS"/>
                <a:sym typeface="Comic Sans MS"/>
              </a:rPr>
              <a:t>1000 km/hr</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Toll booth now takes 1 min to service a car</a:t>
            </a:r>
            <a:endParaRPr b="0" i="0" sz="2400" u="none">
              <a:solidFill>
                <a:schemeClr val="accent2"/>
              </a:solidFill>
              <a:latin typeface="Comic Sans MS"/>
              <a:ea typeface="Comic Sans MS"/>
              <a:cs typeface="Comic Sans MS"/>
              <a:sym typeface="Comic Sans MS"/>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Q:</a:t>
            </a:r>
            <a:r>
              <a:rPr b="0" i="0" lang="en-US" sz="2400" u="none">
                <a:solidFill>
                  <a:schemeClr val="accent2"/>
                </a:solidFill>
                <a:latin typeface="Comic Sans MS"/>
                <a:ea typeface="Comic Sans MS"/>
                <a:cs typeface="Comic Sans MS"/>
                <a:sym typeface="Comic Sans MS"/>
              </a:rPr>
              <a:t> </a:t>
            </a:r>
            <a:r>
              <a:rPr b="0" i="0" lang="en-US" sz="2400" u="none">
                <a:solidFill>
                  <a:srgbClr val="FF0000"/>
                </a:solidFill>
                <a:latin typeface="Comic Sans MS"/>
                <a:ea typeface="Comic Sans MS"/>
                <a:cs typeface="Comic Sans MS"/>
                <a:sym typeface="Comic Sans MS"/>
              </a:rPr>
              <a:t>Will cars arrive to 2nd booth before all cars serviced at 1st booth?</a:t>
            </a:r>
            <a:endParaRPr b="0" i="0" sz="2400" u="none">
              <a:solidFill>
                <a:schemeClr val="accent2"/>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chemeClr val="accent2"/>
              </a:solidFill>
              <a:latin typeface="Comic Sans MS"/>
              <a:ea typeface="Comic Sans MS"/>
              <a:cs typeface="Comic Sans MS"/>
              <a:sym typeface="Comic Sans MS"/>
            </a:endParaRPr>
          </a:p>
        </p:txBody>
      </p:sp>
      <p:sp>
        <p:nvSpPr>
          <p:cNvPr id="5246" name="Google Shape;5246;p50"/>
          <p:cNvSpPr txBox="1"/>
          <p:nvPr>
            <p:ph idx="1" type="body"/>
          </p:nvPr>
        </p:nvSpPr>
        <p:spPr>
          <a:xfrm>
            <a:off x="4495800" y="2632075"/>
            <a:ext cx="4368800" cy="3365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Yes!</a:t>
            </a:r>
            <a:r>
              <a:rPr b="0" i="0" lang="en-US" sz="2400" u="none">
                <a:solidFill>
                  <a:schemeClr val="dk1"/>
                </a:solidFill>
                <a:latin typeface="Comic Sans MS"/>
                <a:ea typeface="Comic Sans MS"/>
                <a:cs typeface="Comic Sans MS"/>
                <a:sym typeface="Comic Sans MS"/>
              </a:rPr>
              <a:t> After 7 min, 1st car at 2nd booth and 3 cars still at 1st booth.</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1st bit of packet can arrive at 2nd router before packet is fully transmitted at 1st router!</a:t>
            </a:r>
            <a:endParaRPr b="0" i="0" sz="2400" u="none">
              <a:solidFill>
                <a:schemeClr val="dk1"/>
              </a:solidFill>
              <a:latin typeface="Comic Sans MS"/>
              <a:ea typeface="Comic Sans MS"/>
              <a:cs typeface="Comic Sans MS"/>
              <a:sym typeface="Comic Sans MS"/>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accent2"/>
                </a:solidFill>
                <a:latin typeface="Comic Sans MS"/>
                <a:ea typeface="Comic Sans MS"/>
                <a:cs typeface="Comic Sans MS"/>
                <a:sym typeface="Comic Sans MS"/>
              </a:rPr>
              <a:t>See Ethernet applet at AWL Web site</a:t>
            </a:r>
            <a:endParaRPr/>
          </a:p>
        </p:txBody>
      </p:sp>
      <p:grpSp>
        <p:nvGrpSpPr>
          <p:cNvPr id="5247" name="Google Shape;5247;p50"/>
          <p:cNvGrpSpPr/>
          <p:nvPr/>
        </p:nvGrpSpPr>
        <p:grpSpPr>
          <a:xfrm>
            <a:off x="261143" y="1150937"/>
            <a:ext cx="8044656" cy="1481137"/>
            <a:chOff x="164" y="725"/>
            <a:chExt cx="5067" cy="933"/>
          </a:xfrm>
        </p:grpSpPr>
        <p:grpSp>
          <p:nvGrpSpPr>
            <p:cNvPr id="5248" name="Google Shape;5248;p50"/>
            <p:cNvGrpSpPr/>
            <p:nvPr/>
          </p:nvGrpSpPr>
          <p:grpSpPr>
            <a:xfrm>
              <a:off x="3520" y="781"/>
              <a:ext cx="546" cy="877"/>
              <a:chOff x="1342" y="938"/>
              <a:chExt cx="546" cy="877"/>
            </a:xfrm>
          </p:grpSpPr>
          <p:sp>
            <p:nvSpPr>
              <p:cNvPr id="5249" name="Google Shape;5249;p50"/>
              <p:cNvSpPr txBox="1"/>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50" name="Google Shape;5250;p50"/>
              <p:cNvSpPr txBox="1"/>
              <p:nvPr/>
            </p:nvSpPr>
            <p:spPr>
              <a:xfrm>
                <a:off x="1342" y="1373"/>
                <a:ext cx="546"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toll </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booth</a:t>
                </a:r>
                <a:endParaRPr/>
              </a:p>
            </p:txBody>
          </p:sp>
        </p:grpSp>
        <p:grpSp>
          <p:nvGrpSpPr>
            <p:cNvPr id="5251" name="Google Shape;5251;p50"/>
            <p:cNvGrpSpPr/>
            <p:nvPr/>
          </p:nvGrpSpPr>
          <p:grpSpPr>
            <a:xfrm>
              <a:off x="1723" y="781"/>
              <a:ext cx="546" cy="877"/>
              <a:chOff x="1342" y="938"/>
              <a:chExt cx="546" cy="877"/>
            </a:xfrm>
          </p:grpSpPr>
          <p:sp>
            <p:nvSpPr>
              <p:cNvPr id="5252" name="Google Shape;5252;p50"/>
              <p:cNvSpPr txBox="1"/>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53" name="Google Shape;5253;p50"/>
              <p:cNvSpPr txBox="1"/>
              <p:nvPr/>
            </p:nvSpPr>
            <p:spPr>
              <a:xfrm>
                <a:off x="1342" y="1373"/>
                <a:ext cx="546"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toll </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booth</a:t>
                </a:r>
                <a:endParaRPr/>
              </a:p>
            </p:txBody>
          </p:sp>
        </p:grpSp>
        <p:sp>
          <p:nvSpPr>
            <p:cNvPr id="5254" name="Google Shape;5254;p50"/>
            <p:cNvSpPr/>
            <p:nvPr/>
          </p:nvSpPr>
          <p:spPr>
            <a:xfrm rot="-5400000">
              <a:off x="1011" y="307"/>
              <a:ext cx="50" cy="1743"/>
            </a:xfrm>
            <a:prstGeom prst="lef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55" name="Google Shape;5255;p50"/>
            <p:cNvSpPr txBox="1"/>
            <p:nvPr/>
          </p:nvSpPr>
          <p:spPr>
            <a:xfrm>
              <a:off x="726" y="1139"/>
              <a:ext cx="719" cy="4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ten-car </a:t>
              </a:r>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caravan</a:t>
              </a:r>
              <a:endParaRPr/>
            </a:p>
          </p:txBody>
        </p:sp>
        <p:cxnSp>
          <p:nvCxnSpPr>
            <p:cNvPr id="5256" name="Google Shape;5256;p50"/>
            <p:cNvCxnSpPr/>
            <p:nvPr/>
          </p:nvCxnSpPr>
          <p:spPr>
            <a:xfrm rot="10800000">
              <a:off x="2100" y="976"/>
              <a:ext cx="415" cy="0"/>
            </a:xfrm>
            <a:prstGeom prst="straightConnector1">
              <a:avLst/>
            </a:prstGeom>
            <a:noFill/>
            <a:ln cap="flat" cmpd="sng" w="9525">
              <a:solidFill>
                <a:schemeClr val="dk1"/>
              </a:solidFill>
              <a:prstDash val="solid"/>
              <a:miter lim="800000"/>
              <a:headEnd len="med" w="med" type="none"/>
              <a:tailEnd len="med" w="med" type="triangle"/>
            </a:ln>
          </p:spPr>
        </p:cxnSp>
        <p:sp>
          <p:nvSpPr>
            <p:cNvPr id="5257" name="Google Shape;5257;p50"/>
            <p:cNvSpPr txBox="1"/>
            <p:nvPr/>
          </p:nvSpPr>
          <p:spPr>
            <a:xfrm>
              <a:off x="2515" y="850"/>
              <a:ext cx="6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100 km</a:t>
              </a:r>
              <a:endParaRPr/>
            </a:p>
          </p:txBody>
        </p:sp>
        <p:cxnSp>
          <p:nvCxnSpPr>
            <p:cNvPr id="5258" name="Google Shape;5258;p50"/>
            <p:cNvCxnSpPr/>
            <p:nvPr/>
          </p:nvCxnSpPr>
          <p:spPr>
            <a:xfrm rot="10800000">
              <a:off x="3985" y="975"/>
              <a:ext cx="392" cy="1"/>
            </a:xfrm>
            <a:prstGeom prst="straightConnector1">
              <a:avLst/>
            </a:prstGeom>
            <a:noFill/>
            <a:ln cap="flat" cmpd="sng" w="9525">
              <a:solidFill>
                <a:schemeClr val="dk1"/>
              </a:solidFill>
              <a:prstDash val="solid"/>
              <a:miter lim="800000"/>
              <a:headEnd len="med" w="med" type="none"/>
              <a:tailEnd len="med" w="med" type="triangle"/>
            </a:ln>
          </p:spPr>
        </p:cxnSp>
        <p:sp>
          <p:nvSpPr>
            <p:cNvPr id="5259" name="Google Shape;5259;p50"/>
            <p:cNvSpPr txBox="1"/>
            <p:nvPr/>
          </p:nvSpPr>
          <p:spPr>
            <a:xfrm>
              <a:off x="4377" y="850"/>
              <a:ext cx="6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100 km</a:t>
              </a:r>
              <a:endParaRPr/>
            </a:p>
          </p:txBody>
        </p:sp>
        <p:cxnSp>
          <p:nvCxnSpPr>
            <p:cNvPr id="5260" name="Google Shape;5260;p50"/>
            <p:cNvCxnSpPr/>
            <p:nvPr/>
          </p:nvCxnSpPr>
          <p:spPr>
            <a:xfrm>
              <a:off x="5057" y="976"/>
              <a:ext cx="175" cy="0"/>
            </a:xfrm>
            <a:prstGeom prst="straightConnector1">
              <a:avLst/>
            </a:prstGeom>
            <a:noFill/>
            <a:ln cap="flat" cmpd="sng" w="9525">
              <a:solidFill>
                <a:schemeClr val="dk1"/>
              </a:solidFill>
              <a:prstDash val="solid"/>
              <a:miter lim="800000"/>
              <a:headEnd len="med" w="med" type="none"/>
              <a:tailEnd len="med" w="med" type="none"/>
            </a:ln>
          </p:spPr>
        </p:cxnSp>
        <p:sp>
          <p:nvSpPr>
            <p:cNvPr id="5261" name="Google Shape;5261;p50"/>
            <p:cNvSpPr/>
            <p:nvPr/>
          </p:nvSpPr>
          <p:spPr>
            <a:xfrm>
              <a:off x="679" y="976"/>
              <a:ext cx="47" cy="4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62" name="Google Shape;5262;p50"/>
            <p:cNvSpPr/>
            <p:nvPr/>
          </p:nvSpPr>
          <p:spPr>
            <a:xfrm>
              <a:off x="775" y="976"/>
              <a:ext cx="47" cy="4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63" name="Google Shape;5263;p50"/>
            <p:cNvSpPr/>
            <p:nvPr/>
          </p:nvSpPr>
          <p:spPr>
            <a:xfrm>
              <a:off x="916" y="976"/>
              <a:ext cx="47" cy="4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MCj03985170000[1]" id="5264" name="Google Shape;5264;p50"/>
            <p:cNvPicPr preferRelativeResize="0"/>
            <p:nvPr/>
          </p:nvPicPr>
          <p:blipFill rotWithShape="1">
            <a:blip r:embed="rId3">
              <a:alphaModFix/>
            </a:blip>
            <a:srcRect b="0" l="0" r="0" t="0"/>
            <a:stretch/>
          </p:blipFill>
          <p:spPr>
            <a:xfrm flipH="1">
              <a:off x="984" y="920"/>
              <a:ext cx="472" cy="138"/>
            </a:xfrm>
            <a:prstGeom prst="rect">
              <a:avLst/>
            </a:prstGeom>
            <a:noFill/>
            <a:ln>
              <a:noFill/>
            </a:ln>
          </p:spPr>
        </p:pic>
        <p:pic>
          <p:nvPicPr>
            <p:cNvPr descr="MCj03985170000[1]" id="5265" name="Google Shape;5265;p50"/>
            <p:cNvPicPr preferRelativeResize="0"/>
            <p:nvPr/>
          </p:nvPicPr>
          <p:blipFill rotWithShape="1">
            <a:blip r:embed="rId3">
              <a:alphaModFix/>
            </a:blip>
            <a:srcRect b="0" l="0" r="0" t="0"/>
            <a:stretch/>
          </p:blipFill>
          <p:spPr>
            <a:xfrm flipH="1">
              <a:off x="186" y="917"/>
              <a:ext cx="472" cy="138"/>
            </a:xfrm>
            <a:prstGeom prst="rect">
              <a:avLst/>
            </a:prstGeom>
            <a:noFill/>
            <a:ln>
              <a:noFill/>
            </a:ln>
          </p:spPr>
        </p:pic>
        <p:grpSp>
          <p:nvGrpSpPr>
            <p:cNvPr id="5266" name="Google Shape;5266;p50"/>
            <p:cNvGrpSpPr/>
            <p:nvPr/>
          </p:nvGrpSpPr>
          <p:grpSpPr>
            <a:xfrm>
              <a:off x="1815" y="725"/>
              <a:ext cx="289" cy="490"/>
              <a:chOff x="2365" y="1352"/>
              <a:chExt cx="1022" cy="1616"/>
            </a:xfrm>
          </p:grpSpPr>
          <p:pic>
            <p:nvPicPr>
              <p:cNvPr id="5267" name="Google Shape;5267;p50"/>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5268" name="Google Shape;5268;p50"/>
              <p:cNvSpPr txBox="1"/>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pic>
          <p:nvPicPr>
            <p:cNvPr descr="MCj03985170000[1]" id="5269" name="Google Shape;5269;p50"/>
            <p:cNvPicPr preferRelativeResize="0"/>
            <p:nvPr/>
          </p:nvPicPr>
          <p:blipFill rotWithShape="1">
            <a:blip r:embed="rId3">
              <a:alphaModFix/>
            </a:blip>
            <a:srcRect b="0" l="0" r="0" t="0"/>
            <a:stretch/>
          </p:blipFill>
          <p:spPr>
            <a:xfrm flipH="1">
              <a:off x="1465" y="933"/>
              <a:ext cx="472" cy="138"/>
            </a:xfrm>
            <a:prstGeom prst="rect">
              <a:avLst/>
            </a:prstGeom>
            <a:noFill/>
            <a:ln>
              <a:noFill/>
            </a:ln>
          </p:spPr>
        </p:pic>
        <p:grpSp>
          <p:nvGrpSpPr>
            <p:cNvPr id="5270" name="Google Shape;5270;p50"/>
            <p:cNvGrpSpPr/>
            <p:nvPr/>
          </p:nvGrpSpPr>
          <p:grpSpPr>
            <a:xfrm>
              <a:off x="3656" y="743"/>
              <a:ext cx="289" cy="490"/>
              <a:chOff x="2365" y="1352"/>
              <a:chExt cx="1022" cy="1616"/>
            </a:xfrm>
          </p:grpSpPr>
          <p:pic>
            <p:nvPicPr>
              <p:cNvPr id="5271" name="Google Shape;5271;p50"/>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5272" name="Google Shape;5272;p50"/>
              <p:cNvSpPr txBox="1"/>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5273" name="Google Shape;5273;p50"/>
            <p:cNvCxnSpPr/>
            <p:nvPr/>
          </p:nvCxnSpPr>
          <p:spPr>
            <a:xfrm>
              <a:off x="3195" y="976"/>
              <a:ext cx="546" cy="0"/>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78" name="Shape 5278"/>
        <p:cNvGrpSpPr/>
        <p:nvPr/>
      </p:nvGrpSpPr>
      <p:grpSpPr>
        <a:xfrm>
          <a:off x="0" y="0"/>
          <a:ext cx="0" cy="0"/>
          <a:chOff x="0" y="0"/>
          <a:chExt cx="0" cy="0"/>
        </a:xfrm>
      </p:grpSpPr>
      <p:sp>
        <p:nvSpPr>
          <p:cNvPr id="5279" name="Google Shape;5279;p5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280" name="Google Shape;5280;p5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281" name="Google Shape;5281;p5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Nodal delay</a:t>
            </a:r>
            <a:endParaRPr/>
          </a:p>
        </p:txBody>
      </p:sp>
      <p:sp>
        <p:nvSpPr>
          <p:cNvPr id="5282" name="Google Shape;5282;p51"/>
          <p:cNvSpPr txBox="1"/>
          <p:nvPr>
            <p:ph idx="1" type="body"/>
          </p:nvPr>
        </p:nvSpPr>
        <p:spPr>
          <a:xfrm>
            <a:off x="533400" y="2547937"/>
            <a:ext cx="7772400" cy="37004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a:t>
            </a:r>
            <a:r>
              <a:rPr b="0" baseline="-25000" i="0" lang="en-US" sz="2400" u="none">
                <a:solidFill>
                  <a:schemeClr val="dk1"/>
                </a:solidFill>
                <a:latin typeface="Comic Sans MS"/>
                <a:ea typeface="Comic Sans MS"/>
                <a:cs typeface="Comic Sans MS"/>
                <a:sym typeface="Comic Sans MS"/>
              </a:rPr>
              <a:t>proc</a:t>
            </a:r>
            <a:r>
              <a:rPr b="0" i="0" lang="en-US" sz="2400" u="none">
                <a:solidFill>
                  <a:schemeClr val="dk1"/>
                </a:solidFill>
                <a:latin typeface="Comic Sans MS"/>
                <a:ea typeface="Comic Sans MS"/>
                <a:cs typeface="Comic Sans MS"/>
                <a:sym typeface="Comic Sans MS"/>
              </a:rPr>
              <a:t> = processing delay</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typically a few microsecs or less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a:t>
            </a:r>
            <a:r>
              <a:rPr b="0" baseline="-25000" i="0" lang="en-US" sz="2400" u="none">
                <a:solidFill>
                  <a:schemeClr val="dk1"/>
                </a:solidFill>
                <a:latin typeface="Comic Sans MS"/>
                <a:ea typeface="Comic Sans MS"/>
                <a:cs typeface="Comic Sans MS"/>
                <a:sym typeface="Comic Sans MS"/>
              </a:rPr>
              <a:t>queue</a:t>
            </a:r>
            <a:r>
              <a:rPr b="0" i="0" lang="en-US" sz="2400" u="none">
                <a:solidFill>
                  <a:schemeClr val="dk1"/>
                </a:solidFill>
                <a:latin typeface="Comic Sans MS"/>
                <a:ea typeface="Comic Sans MS"/>
                <a:cs typeface="Comic Sans MS"/>
                <a:sym typeface="Comic Sans MS"/>
              </a:rPr>
              <a:t> = queuing delay</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depends on congestion</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a:t>
            </a:r>
            <a:r>
              <a:rPr b="0" baseline="-25000" i="0" lang="en-US" sz="2400" u="none">
                <a:solidFill>
                  <a:schemeClr val="dk1"/>
                </a:solidFill>
                <a:latin typeface="Comic Sans MS"/>
                <a:ea typeface="Comic Sans MS"/>
                <a:cs typeface="Comic Sans MS"/>
                <a:sym typeface="Comic Sans MS"/>
              </a:rPr>
              <a:t>trans</a:t>
            </a:r>
            <a:r>
              <a:rPr b="0" i="0" lang="en-US" sz="2400" u="none">
                <a:solidFill>
                  <a:schemeClr val="dk1"/>
                </a:solidFill>
                <a:latin typeface="Comic Sans MS"/>
                <a:ea typeface="Comic Sans MS"/>
                <a:cs typeface="Comic Sans MS"/>
                <a:sym typeface="Comic Sans MS"/>
              </a:rPr>
              <a:t> = transmission delay</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 L/R, significant for low-speed links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a:t>
            </a:r>
            <a:r>
              <a:rPr b="0" baseline="-25000" i="0" lang="en-US" sz="2400" u="none">
                <a:solidFill>
                  <a:schemeClr val="dk1"/>
                </a:solidFill>
                <a:latin typeface="Comic Sans MS"/>
                <a:ea typeface="Comic Sans MS"/>
                <a:cs typeface="Comic Sans MS"/>
                <a:sym typeface="Comic Sans MS"/>
              </a:rPr>
              <a:t>prop</a:t>
            </a:r>
            <a:r>
              <a:rPr b="0" i="0" lang="en-US" sz="2400" u="none">
                <a:solidFill>
                  <a:schemeClr val="dk1"/>
                </a:solidFill>
                <a:latin typeface="Comic Sans MS"/>
                <a:ea typeface="Comic Sans MS"/>
                <a:cs typeface="Comic Sans MS"/>
                <a:sym typeface="Comic Sans MS"/>
              </a:rPr>
              <a:t> = propagation delay</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a few microsecs to hundreds of msecs</a:t>
            </a:r>
            <a:endParaRPr/>
          </a:p>
        </p:txBody>
      </p:sp>
      <p:pic>
        <p:nvPicPr>
          <p:cNvPr id="5283" name="Google Shape;5283;p51"/>
          <p:cNvPicPr preferRelativeResize="0"/>
          <p:nvPr/>
        </p:nvPicPr>
        <p:blipFill rotWithShape="1">
          <a:blip r:embed="rId3">
            <a:alphaModFix/>
          </a:blip>
          <a:srcRect b="0" l="0" r="0" t="0"/>
          <a:stretch/>
        </p:blipFill>
        <p:spPr>
          <a:xfrm>
            <a:off x="1887537" y="1371600"/>
            <a:ext cx="5314950" cy="635000"/>
          </a:xfrm>
          <a:prstGeom prst="rect">
            <a:avLst/>
          </a:prstGeom>
          <a:noFill/>
          <a:ln cap="flat" cmpd="sng" w="19050">
            <a:solidFill>
              <a:srgbClr val="FF0000"/>
            </a:solidFill>
            <a:prstDash val="solid"/>
            <a:miter lim="800000"/>
            <a:headEnd len="sm" w="sm" type="none"/>
            <a:tailEnd len="sm" w="sm" type="none"/>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88" name="Shape 5288"/>
        <p:cNvGrpSpPr/>
        <p:nvPr/>
      </p:nvGrpSpPr>
      <p:grpSpPr>
        <a:xfrm>
          <a:off x="0" y="0"/>
          <a:ext cx="0" cy="0"/>
          <a:chOff x="0" y="0"/>
          <a:chExt cx="0" cy="0"/>
        </a:xfrm>
      </p:grpSpPr>
      <p:sp>
        <p:nvSpPr>
          <p:cNvPr id="5289" name="Google Shape;5289;p5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290" name="Google Shape;5290;p5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queueDelay" id="5291" name="Google Shape;5291;p52"/>
          <p:cNvPicPr preferRelativeResize="0"/>
          <p:nvPr/>
        </p:nvPicPr>
        <p:blipFill rotWithShape="1">
          <a:blip r:embed="rId3">
            <a:alphaModFix/>
          </a:blip>
          <a:srcRect b="0" l="0" r="0" t="0"/>
          <a:stretch/>
        </p:blipFill>
        <p:spPr>
          <a:xfrm>
            <a:off x="3981450" y="1290637"/>
            <a:ext cx="5162550" cy="3170237"/>
          </a:xfrm>
          <a:prstGeom prst="rect">
            <a:avLst/>
          </a:prstGeom>
          <a:noFill/>
          <a:ln>
            <a:noFill/>
          </a:ln>
        </p:spPr>
      </p:pic>
      <p:sp>
        <p:nvSpPr>
          <p:cNvPr id="5292" name="Google Shape;5292;p52"/>
          <p:cNvSpPr txBox="1"/>
          <p:nvPr>
            <p:ph type="title"/>
          </p:nvPr>
        </p:nvSpPr>
        <p:spPr>
          <a:xfrm>
            <a:off x="476250" y="2667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Queueing delay (revisited)</a:t>
            </a:r>
            <a:endParaRPr/>
          </a:p>
        </p:txBody>
      </p:sp>
      <p:sp>
        <p:nvSpPr>
          <p:cNvPr id="5293" name="Google Shape;5293;p52"/>
          <p:cNvSpPr txBox="1"/>
          <p:nvPr>
            <p:ph idx="1" type="body"/>
          </p:nvPr>
        </p:nvSpPr>
        <p:spPr>
          <a:xfrm>
            <a:off x="571500" y="1638300"/>
            <a:ext cx="3810000" cy="17811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R=link bandwidth (bps)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L=packet length (bits)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a=average packet arrival rate</a:t>
            </a:r>
            <a:endParaRPr/>
          </a:p>
        </p:txBody>
      </p:sp>
      <p:sp>
        <p:nvSpPr>
          <p:cNvPr id="5294" name="Google Shape;5294;p52"/>
          <p:cNvSpPr txBox="1"/>
          <p:nvPr/>
        </p:nvSpPr>
        <p:spPr>
          <a:xfrm>
            <a:off x="714375" y="3552825"/>
            <a:ext cx="3810000" cy="5048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traffic intensity = La/R</a:t>
            </a:r>
            <a:endParaRPr/>
          </a:p>
        </p:txBody>
      </p:sp>
      <p:sp>
        <p:nvSpPr>
          <p:cNvPr id="5295" name="Google Shape;5295;p52"/>
          <p:cNvSpPr txBox="1"/>
          <p:nvPr/>
        </p:nvSpPr>
        <p:spPr>
          <a:xfrm>
            <a:off x="571500" y="4448175"/>
            <a:ext cx="6972300" cy="1933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La/R ~ 0: average queueing delay small</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La/R -&gt; 1: delays become large</a:t>
            </a:r>
            <a:endParaRPr/>
          </a:p>
          <a:p>
            <a:pPr indent="-342900" lvl="0" marL="342900" marR="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La/R &gt; 1: more “work” arriving than can be serviced, average delay infinite!</a:t>
            </a:r>
            <a:endParaRPr/>
          </a:p>
          <a:p>
            <a:pPr indent="0" lvl="0" marL="0" marR="0" rtl="0" algn="l">
              <a:lnSpc>
                <a:spcPct val="100000"/>
              </a:lnSpc>
              <a:spcBef>
                <a:spcPts val="0"/>
              </a:spcBef>
              <a:spcAft>
                <a:spcPts val="0"/>
              </a:spcAft>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00" name="Shape 5300"/>
        <p:cNvGrpSpPr/>
        <p:nvPr/>
      </p:nvGrpSpPr>
      <p:grpSpPr>
        <a:xfrm>
          <a:off x="0" y="0"/>
          <a:ext cx="0" cy="0"/>
          <a:chOff x="0" y="0"/>
          <a:chExt cx="0" cy="0"/>
        </a:xfrm>
      </p:grpSpPr>
      <p:sp>
        <p:nvSpPr>
          <p:cNvPr id="5301" name="Google Shape;5301;p5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302" name="Google Shape;5302;p5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303" name="Google Shape;5303;p5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“Real” Internet delays and routes</a:t>
            </a:r>
            <a:endParaRPr/>
          </a:p>
        </p:txBody>
      </p:sp>
      <p:sp>
        <p:nvSpPr>
          <p:cNvPr id="5304" name="Google Shape;5304;p53"/>
          <p:cNvSpPr txBox="1"/>
          <p:nvPr>
            <p:ph idx="1" type="body"/>
          </p:nvPr>
        </p:nvSpPr>
        <p:spPr>
          <a:xfrm>
            <a:off x="533400" y="1600200"/>
            <a:ext cx="7772400" cy="3098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What do “real” Internet delay &amp; loss look like? </a:t>
            </a:r>
            <a:endParaRPr/>
          </a:p>
          <a:p>
            <a:pPr indent="-342900" lvl="0" marL="342900" rtl="0" algn="l">
              <a:lnSpc>
                <a:spcPct val="100000"/>
              </a:lnSpc>
              <a:spcBef>
                <a:spcPts val="480"/>
              </a:spcBef>
              <a:spcAft>
                <a:spcPts val="0"/>
              </a:spcAft>
              <a:buClr>
                <a:schemeClr val="accent2"/>
              </a:buClr>
              <a:buSzPts val="2040"/>
              <a:buFont typeface="Noto Sans Symbols"/>
              <a:buChar char="❑"/>
            </a:pPr>
            <a:r>
              <a:rPr b="1" i="0" lang="en-US" sz="2400" u="sng">
                <a:solidFill>
                  <a:srgbClr val="FF0000"/>
                </a:solidFill>
                <a:latin typeface="Courier"/>
                <a:ea typeface="Courier"/>
                <a:cs typeface="Courier"/>
                <a:sym typeface="Courier"/>
              </a:rPr>
              <a:t>Traceroute</a:t>
            </a:r>
            <a:r>
              <a:rPr b="0" i="0" lang="en-US" sz="2400" u="sng">
                <a:solidFill>
                  <a:srgbClr val="FF0000"/>
                </a:solidFill>
                <a:latin typeface="Comic Sans MS"/>
                <a:ea typeface="Comic Sans MS"/>
                <a:cs typeface="Comic Sans MS"/>
                <a:sym typeface="Comic Sans MS"/>
              </a:rPr>
              <a:t> program:</a:t>
            </a:r>
            <a:r>
              <a:rPr b="0" i="0" lang="en-US" sz="2400" u="none">
                <a:solidFill>
                  <a:schemeClr val="dk1"/>
                </a:solidFill>
                <a:latin typeface="Comic Sans MS"/>
                <a:ea typeface="Comic Sans MS"/>
                <a:cs typeface="Comic Sans MS"/>
                <a:sym typeface="Comic Sans MS"/>
              </a:rPr>
              <a:t> provides delay measurement from source to router along end-end Internet path towards destination.  For all </a:t>
            </a:r>
            <a:r>
              <a:rPr b="0" i="1" lang="en-US" sz="2400" u="none">
                <a:solidFill>
                  <a:schemeClr val="dk1"/>
                </a:solidFill>
                <a:latin typeface="Comic Sans MS"/>
                <a:ea typeface="Comic Sans MS"/>
                <a:cs typeface="Comic Sans MS"/>
                <a:sym typeface="Comic Sans MS"/>
              </a:rPr>
              <a:t>i:</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sends three packets that will reach router </a:t>
            </a:r>
            <a:r>
              <a:rPr b="0" i="1" lang="en-US" sz="2000" u="none">
                <a:solidFill>
                  <a:schemeClr val="dk1"/>
                </a:solidFill>
                <a:latin typeface="Comic Sans MS"/>
                <a:ea typeface="Comic Sans MS"/>
                <a:cs typeface="Comic Sans MS"/>
                <a:sym typeface="Comic Sans MS"/>
              </a:rPr>
              <a:t>i</a:t>
            </a:r>
            <a:r>
              <a:rPr b="0" i="0" lang="en-US" sz="2000" u="none">
                <a:solidFill>
                  <a:schemeClr val="dk1"/>
                </a:solidFill>
                <a:latin typeface="Comic Sans MS"/>
                <a:ea typeface="Comic Sans MS"/>
                <a:cs typeface="Comic Sans MS"/>
                <a:sym typeface="Comic Sans MS"/>
              </a:rPr>
              <a:t> on path towards destination</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router </a:t>
            </a:r>
            <a:r>
              <a:rPr b="0" i="1" lang="en-US" sz="2000" u="none">
                <a:solidFill>
                  <a:schemeClr val="dk1"/>
                </a:solidFill>
                <a:latin typeface="Comic Sans MS"/>
                <a:ea typeface="Comic Sans MS"/>
                <a:cs typeface="Comic Sans MS"/>
                <a:sym typeface="Comic Sans MS"/>
              </a:rPr>
              <a:t>i</a:t>
            </a:r>
            <a:r>
              <a:rPr b="0" i="0" lang="en-US" sz="2000" u="none">
                <a:solidFill>
                  <a:schemeClr val="dk1"/>
                </a:solidFill>
                <a:latin typeface="Comic Sans MS"/>
                <a:ea typeface="Comic Sans MS"/>
                <a:cs typeface="Comic Sans MS"/>
                <a:sym typeface="Comic Sans MS"/>
              </a:rPr>
              <a:t> will return packets to sender</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sender times interval between transmission and reply.</a:t>
            </a:r>
            <a:endParaRPr b="0" i="0" sz="2400" u="none">
              <a:solidFill>
                <a:schemeClr val="dk1"/>
              </a:solidFill>
              <a:latin typeface="Comic Sans MS"/>
              <a:ea typeface="Comic Sans MS"/>
              <a:cs typeface="Comic Sans MS"/>
              <a:sym typeface="Comic Sans MS"/>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graphicFrame>
        <p:nvGraphicFramePr>
          <p:cNvPr id="5305" name="Google Shape;5305;p53"/>
          <p:cNvGraphicFramePr/>
          <p:nvPr/>
        </p:nvGraphicFramePr>
        <p:xfrm>
          <a:off x="984250" y="5078412"/>
          <a:ext cx="415925" cy="319087"/>
        </p:xfrm>
        <a:graphic>
          <a:graphicData uri="http://schemas.openxmlformats.org/presentationml/2006/ole">
            <mc:AlternateContent>
              <mc:Choice Requires="v">
                <p:oleObj r:id="rId4" imgH="319087" imgW="415925" progId="MS_ClipArt_Gallery.2" spid="_x0000_s1">
                  <p:embed/>
                </p:oleObj>
              </mc:Choice>
              <mc:Fallback>
                <p:oleObj r:id="rId5" imgH="319087" imgW="415925" progId="MS_ClipArt_Gallery.2">
                  <p:embed/>
                  <p:pic>
                    <p:nvPicPr>
                      <p:cNvPr id="5305" name="Google Shape;5305;p53"/>
                      <p:cNvPicPr preferRelativeResize="0"/>
                      <p:nvPr/>
                    </p:nvPicPr>
                    <p:blipFill rotWithShape="1">
                      <a:blip r:embed="rId6">
                        <a:alphaModFix/>
                      </a:blip>
                      <a:srcRect b="0" l="0" r="0" t="0"/>
                      <a:stretch/>
                    </p:blipFill>
                    <p:spPr>
                      <a:xfrm>
                        <a:off x="984250" y="5078412"/>
                        <a:ext cx="415925" cy="319087"/>
                      </a:xfrm>
                      <a:prstGeom prst="rect">
                        <a:avLst/>
                      </a:prstGeom>
                      <a:noFill/>
                      <a:ln>
                        <a:noFill/>
                      </a:ln>
                    </p:spPr>
                  </p:pic>
                </p:oleObj>
              </mc:Fallback>
            </mc:AlternateContent>
          </a:graphicData>
        </a:graphic>
      </p:graphicFrame>
      <p:cxnSp>
        <p:nvCxnSpPr>
          <p:cNvPr id="5306" name="Google Shape;5306;p53"/>
          <p:cNvCxnSpPr/>
          <p:nvPr/>
        </p:nvCxnSpPr>
        <p:spPr>
          <a:xfrm>
            <a:off x="1285875" y="5319712"/>
            <a:ext cx="288925" cy="265112"/>
          </a:xfrm>
          <a:prstGeom prst="straightConnector1">
            <a:avLst/>
          </a:prstGeom>
          <a:noFill/>
          <a:ln cap="flat" cmpd="sng" w="12700">
            <a:solidFill>
              <a:schemeClr val="dk1"/>
            </a:solidFill>
            <a:prstDash val="solid"/>
            <a:miter lim="800000"/>
            <a:headEnd len="med" w="med" type="none"/>
            <a:tailEnd len="med" w="med" type="none"/>
          </a:ln>
        </p:spPr>
      </p:cxnSp>
      <p:cxnSp>
        <p:nvCxnSpPr>
          <p:cNvPr id="5307" name="Google Shape;5307;p53"/>
          <p:cNvCxnSpPr/>
          <p:nvPr/>
        </p:nvCxnSpPr>
        <p:spPr>
          <a:xfrm flipH="1" rot="10800000">
            <a:off x="2079625" y="5370512"/>
            <a:ext cx="458787" cy="207962"/>
          </a:xfrm>
          <a:prstGeom prst="straightConnector1">
            <a:avLst/>
          </a:prstGeom>
          <a:noFill/>
          <a:ln cap="flat" cmpd="sng" w="12700">
            <a:solidFill>
              <a:schemeClr val="dk1"/>
            </a:solidFill>
            <a:prstDash val="solid"/>
            <a:miter lim="800000"/>
            <a:headEnd len="med" w="med" type="none"/>
            <a:tailEnd len="med" w="med" type="none"/>
          </a:ln>
        </p:spPr>
      </p:cxnSp>
      <p:cxnSp>
        <p:nvCxnSpPr>
          <p:cNvPr id="5308" name="Google Shape;5308;p53"/>
          <p:cNvCxnSpPr/>
          <p:nvPr/>
        </p:nvCxnSpPr>
        <p:spPr>
          <a:xfrm>
            <a:off x="3014662" y="5354637"/>
            <a:ext cx="485775" cy="207962"/>
          </a:xfrm>
          <a:prstGeom prst="straightConnector1">
            <a:avLst/>
          </a:prstGeom>
          <a:noFill/>
          <a:ln cap="flat" cmpd="sng" w="12700">
            <a:solidFill>
              <a:schemeClr val="dk1"/>
            </a:solidFill>
            <a:prstDash val="solid"/>
            <a:miter lim="800000"/>
            <a:headEnd len="med" w="med" type="none"/>
            <a:tailEnd len="med" w="med" type="none"/>
          </a:ln>
        </p:spPr>
      </p:cxnSp>
      <p:cxnSp>
        <p:nvCxnSpPr>
          <p:cNvPr id="5309" name="Google Shape;5309;p53"/>
          <p:cNvCxnSpPr/>
          <p:nvPr/>
        </p:nvCxnSpPr>
        <p:spPr>
          <a:xfrm flipH="1">
            <a:off x="2776537" y="5086350"/>
            <a:ext cx="349250" cy="152400"/>
          </a:xfrm>
          <a:prstGeom prst="straightConnector1">
            <a:avLst/>
          </a:prstGeom>
          <a:noFill/>
          <a:ln cap="flat" cmpd="sng" w="12700">
            <a:solidFill>
              <a:schemeClr val="dk1"/>
            </a:solidFill>
            <a:prstDash val="solid"/>
            <a:miter lim="800000"/>
            <a:headEnd len="med" w="med" type="none"/>
            <a:tailEnd len="med" w="med" type="none"/>
          </a:ln>
        </p:spPr>
      </p:cxnSp>
      <p:cxnSp>
        <p:nvCxnSpPr>
          <p:cNvPr id="5310" name="Google Shape;5310;p53"/>
          <p:cNvCxnSpPr/>
          <p:nvPr/>
        </p:nvCxnSpPr>
        <p:spPr>
          <a:xfrm flipH="1">
            <a:off x="3990975" y="5414962"/>
            <a:ext cx="620712" cy="144462"/>
          </a:xfrm>
          <a:prstGeom prst="straightConnector1">
            <a:avLst/>
          </a:prstGeom>
          <a:noFill/>
          <a:ln cap="flat" cmpd="sng" w="12700">
            <a:solidFill>
              <a:schemeClr val="dk1"/>
            </a:solidFill>
            <a:prstDash val="solid"/>
            <a:miter lim="800000"/>
            <a:headEnd len="med" w="med" type="none"/>
            <a:tailEnd len="med" w="med" type="none"/>
          </a:ln>
        </p:spPr>
      </p:cxnSp>
      <p:grpSp>
        <p:nvGrpSpPr>
          <p:cNvPr id="5311" name="Google Shape;5311;p53"/>
          <p:cNvGrpSpPr/>
          <p:nvPr/>
        </p:nvGrpSpPr>
        <p:grpSpPr>
          <a:xfrm>
            <a:off x="1560512" y="5467350"/>
            <a:ext cx="501650" cy="233362"/>
            <a:chOff x="3600" y="219"/>
            <a:chExt cx="360" cy="175"/>
          </a:xfrm>
        </p:grpSpPr>
        <p:sp>
          <p:nvSpPr>
            <p:cNvPr id="5312" name="Google Shape;5312;p53"/>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313" name="Google Shape;5313;p5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314" name="Google Shape;5314;p5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315" name="Google Shape;5315;p53"/>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16" name="Google Shape;5316;p53"/>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317" name="Google Shape;5317;p53"/>
            <p:cNvGrpSpPr/>
            <p:nvPr/>
          </p:nvGrpSpPr>
          <p:grpSpPr>
            <a:xfrm>
              <a:off x="3686" y="244"/>
              <a:ext cx="177" cy="66"/>
              <a:chOff x="2848" y="848"/>
              <a:chExt cx="140" cy="98"/>
            </a:xfrm>
          </p:grpSpPr>
          <p:cxnSp>
            <p:nvCxnSpPr>
              <p:cNvPr id="5318" name="Google Shape;5318;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19" name="Google Shape;5319;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20" name="Google Shape;5320;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321" name="Google Shape;5321;p53"/>
            <p:cNvGrpSpPr/>
            <p:nvPr/>
          </p:nvGrpSpPr>
          <p:grpSpPr>
            <a:xfrm flipH="1" rot="10800000">
              <a:off x="3686" y="243"/>
              <a:ext cx="177" cy="66"/>
              <a:chOff x="2848" y="848"/>
              <a:chExt cx="140" cy="98"/>
            </a:xfrm>
          </p:grpSpPr>
          <p:cxnSp>
            <p:nvCxnSpPr>
              <p:cNvPr id="5322" name="Google Shape;5322;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23" name="Google Shape;5323;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24" name="Google Shape;5324;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5325" name="Google Shape;5325;p53"/>
          <p:cNvGrpSpPr/>
          <p:nvPr/>
        </p:nvGrpSpPr>
        <p:grpSpPr>
          <a:xfrm>
            <a:off x="2513012" y="5238750"/>
            <a:ext cx="501650" cy="233362"/>
            <a:chOff x="3600" y="219"/>
            <a:chExt cx="360" cy="175"/>
          </a:xfrm>
        </p:grpSpPr>
        <p:sp>
          <p:nvSpPr>
            <p:cNvPr id="5326" name="Google Shape;5326;p53"/>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327" name="Google Shape;5327;p5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328" name="Google Shape;5328;p5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329" name="Google Shape;5329;p53"/>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30" name="Google Shape;5330;p53"/>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331" name="Google Shape;5331;p53"/>
            <p:cNvGrpSpPr/>
            <p:nvPr/>
          </p:nvGrpSpPr>
          <p:grpSpPr>
            <a:xfrm>
              <a:off x="3686" y="244"/>
              <a:ext cx="177" cy="66"/>
              <a:chOff x="2848" y="848"/>
              <a:chExt cx="140" cy="98"/>
            </a:xfrm>
          </p:grpSpPr>
          <p:cxnSp>
            <p:nvCxnSpPr>
              <p:cNvPr id="5332" name="Google Shape;5332;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33" name="Google Shape;5333;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34" name="Google Shape;5334;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335" name="Google Shape;5335;p53"/>
            <p:cNvGrpSpPr/>
            <p:nvPr/>
          </p:nvGrpSpPr>
          <p:grpSpPr>
            <a:xfrm flipH="1" rot="10800000">
              <a:off x="3686" y="243"/>
              <a:ext cx="177" cy="66"/>
              <a:chOff x="2848" y="848"/>
              <a:chExt cx="140" cy="98"/>
            </a:xfrm>
          </p:grpSpPr>
          <p:cxnSp>
            <p:nvCxnSpPr>
              <p:cNvPr id="5336" name="Google Shape;5336;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37" name="Google Shape;5337;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38" name="Google Shape;5338;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5339" name="Google Shape;5339;p53"/>
          <p:cNvGrpSpPr/>
          <p:nvPr/>
        </p:nvGrpSpPr>
        <p:grpSpPr>
          <a:xfrm>
            <a:off x="3500437" y="5446712"/>
            <a:ext cx="500062" cy="233362"/>
            <a:chOff x="3600" y="219"/>
            <a:chExt cx="360" cy="175"/>
          </a:xfrm>
        </p:grpSpPr>
        <p:sp>
          <p:nvSpPr>
            <p:cNvPr id="5340" name="Google Shape;5340;p53"/>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341" name="Google Shape;5341;p5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342" name="Google Shape;5342;p5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343" name="Google Shape;5343;p53"/>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44" name="Google Shape;5344;p53"/>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345" name="Google Shape;5345;p53"/>
            <p:cNvGrpSpPr/>
            <p:nvPr/>
          </p:nvGrpSpPr>
          <p:grpSpPr>
            <a:xfrm>
              <a:off x="3686" y="244"/>
              <a:ext cx="177" cy="66"/>
              <a:chOff x="2848" y="848"/>
              <a:chExt cx="140" cy="98"/>
            </a:xfrm>
          </p:grpSpPr>
          <p:cxnSp>
            <p:nvCxnSpPr>
              <p:cNvPr id="5346" name="Google Shape;5346;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47" name="Google Shape;5347;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48" name="Google Shape;5348;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349" name="Google Shape;5349;p53"/>
            <p:cNvGrpSpPr/>
            <p:nvPr/>
          </p:nvGrpSpPr>
          <p:grpSpPr>
            <a:xfrm flipH="1" rot="10800000">
              <a:off x="3686" y="243"/>
              <a:ext cx="177" cy="66"/>
              <a:chOff x="2848" y="848"/>
              <a:chExt cx="140" cy="98"/>
            </a:xfrm>
          </p:grpSpPr>
          <p:cxnSp>
            <p:nvCxnSpPr>
              <p:cNvPr id="5350" name="Google Shape;5350;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51" name="Google Shape;5351;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52" name="Google Shape;5352;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cxnSp>
        <p:nvCxnSpPr>
          <p:cNvPr id="5353" name="Google Shape;5353;p53"/>
          <p:cNvCxnSpPr/>
          <p:nvPr/>
        </p:nvCxnSpPr>
        <p:spPr>
          <a:xfrm>
            <a:off x="5110162" y="5380037"/>
            <a:ext cx="485775" cy="207962"/>
          </a:xfrm>
          <a:prstGeom prst="straightConnector1">
            <a:avLst/>
          </a:prstGeom>
          <a:noFill/>
          <a:ln cap="flat" cmpd="sng" w="12700">
            <a:solidFill>
              <a:schemeClr val="dk1"/>
            </a:solidFill>
            <a:prstDash val="solid"/>
            <a:miter lim="800000"/>
            <a:headEnd len="med" w="med" type="none"/>
            <a:tailEnd len="med" w="med" type="none"/>
          </a:ln>
        </p:spPr>
      </p:cxnSp>
      <p:cxnSp>
        <p:nvCxnSpPr>
          <p:cNvPr id="5354" name="Google Shape;5354;p53"/>
          <p:cNvCxnSpPr/>
          <p:nvPr/>
        </p:nvCxnSpPr>
        <p:spPr>
          <a:xfrm flipH="1">
            <a:off x="6048375" y="5326062"/>
            <a:ext cx="557212" cy="277812"/>
          </a:xfrm>
          <a:prstGeom prst="straightConnector1">
            <a:avLst/>
          </a:prstGeom>
          <a:noFill/>
          <a:ln cap="flat" cmpd="sng" w="12700">
            <a:solidFill>
              <a:schemeClr val="dk1"/>
            </a:solidFill>
            <a:prstDash val="solid"/>
            <a:miter lim="800000"/>
            <a:headEnd len="med" w="med" type="none"/>
            <a:tailEnd len="med" w="med" type="none"/>
          </a:ln>
        </p:spPr>
      </p:cxnSp>
      <p:grpSp>
        <p:nvGrpSpPr>
          <p:cNvPr id="5355" name="Google Shape;5355;p53"/>
          <p:cNvGrpSpPr/>
          <p:nvPr/>
        </p:nvGrpSpPr>
        <p:grpSpPr>
          <a:xfrm>
            <a:off x="4608512" y="5264150"/>
            <a:ext cx="501650" cy="233362"/>
            <a:chOff x="3600" y="219"/>
            <a:chExt cx="360" cy="175"/>
          </a:xfrm>
        </p:grpSpPr>
        <p:sp>
          <p:nvSpPr>
            <p:cNvPr id="5356" name="Google Shape;5356;p53"/>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357" name="Google Shape;5357;p5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358" name="Google Shape;5358;p5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359" name="Google Shape;5359;p53"/>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60" name="Google Shape;5360;p53"/>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361" name="Google Shape;5361;p53"/>
            <p:cNvGrpSpPr/>
            <p:nvPr/>
          </p:nvGrpSpPr>
          <p:grpSpPr>
            <a:xfrm>
              <a:off x="3686" y="244"/>
              <a:ext cx="177" cy="66"/>
              <a:chOff x="2848" y="848"/>
              <a:chExt cx="140" cy="98"/>
            </a:xfrm>
          </p:grpSpPr>
          <p:cxnSp>
            <p:nvCxnSpPr>
              <p:cNvPr id="5362" name="Google Shape;5362;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63" name="Google Shape;5363;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64" name="Google Shape;5364;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365" name="Google Shape;5365;p53"/>
            <p:cNvGrpSpPr/>
            <p:nvPr/>
          </p:nvGrpSpPr>
          <p:grpSpPr>
            <a:xfrm flipH="1" rot="10800000">
              <a:off x="3686" y="243"/>
              <a:ext cx="177" cy="66"/>
              <a:chOff x="2848" y="848"/>
              <a:chExt cx="140" cy="98"/>
            </a:xfrm>
          </p:grpSpPr>
          <p:cxnSp>
            <p:nvCxnSpPr>
              <p:cNvPr id="5366" name="Google Shape;5366;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67" name="Google Shape;5367;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68" name="Google Shape;5368;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pSp>
        <p:nvGrpSpPr>
          <p:cNvPr id="5369" name="Google Shape;5369;p53"/>
          <p:cNvGrpSpPr/>
          <p:nvPr/>
        </p:nvGrpSpPr>
        <p:grpSpPr>
          <a:xfrm>
            <a:off x="5595937" y="5472112"/>
            <a:ext cx="500062" cy="233362"/>
            <a:chOff x="3600" y="219"/>
            <a:chExt cx="360" cy="175"/>
          </a:xfrm>
        </p:grpSpPr>
        <p:sp>
          <p:nvSpPr>
            <p:cNvPr id="5370" name="Google Shape;5370;p53"/>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371" name="Google Shape;5371;p5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372" name="Google Shape;5372;p5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373" name="Google Shape;5373;p53"/>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74" name="Google Shape;5374;p53"/>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375" name="Google Shape;5375;p53"/>
            <p:cNvGrpSpPr/>
            <p:nvPr/>
          </p:nvGrpSpPr>
          <p:grpSpPr>
            <a:xfrm>
              <a:off x="3686" y="244"/>
              <a:ext cx="177" cy="66"/>
              <a:chOff x="2848" y="848"/>
              <a:chExt cx="140" cy="98"/>
            </a:xfrm>
          </p:grpSpPr>
          <p:cxnSp>
            <p:nvCxnSpPr>
              <p:cNvPr id="5376" name="Google Shape;5376;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77" name="Google Shape;5377;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78" name="Google Shape;5378;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379" name="Google Shape;5379;p53"/>
            <p:cNvGrpSpPr/>
            <p:nvPr/>
          </p:nvGrpSpPr>
          <p:grpSpPr>
            <a:xfrm flipH="1" rot="10800000">
              <a:off x="3686" y="243"/>
              <a:ext cx="177" cy="66"/>
              <a:chOff x="2848" y="848"/>
              <a:chExt cx="140" cy="98"/>
            </a:xfrm>
          </p:grpSpPr>
          <p:cxnSp>
            <p:nvCxnSpPr>
              <p:cNvPr id="5380" name="Google Shape;5380;p5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381" name="Google Shape;5381;p5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382" name="Google Shape;5382;p5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5383" name="Google Shape;5383;p53"/>
          <p:cNvGraphicFramePr/>
          <p:nvPr/>
        </p:nvGraphicFramePr>
        <p:xfrm>
          <a:off x="6597650" y="5180012"/>
          <a:ext cx="415925" cy="319087"/>
        </p:xfrm>
        <a:graphic>
          <a:graphicData uri="http://schemas.openxmlformats.org/presentationml/2006/ole">
            <mc:AlternateContent>
              <mc:Choice Requires="v">
                <p:oleObj r:id="rId7" imgH="319087" imgW="415925" progId="MS_ClipArt_Gallery.2" spid="_x0000_s2">
                  <p:embed/>
                </p:oleObj>
              </mc:Choice>
              <mc:Fallback>
                <p:oleObj r:id="rId8" imgH="319087" imgW="415925" progId="MS_ClipArt_Gallery.2">
                  <p:embed/>
                  <p:pic>
                    <p:nvPicPr>
                      <p:cNvPr id="5383" name="Google Shape;5383;p53"/>
                      <p:cNvPicPr preferRelativeResize="0"/>
                      <p:nvPr/>
                    </p:nvPicPr>
                    <p:blipFill rotWithShape="1">
                      <a:blip r:embed="rId6">
                        <a:alphaModFix/>
                      </a:blip>
                      <a:srcRect b="0" l="0" r="0" t="0"/>
                      <a:stretch/>
                    </p:blipFill>
                    <p:spPr>
                      <a:xfrm>
                        <a:off x="6597650" y="5180012"/>
                        <a:ext cx="415925" cy="319087"/>
                      </a:xfrm>
                      <a:prstGeom prst="rect">
                        <a:avLst/>
                      </a:prstGeom>
                      <a:noFill/>
                      <a:ln>
                        <a:noFill/>
                      </a:ln>
                    </p:spPr>
                  </p:pic>
                </p:oleObj>
              </mc:Fallback>
            </mc:AlternateContent>
          </a:graphicData>
        </a:graphic>
      </p:graphicFrame>
      <p:cxnSp>
        <p:nvCxnSpPr>
          <p:cNvPr id="5384" name="Google Shape;5384;p53"/>
          <p:cNvCxnSpPr/>
          <p:nvPr/>
        </p:nvCxnSpPr>
        <p:spPr>
          <a:xfrm>
            <a:off x="2744787" y="5486400"/>
            <a:ext cx="228600" cy="311150"/>
          </a:xfrm>
          <a:prstGeom prst="straightConnector1">
            <a:avLst/>
          </a:prstGeom>
          <a:noFill/>
          <a:ln cap="flat" cmpd="sng" w="12700">
            <a:solidFill>
              <a:schemeClr val="dk1"/>
            </a:solidFill>
            <a:prstDash val="solid"/>
            <a:miter lim="800000"/>
            <a:headEnd len="med" w="med" type="none"/>
            <a:tailEnd len="med" w="med" type="none"/>
          </a:ln>
        </p:spPr>
      </p:cxnSp>
      <p:cxnSp>
        <p:nvCxnSpPr>
          <p:cNvPr id="5385" name="Google Shape;5385;p53"/>
          <p:cNvCxnSpPr/>
          <p:nvPr/>
        </p:nvCxnSpPr>
        <p:spPr>
          <a:xfrm>
            <a:off x="4668837" y="5073650"/>
            <a:ext cx="228600" cy="311150"/>
          </a:xfrm>
          <a:prstGeom prst="straightConnector1">
            <a:avLst/>
          </a:prstGeom>
          <a:noFill/>
          <a:ln cap="flat" cmpd="sng" w="12700">
            <a:solidFill>
              <a:schemeClr val="dk1"/>
            </a:solidFill>
            <a:prstDash val="solid"/>
            <a:miter lim="800000"/>
            <a:headEnd len="med" w="med" type="none"/>
            <a:tailEnd len="med" w="med" type="none"/>
          </a:ln>
        </p:spPr>
      </p:cxnSp>
      <p:cxnSp>
        <p:nvCxnSpPr>
          <p:cNvPr id="5386" name="Google Shape;5386;p53"/>
          <p:cNvCxnSpPr/>
          <p:nvPr/>
        </p:nvCxnSpPr>
        <p:spPr>
          <a:xfrm flipH="1">
            <a:off x="3386137" y="5676900"/>
            <a:ext cx="349250" cy="152400"/>
          </a:xfrm>
          <a:prstGeom prst="straightConnector1">
            <a:avLst/>
          </a:prstGeom>
          <a:noFill/>
          <a:ln cap="flat" cmpd="sng" w="12700">
            <a:solidFill>
              <a:schemeClr val="dk1"/>
            </a:solidFill>
            <a:prstDash val="solid"/>
            <a:miter lim="800000"/>
            <a:headEnd len="med" w="med" type="none"/>
            <a:tailEnd len="med" w="med" type="none"/>
          </a:ln>
        </p:spPr>
      </p:cxnSp>
      <p:cxnSp>
        <p:nvCxnSpPr>
          <p:cNvPr id="5387" name="Google Shape;5387;p53"/>
          <p:cNvCxnSpPr/>
          <p:nvPr/>
        </p:nvCxnSpPr>
        <p:spPr>
          <a:xfrm>
            <a:off x="3741737" y="5181600"/>
            <a:ext cx="6350" cy="260350"/>
          </a:xfrm>
          <a:prstGeom prst="straightConnector1">
            <a:avLst/>
          </a:prstGeom>
          <a:noFill/>
          <a:ln cap="flat" cmpd="sng" w="12700">
            <a:solidFill>
              <a:schemeClr val="dk1"/>
            </a:solidFill>
            <a:prstDash val="solid"/>
            <a:miter lim="800000"/>
            <a:headEnd len="med" w="med" type="none"/>
            <a:tailEnd len="med" w="med" type="none"/>
          </a:ln>
        </p:spPr>
      </p:cxnSp>
      <p:sp>
        <p:nvSpPr>
          <p:cNvPr id="5388" name="Google Shape;5388;p53"/>
          <p:cNvSpPr/>
          <p:nvPr/>
        </p:nvSpPr>
        <p:spPr>
          <a:xfrm>
            <a:off x="1289050" y="5295900"/>
            <a:ext cx="419100" cy="419100"/>
          </a:xfrm>
          <a:custGeom>
            <a:rect b="b" l="l" r="r" t="t"/>
            <a:pathLst>
              <a:path extrusionOk="0" h="264" w="264">
                <a:moveTo>
                  <a:pt x="60" y="0"/>
                </a:moveTo>
                <a:cubicBezTo>
                  <a:pt x="86" y="31"/>
                  <a:pt x="264" y="176"/>
                  <a:pt x="228" y="220"/>
                </a:cubicBezTo>
                <a:cubicBezTo>
                  <a:pt x="192" y="264"/>
                  <a:pt x="60" y="109"/>
                  <a:pt x="0" y="88"/>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89" name="Google Shape;5389;p53"/>
          <p:cNvSpPr txBox="1"/>
          <p:nvPr/>
        </p:nvSpPr>
        <p:spPr>
          <a:xfrm>
            <a:off x="1387475" y="5038725"/>
            <a:ext cx="111601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3 probes</a:t>
            </a:r>
            <a:endParaRPr/>
          </a:p>
        </p:txBody>
      </p:sp>
      <p:sp>
        <p:nvSpPr>
          <p:cNvPr id="5390" name="Google Shape;5390;p53"/>
          <p:cNvSpPr/>
          <p:nvPr/>
        </p:nvSpPr>
        <p:spPr>
          <a:xfrm>
            <a:off x="1282700" y="5219700"/>
            <a:ext cx="1346200" cy="474662"/>
          </a:xfrm>
          <a:custGeom>
            <a:rect b="b" l="l" r="r" t="t"/>
            <a:pathLst>
              <a:path extrusionOk="0" h="299" w="848">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91" name="Google Shape;5391;p53"/>
          <p:cNvSpPr txBox="1"/>
          <p:nvPr/>
        </p:nvSpPr>
        <p:spPr>
          <a:xfrm>
            <a:off x="1958975" y="5527675"/>
            <a:ext cx="111601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3 probes</a:t>
            </a:r>
            <a:endParaRPr/>
          </a:p>
        </p:txBody>
      </p:sp>
      <p:sp>
        <p:nvSpPr>
          <p:cNvPr id="5392" name="Google Shape;5392;p53"/>
          <p:cNvSpPr/>
          <p:nvPr/>
        </p:nvSpPr>
        <p:spPr>
          <a:xfrm>
            <a:off x="1276350" y="5273675"/>
            <a:ext cx="2247900" cy="403225"/>
          </a:xfrm>
          <a:custGeom>
            <a:rect b="b" l="l" r="r" t="t"/>
            <a:pathLst>
              <a:path extrusionOk="0" h="254" w="1416">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93" name="Google Shape;5393;p53"/>
          <p:cNvSpPr txBox="1"/>
          <p:nvPr/>
        </p:nvSpPr>
        <p:spPr>
          <a:xfrm>
            <a:off x="3025775" y="5013325"/>
            <a:ext cx="111601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3 probes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98" name="Shape 5398"/>
        <p:cNvGrpSpPr/>
        <p:nvPr/>
      </p:nvGrpSpPr>
      <p:grpSpPr>
        <a:xfrm>
          <a:off x="0" y="0"/>
          <a:ext cx="0" cy="0"/>
          <a:chOff x="0" y="0"/>
          <a:chExt cx="0" cy="0"/>
        </a:xfrm>
      </p:grpSpPr>
      <p:sp>
        <p:nvSpPr>
          <p:cNvPr id="5399" name="Google Shape;5399;p5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400" name="Google Shape;5400;p5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401" name="Google Shape;5401;p5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“Real” Internet delays and routes</a:t>
            </a:r>
            <a:endParaRPr/>
          </a:p>
        </p:txBody>
      </p:sp>
      <p:sp>
        <p:nvSpPr>
          <p:cNvPr id="5402" name="Google Shape;5402;p54"/>
          <p:cNvSpPr txBox="1"/>
          <p:nvPr/>
        </p:nvSpPr>
        <p:spPr>
          <a:xfrm>
            <a:off x="704850" y="2338387"/>
            <a:ext cx="8229600" cy="38989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  cs-gw (128.119.240.254)  1 ms  1 ms  2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2  border1-rt-fa5-1-0.gw.umass.edu (128.119.3.145)  1 ms  1 ms  2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3  cht-vbns.gw.umass.edu (128.119.3.130)  6 ms 5 ms 5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4  jn1-at1-0-0-19.wor.vbns.net (204.147.132.129)  16 ms 11 ms 13 ms </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5  jn1-so7-0-0-0.wae.vbns.net (204.147.136.136)  21 ms 18 ms 18 ms </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6  abilene-vbns.abilene.ucaid.edu (198.32.11.9)  22 ms  18 ms  22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7  nycm-wash.abilene.ucaid.edu (198.32.8.46)  22 ms  22 ms  22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8  62.40.103.253 (62.40.103.253)  104 ms 109 ms 106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9  de2-1.de1.de.geant.net (62.40.96.129)  109 ms 102 ms 104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10  de.fr1.fr.geant.net (62.40.96.50)  113 ms 121 ms 114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11  renater-gw.fr1.fr.geant.net (62.40.103.54)  112 ms  114 ms  112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12  nio-n2.cssi.renater.fr (193.51.206.13)  111 ms  114 ms  116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13  nice.cssi.renater.fr (195.220.98.102)  123 ms  125 ms  124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14  r3t2-nice.cssi.renater.fr (195.220.98.110)  126 ms  126 ms  124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15  eurecom-valbonne.r3t2.ft.net (193.48.50.54)  135 ms  128 ms  133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16  194.214.211.25 (194.214.211.25)  126 ms  128 ms  126 ms</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17  * * *</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18  * * *</a:t>
            </a:r>
            <a:endParaRPr/>
          </a:p>
          <a:p>
            <a:pPr indent="-457200" lvl="0" marL="457200" marR="0" rtl="0" algn="l">
              <a:lnSpc>
                <a:spcPct val="8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19  fantasia.eurecom.fr (193.55.113.142)  132 ms  128 ms  136</a:t>
            </a:r>
            <a:r>
              <a:rPr b="0" i="0" lang="en-US" sz="2400" u="none">
                <a:solidFill>
                  <a:schemeClr val="dk1"/>
                </a:solidFill>
                <a:latin typeface="Times New Roman"/>
                <a:ea typeface="Times New Roman"/>
                <a:cs typeface="Times New Roman"/>
                <a:sym typeface="Times New Roman"/>
              </a:rPr>
              <a:t> </a:t>
            </a:r>
            <a:r>
              <a:rPr b="0" i="0" lang="en-US" sz="1600" u="none">
                <a:solidFill>
                  <a:schemeClr val="dk1"/>
                </a:solidFill>
                <a:latin typeface="Times New Roman"/>
                <a:ea typeface="Times New Roman"/>
                <a:cs typeface="Times New Roman"/>
                <a:sym typeface="Times New Roman"/>
              </a:rPr>
              <a:t>ms</a:t>
            </a:r>
            <a:endParaRPr/>
          </a:p>
        </p:txBody>
      </p:sp>
      <p:sp>
        <p:nvSpPr>
          <p:cNvPr id="5403" name="Google Shape;5403;p54"/>
          <p:cNvSpPr txBox="1"/>
          <p:nvPr/>
        </p:nvSpPr>
        <p:spPr>
          <a:xfrm>
            <a:off x="725487" y="1312862"/>
            <a:ext cx="819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Comic Sans MS"/>
              <a:buNone/>
            </a:pPr>
            <a:r>
              <a:rPr b="0" i="0" lang="en-US" sz="2400" u="none">
                <a:solidFill>
                  <a:srgbClr val="FF0000"/>
                </a:solidFill>
                <a:latin typeface="Comic Sans MS"/>
                <a:ea typeface="Comic Sans MS"/>
                <a:cs typeface="Comic Sans MS"/>
                <a:sym typeface="Comic Sans MS"/>
              </a:rPr>
              <a:t>traceroute:</a:t>
            </a:r>
            <a:r>
              <a:rPr b="0" i="0" lang="en-US" sz="2400" u="none">
                <a:solidFill>
                  <a:schemeClr val="dk1"/>
                </a:solidFill>
                <a:latin typeface="Comic Sans MS"/>
                <a:ea typeface="Comic Sans MS"/>
                <a:cs typeface="Comic Sans MS"/>
                <a:sym typeface="Comic Sans MS"/>
              </a:rPr>
              <a:t> gaia.cs.umass.edu to www.eurecom.fr</a:t>
            </a:r>
            <a:endParaRPr/>
          </a:p>
        </p:txBody>
      </p:sp>
      <p:cxnSp>
        <p:nvCxnSpPr>
          <p:cNvPr id="5404" name="Google Shape;5404;p54"/>
          <p:cNvCxnSpPr/>
          <p:nvPr/>
        </p:nvCxnSpPr>
        <p:spPr>
          <a:xfrm>
            <a:off x="1611312" y="5634037"/>
            <a:ext cx="1231900" cy="84137"/>
          </a:xfrm>
          <a:prstGeom prst="straightConnector1">
            <a:avLst/>
          </a:prstGeom>
          <a:noFill/>
          <a:ln cap="flat" cmpd="sng" w="19050">
            <a:solidFill>
              <a:srgbClr val="FF0000"/>
            </a:solidFill>
            <a:prstDash val="solid"/>
            <a:miter lim="800000"/>
            <a:headEnd len="med" w="med" type="triangle"/>
            <a:tailEnd len="med" w="med" type="none"/>
          </a:ln>
        </p:spPr>
      </p:cxnSp>
      <p:sp>
        <p:nvSpPr>
          <p:cNvPr id="5405" name="Google Shape;5405;p54"/>
          <p:cNvSpPr txBox="1"/>
          <p:nvPr/>
        </p:nvSpPr>
        <p:spPr>
          <a:xfrm>
            <a:off x="4578350" y="1738312"/>
            <a:ext cx="45656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Three delay measurements from </a:t>
            </a:r>
            <a:endParaRPr/>
          </a:p>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gaia.cs.umass.edu to cs-gw.cs.umass.edu </a:t>
            </a:r>
            <a:endParaRPr/>
          </a:p>
        </p:txBody>
      </p:sp>
      <p:cxnSp>
        <p:nvCxnSpPr>
          <p:cNvPr id="5406" name="Google Shape;5406;p54"/>
          <p:cNvCxnSpPr/>
          <p:nvPr/>
        </p:nvCxnSpPr>
        <p:spPr>
          <a:xfrm flipH="1" rot="10800000">
            <a:off x="3471862" y="1965325"/>
            <a:ext cx="671512" cy="412750"/>
          </a:xfrm>
          <a:prstGeom prst="straightConnector1">
            <a:avLst/>
          </a:prstGeom>
          <a:noFill/>
          <a:ln cap="flat" cmpd="sng" w="19050">
            <a:solidFill>
              <a:srgbClr val="FF0000"/>
            </a:solidFill>
            <a:prstDash val="solid"/>
            <a:miter lim="800000"/>
            <a:headEnd len="med" w="med" type="triangle"/>
            <a:tailEnd len="med" w="med" type="none"/>
          </a:ln>
        </p:spPr>
      </p:cxnSp>
      <p:cxnSp>
        <p:nvCxnSpPr>
          <p:cNvPr id="5407" name="Google Shape;5407;p54"/>
          <p:cNvCxnSpPr/>
          <p:nvPr/>
        </p:nvCxnSpPr>
        <p:spPr>
          <a:xfrm flipH="1" rot="10800000">
            <a:off x="4011612" y="1954212"/>
            <a:ext cx="139700" cy="404812"/>
          </a:xfrm>
          <a:prstGeom prst="straightConnector1">
            <a:avLst/>
          </a:prstGeom>
          <a:noFill/>
          <a:ln cap="flat" cmpd="sng" w="19050">
            <a:solidFill>
              <a:srgbClr val="FF0000"/>
            </a:solidFill>
            <a:prstDash val="solid"/>
            <a:miter lim="800000"/>
            <a:headEnd len="med" w="med" type="triangle"/>
            <a:tailEnd len="med" w="med" type="none"/>
          </a:ln>
        </p:spPr>
      </p:cxnSp>
      <p:cxnSp>
        <p:nvCxnSpPr>
          <p:cNvPr id="5408" name="Google Shape;5408;p54"/>
          <p:cNvCxnSpPr/>
          <p:nvPr/>
        </p:nvCxnSpPr>
        <p:spPr>
          <a:xfrm rot="10800000">
            <a:off x="4146550" y="1963737"/>
            <a:ext cx="366712" cy="390525"/>
          </a:xfrm>
          <a:prstGeom prst="straightConnector1">
            <a:avLst/>
          </a:prstGeom>
          <a:noFill/>
          <a:ln cap="flat" cmpd="sng" w="19050">
            <a:solidFill>
              <a:srgbClr val="FF0000"/>
            </a:solidFill>
            <a:prstDash val="solid"/>
            <a:miter lim="800000"/>
            <a:headEnd len="med" w="med" type="triangle"/>
            <a:tailEnd len="med" w="med" type="none"/>
          </a:ln>
        </p:spPr>
      </p:cxnSp>
      <p:cxnSp>
        <p:nvCxnSpPr>
          <p:cNvPr id="5409" name="Google Shape;5409;p54"/>
          <p:cNvCxnSpPr/>
          <p:nvPr/>
        </p:nvCxnSpPr>
        <p:spPr>
          <a:xfrm flipH="1" rot="10800000">
            <a:off x="4138612" y="1970087"/>
            <a:ext cx="377825" cy="3175"/>
          </a:xfrm>
          <a:prstGeom prst="straightConnector1">
            <a:avLst/>
          </a:prstGeom>
          <a:noFill/>
          <a:ln cap="flat" cmpd="sng" w="19050">
            <a:solidFill>
              <a:srgbClr val="FF0000"/>
            </a:solidFill>
            <a:prstDash val="solid"/>
            <a:miter lim="800000"/>
            <a:headEnd len="med" w="med" type="none"/>
            <a:tailEnd len="med" w="med" type="none"/>
          </a:ln>
        </p:spPr>
      </p:cxnSp>
      <p:sp>
        <p:nvSpPr>
          <p:cNvPr id="5410" name="Google Shape;5410;p54"/>
          <p:cNvSpPr txBox="1"/>
          <p:nvPr/>
        </p:nvSpPr>
        <p:spPr>
          <a:xfrm>
            <a:off x="2571750" y="5564187"/>
            <a:ext cx="62865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 means no response (probe lost, router not replying)</a:t>
            </a:r>
            <a:endParaRPr/>
          </a:p>
        </p:txBody>
      </p:sp>
      <p:sp>
        <p:nvSpPr>
          <p:cNvPr id="5411" name="Google Shape;5411;p54"/>
          <p:cNvSpPr/>
          <p:nvPr/>
        </p:nvSpPr>
        <p:spPr>
          <a:xfrm>
            <a:off x="6092825" y="3651250"/>
            <a:ext cx="1012825" cy="246062"/>
          </a:xfrm>
          <a:custGeom>
            <a:rect b="b" l="l" r="r" t="t"/>
            <a:pathLst>
              <a:path extrusionOk="0" h="155" w="638">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12" name="Google Shape;5412;p54"/>
          <p:cNvSpPr txBox="1"/>
          <p:nvPr/>
        </p:nvSpPr>
        <p:spPr>
          <a:xfrm>
            <a:off x="7137400" y="3436937"/>
            <a:ext cx="1787525"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trans-oceanic</a:t>
            </a:r>
            <a:endParaRPr/>
          </a:p>
          <a:p>
            <a:pPr indent="0" lvl="0" marL="0" marR="0" rtl="0" algn="l">
              <a:lnSpc>
                <a:spcPct val="100000"/>
              </a:lnSpc>
              <a:spcBef>
                <a:spcPts val="0"/>
              </a:spcBef>
              <a:spcAft>
                <a:spcPts val="0"/>
              </a:spcAft>
              <a:buClr>
                <a:srgbClr val="FF0000"/>
              </a:buClr>
              <a:buSzPts val="2000"/>
              <a:buFont typeface="Comic Sans MS"/>
              <a:buNone/>
            </a:pPr>
            <a:r>
              <a:rPr b="0" i="0" lang="en-US" sz="2000" u="none">
                <a:solidFill>
                  <a:srgbClr val="FF0000"/>
                </a:solidFill>
                <a:latin typeface="Comic Sans MS"/>
                <a:ea typeface="Comic Sans MS"/>
                <a:cs typeface="Comic Sans MS"/>
                <a:sym typeface="Comic Sans MS"/>
              </a:rPr>
              <a:t>link</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17" name="Shape 5417"/>
        <p:cNvGrpSpPr/>
        <p:nvPr/>
      </p:nvGrpSpPr>
      <p:grpSpPr>
        <a:xfrm>
          <a:off x="0" y="0"/>
          <a:ext cx="0" cy="0"/>
          <a:chOff x="0" y="0"/>
          <a:chExt cx="0" cy="0"/>
        </a:xfrm>
      </p:grpSpPr>
      <p:sp>
        <p:nvSpPr>
          <p:cNvPr id="5418" name="Google Shape;5418;p5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419" name="Google Shape;5419;p5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420" name="Google Shape;5420;p5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Packet loss</a:t>
            </a:r>
            <a:endParaRPr/>
          </a:p>
        </p:txBody>
      </p:sp>
      <p:sp>
        <p:nvSpPr>
          <p:cNvPr id="5421" name="Google Shape;5421;p55"/>
          <p:cNvSpPr txBox="1"/>
          <p:nvPr>
            <p:ph idx="1" type="body"/>
          </p:nvPr>
        </p:nvSpPr>
        <p:spPr>
          <a:xfrm>
            <a:off x="354012" y="1546225"/>
            <a:ext cx="83947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queue (aka buffer) preceding link in buffer has finite capacity</a:t>
            </a:r>
            <a:endParaRPr/>
          </a:p>
          <a:p>
            <a:pPr indent="-342900" lvl="0" marL="342900" rtl="0" algn="l">
              <a:lnSpc>
                <a:spcPct val="100000"/>
              </a:lnSpc>
              <a:spcBef>
                <a:spcPts val="56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packet arriving to full queue dropped (aka lost)</a:t>
            </a:r>
            <a:endParaRPr/>
          </a:p>
          <a:p>
            <a:pPr indent="-342900" lvl="0" marL="342900" rtl="0" algn="l">
              <a:lnSpc>
                <a:spcPct val="100000"/>
              </a:lnSpc>
              <a:spcBef>
                <a:spcPts val="56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lost packet may be retransmitted by previous node, by source end system, or not at all</a:t>
            </a:r>
            <a:endParaRPr/>
          </a:p>
        </p:txBody>
      </p:sp>
      <p:graphicFrame>
        <p:nvGraphicFramePr>
          <p:cNvPr id="5422" name="Google Shape;5422;p55"/>
          <p:cNvGraphicFramePr/>
          <p:nvPr/>
        </p:nvGraphicFramePr>
        <p:xfrm>
          <a:off x="2051050" y="5346700"/>
          <a:ext cx="646112" cy="533400"/>
        </p:xfrm>
        <a:graphic>
          <a:graphicData uri="http://schemas.openxmlformats.org/presentationml/2006/ole">
            <mc:AlternateContent>
              <mc:Choice Requires="v">
                <p:oleObj r:id="rId4" imgH="533400" imgW="646112" progId="MS_ClipArt_Gallery.2" spid="_x0000_s1">
                  <p:embed/>
                </p:oleObj>
              </mc:Choice>
              <mc:Fallback>
                <p:oleObj r:id="rId5" imgH="533400" imgW="646112" progId="MS_ClipArt_Gallery.2">
                  <p:embed/>
                  <p:pic>
                    <p:nvPicPr>
                      <p:cNvPr id="5422" name="Google Shape;5422;p55"/>
                      <p:cNvPicPr preferRelativeResize="0"/>
                      <p:nvPr/>
                    </p:nvPicPr>
                    <p:blipFill rotWithShape="1">
                      <a:blip r:embed="rId6">
                        <a:alphaModFix/>
                      </a:blip>
                      <a:srcRect b="0" l="0" r="0" t="0"/>
                      <a:stretch/>
                    </p:blipFill>
                    <p:spPr>
                      <a:xfrm>
                        <a:off x="2051050" y="5346700"/>
                        <a:ext cx="646112" cy="533400"/>
                      </a:xfrm>
                      <a:prstGeom prst="rect">
                        <a:avLst/>
                      </a:prstGeom>
                      <a:noFill/>
                      <a:ln>
                        <a:noFill/>
                      </a:ln>
                    </p:spPr>
                  </p:pic>
                </p:oleObj>
              </mc:Fallback>
            </mc:AlternateContent>
          </a:graphicData>
        </a:graphic>
      </p:graphicFrame>
      <p:sp>
        <p:nvSpPr>
          <p:cNvPr id="5423" name="Google Shape;5423;p55"/>
          <p:cNvSpPr/>
          <p:nvPr/>
        </p:nvSpPr>
        <p:spPr>
          <a:xfrm>
            <a:off x="3092450" y="5105400"/>
            <a:ext cx="1198562" cy="369887"/>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24" name="Google Shape;5424;p55"/>
          <p:cNvSpPr txBox="1"/>
          <p:nvPr/>
        </p:nvSpPr>
        <p:spPr>
          <a:xfrm>
            <a:off x="3092450" y="5037137"/>
            <a:ext cx="1198562" cy="263525"/>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25" name="Google Shape;5425;p55"/>
          <p:cNvSpPr/>
          <p:nvPr/>
        </p:nvSpPr>
        <p:spPr>
          <a:xfrm>
            <a:off x="3101975" y="4808537"/>
            <a:ext cx="1198562" cy="430212"/>
          </a:xfrm>
          <a:prstGeom prst="ellipse">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426" name="Google Shape;5426;p55"/>
          <p:cNvGrpSpPr/>
          <p:nvPr/>
        </p:nvGrpSpPr>
        <p:grpSpPr>
          <a:xfrm>
            <a:off x="3448050" y="4838700"/>
            <a:ext cx="498475" cy="119062"/>
            <a:chOff x="2208" y="2184"/>
            <a:chExt cx="176" cy="69"/>
          </a:xfrm>
        </p:grpSpPr>
        <p:grpSp>
          <p:nvGrpSpPr>
            <p:cNvPr id="5427" name="Google Shape;5427;p55"/>
            <p:cNvGrpSpPr/>
            <p:nvPr/>
          </p:nvGrpSpPr>
          <p:grpSpPr>
            <a:xfrm>
              <a:off x="2208" y="2185"/>
              <a:ext cx="176" cy="68"/>
              <a:chOff x="2848" y="848"/>
              <a:chExt cx="140" cy="98"/>
            </a:xfrm>
          </p:grpSpPr>
          <p:cxnSp>
            <p:nvCxnSpPr>
              <p:cNvPr id="5428" name="Google Shape;5428;p55"/>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429" name="Google Shape;5429;p55"/>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430" name="Google Shape;5430;p55"/>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431" name="Google Shape;5431;p55"/>
            <p:cNvGrpSpPr/>
            <p:nvPr/>
          </p:nvGrpSpPr>
          <p:grpSpPr>
            <a:xfrm flipH="1" rot="10800000">
              <a:off x="2208" y="2184"/>
              <a:ext cx="176" cy="68"/>
              <a:chOff x="2848" y="848"/>
              <a:chExt cx="140" cy="98"/>
            </a:xfrm>
          </p:grpSpPr>
          <p:cxnSp>
            <p:nvCxnSpPr>
              <p:cNvPr id="5432" name="Google Shape;5432;p55"/>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433" name="Google Shape;5433;p55"/>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434" name="Google Shape;5434;p55"/>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5435" name="Google Shape;5435;p55"/>
          <p:cNvGraphicFramePr/>
          <p:nvPr/>
        </p:nvGraphicFramePr>
        <p:xfrm>
          <a:off x="1736725" y="4337050"/>
          <a:ext cx="646112" cy="533400"/>
        </p:xfrm>
        <a:graphic>
          <a:graphicData uri="http://schemas.openxmlformats.org/presentationml/2006/ole">
            <mc:AlternateContent>
              <mc:Choice Requires="v">
                <p:oleObj r:id="rId7" imgH="533400" imgW="646112" progId="MS_ClipArt_Gallery.2" spid="_x0000_s2">
                  <p:embed/>
                </p:oleObj>
              </mc:Choice>
              <mc:Fallback>
                <p:oleObj r:id="rId8" imgH="533400" imgW="646112" progId="MS_ClipArt_Gallery.2">
                  <p:embed/>
                  <p:pic>
                    <p:nvPicPr>
                      <p:cNvPr id="5435" name="Google Shape;5435;p55"/>
                      <p:cNvPicPr preferRelativeResize="0"/>
                      <p:nvPr/>
                    </p:nvPicPr>
                    <p:blipFill rotWithShape="1">
                      <a:blip r:embed="rId6">
                        <a:alphaModFix/>
                      </a:blip>
                      <a:srcRect b="0" l="0" r="0" t="0"/>
                      <a:stretch/>
                    </p:blipFill>
                    <p:spPr>
                      <a:xfrm>
                        <a:off x="1736725" y="4337050"/>
                        <a:ext cx="646112" cy="533400"/>
                      </a:xfrm>
                      <a:prstGeom prst="rect">
                        <a:avLst/>
                      </a:prstGeom>
                      <a:noFill/>
                      <a:ln>
                        <a:noFill/>
                      </a:ln>
                    </p:spPr>
                  </p:pic>
                </p:oleObj>
              </mc:Fallback>
            </mc:AlternateContent>
          </a:graphicData>
        </a:graphic>
      </p:graphicFrame>
      <p:cxnSp>
        <p:nvCxnSpPr>
          <p:cNvPr id="5436" name="Google Shape;5436;p55"/>
          <p:cNvCxnSpPr/>
          <p:nvPr/>
        </p:nvCxnSpPr>
        <p:spPr>
          <a:xfrm>
            <a:off x="2362200" y="4743450"/>
            <a:ext cx="504825" cy="0"/>
          </a:xfrm>
          <a:prstGeom prst="straightConnector1">
            <a:avLst/>
          </a:prstGeom>
          <a:noFill/>
          <a:ln cap="flat" cmpd="sng" w="19050">
            <a:solidFill>
              <a:schemeClr val="dk1"/>
            </a:solidFill>
            <a:prstDash val="solid"/>
            <a:miter lim="800000"/>
            <a:headEnd len="med" w="med" type="none"/>
            <a:tailEnd len="med" w="med" type="none"/>
          </a:ln>
        </p:spPr>
      </p:cxnSp>
      <p:cxnSp>
        <p:nvCxnSpPr>
          <p:cNvPr id="5437" name="Google Shape;5437;p55"/>
          <p:cNvCxnSpPr/>
          <p:nvPr/>
        </p:nvCxnSpPr>
        <p:spPr>
          <a:xfrm flipH="1" rot="10800000">
            <a:off x="2667000" y="5729287"/>
            <a:ext cx="195262" cy="4762"/>
          </a:xfrm>
          <a:prstGeom prst="straightConnector1">
            <a:avLst/>
          </a:prstGeom>
          <a:noFill/>
          <a:ln cap="flat" cmpd="sng" w="19050">
            <a:solidFill>
              <a:schemeClr val="dk1"/>
            </a:solidFill>
            <a:prstDash val="solid"/>
            <a:miter lim="800000"/>
            <a:headEnd len="med" w="med" type="none"/>
            <a:tailEnd len="med" w="med" type="none"/>
          </a:ln>
        </p:spPr>
      </p:cxnSp>
      <p:cxnSp>
        <p:nvCxnSpPr>
          <p:cNvPr id="5438" name="Google Shape;5438;p55"/>
          <p:cNvCxnSpPr/>
          <p:nvPr/>
        </p:nvCxnSpPr>
        <p:spPr>
          <a:xfrm>
            <a:off x="4286250" y="5162550"/>
            <a:ext cx="1933575" cy="9525"/>
          </a:xfrm>
          <a:prstGeom prst="straightConnector1">
            <a:avLst/>
          </a:prstGeom>
          <a:noFill/>
          <a:ln cap="flat" cmpd="sng" w="19050">
            <a:solidFill>
              <a:schemeClr val="dk1"/>
            </a:solidFill>
            <a:prstDash val="solid"/>
            <a:miter lim="800000"/>
            <a:headEnd len="med" w="med" type="none"/>
            <a:tailEnd len="med" w="med" type="none"/>
          </a:ln>
        </p:spPr>
      </p:cxnSp>
      <p:cxnSp>
        <p:nvCxnSpPr>
          <p:cNvPr id="5439" name="Google Shape;5439;p55"/>
          <p:cNvCxnSpPr/>
          <p:nvPr/>
        </p:nvCxnSpPr>
        <p:spPr>
          <a:xfrm>
            <a:off x="2867025" y="4733925"/>
            <a:ext cx="0" cy="1000125"/>
          </a:xfrm>
          <a:prstGeom prst="straightConnector1">
            <a:avLst/>
          </a:prstGeom>
          <a:noFill/>
          <a:ln cap="flat" cmpd="sng" w="19050">
            <a:solidFill>
              <a:schemeClr val="dk1"/>
            </a:solidFill>
            <a:prstDash val="solid"/>
            <a:miter lim="800000"/>
            <a:headEnd len="med" w="med" type="none"/>
            <a:tailEnd len="med" w="med" type="none"/>
          </a:ln>
        </p:spPr>
      </p:cxnSp>
      <p:cxnSp>
        <p:nvCxnSpPr>
          <p:cNvPr id="5440" name="Google Shape;5440;p55"/>
          <p:cNvCxnSpPr/>
          <p:nvPr/>
        </p:nvCxnSpPr>
        <p:spPr>
          <a:xfrm>
            <a:off x="2876550" y="5167312"/>
            <a:ext cx="200025" cy="0"/>
          </a:xfrm>
          <a:prstGeom prst="straightConnector1">
            <a:avLst/>
          </a:prstGeom>
          <a:noFill/>
          <a:ln cap="flat" cmpd="sng" w="19050">
            <a:solidFill>
              <a:schemeClr val="dk1"/>
            </a:solidFill>
            <a:prstDash val="solid"/>
            <a:miter lim="800000"/>
            <a:headEnd len="med" w="med" type="none"/>
            <a:tailEnd len="med" w="med" type="none"/>
          </a:ln>
        </p:spPr>
      </p:cxnSp>
      <p:sp>
        <p:nvSpPr>
          <p:cNvPr id="5441" name="Google Shape;5441;p55"/>
          <p:cNvSpPr txBox="1"/>
          <p:nvPr/>
        </p:nvSpPr>
        <p:spPr>
          <a:xfrm>
            <a:off x="5205412" y="4962525"/>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2" name="Google Shape;5442;p55"/>
          <p:cNvSpPr txBox="1"/>
          <p:nvPr/>
        </p:nvSpPr>
        <p:spPr>
          <a:xfrm>
            <a:off x="3952875" y="5033962"/>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3" name="Google Shape;5443;p55"/>
          <p:cNvSpPr txBox="1"/>
          <p:nvPr/>
        </p:nvSpPr>
        <p:spPr>
          <a:xfrm>
            <a:off x="4114800" y="5033962"/>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4" name="Google Shape;5444;p55"/>
          <p:cNvSpPr txBox="1"/>
          <p:nvPr/>
        </p:nvSpPr>
        <p:spPr>
          <a:xfrm>
            <a:off x="2805112" y="5208587"/>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5" name="Google Shape;5445;p55"/>
          <p:cNvSpPr/>
          <p:nvPr/>
        </p:nvSpPr>
        <p:spPr>
          <a:xfrm>
            <a:off x="2903537" y="5087937"/>
            <a:ext cx="228600" cy="103187"/>
          </a:xfrm>
          <a:custGeom>
            <a:rect b="b" l="l" r="r" t="t"/>
            <a:pathLst>
              <a:path extrusionOk="0" h="67" w="111">
                <a:moveTo>
                  <a:pt x="0" y="67"/>
                </a:moveTo>
                <a:lnTo>
                  <a:pt x="0" y="0"/>
                </a:lnTo>
                <a:lnTo>
                  <a:pt x="111" y="1"/>
                </a:lnTo>
              </a:path>
            </a:pathLst>
          </a:custGeom>
          <a:noFill/>
          <a:ln cap="flat" cmpd="sng" w="9525">
            <a:solidFill>
              <a:schemeClr val="dk1"/>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446" name="Google Shape;5446;p55"/>
          <p:cNvCxnSpPr/>
          <p:nvPr/>
        </p:nvCxnSpPr>
        <p:spPr>
          <a:xfrm rot="10800000">
            <a:off x="2809875" y="5451475"/>
            <a:ext cx="0" cy="176212"/>
          </a:xfrm>
          <a:prstGeom prst="straightConnector1">
            <a:avLst/>
          </a:prstGeom>
          <a:noFill/>
          <a:ln cap="flat" cmpd="sng" w="9525">
            <a:solidFill>
              <a:schemeClr val="dk1"/>
            </a:solidFill>
            <a:prstDash val="solid"/>
            <a:miter lim="800000"/>
            <a:headEnd len="med" w="med" type="none"/>
            <a:tailEnd len="med" w="med" type="triangle"/>
          </a:ln>
        </p:spPr>
      </p:cxnSp>
      <p:sp>
        <p:nvSpPr>
          <p:cNvPr id="5447" name="Google Shape;5447;p55"/>
          <p:cNvSpPr txBox="1"/>
          <p:nvPr/>
        </p:nvSpPr>
        <p:spPr>
          <a:xfrm>
            <a:off x="1384300" y="4360862"/>
            <a:ext cx="406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2400"/>
              <a:buFont typeface="Comic Sans MS"/>
              <a:buNone/>
            </a:pPr>
            <a:r>
              <a:rPr b="0" i="0" lang="en-US" sz="2400" u="none">
                <a:solidFill>
                  <a:schemeClr val="accent1"/>
                </a:solidFill>
                <a:latin typeface="Comic Sans MS"/>
                <a:ea typeface="Comic Sans MS"/>
                <a:cs typeface="Comic Sans MS"/>
                <a:sym typeface="Comic Sans MS"/>
              </a:rPr>
              <a:t>A</a:t>
            </a:r>
            <a:endParaRPr/>
          </a:p>
        </p:txBody>
      </p:sp>
      <p:sp>
        <p:nvSpPr>
          <p:cNvPr id="5448" name="Google Shape;5448;p55"/>
          <p:cNvSpPr txBox="1"/>
          <p:nvPr/>
        </p:nvSpPr>
        <p:spPr>
          <a:xfrm>
            <a:off x="1660525" y="5380037"/>
            <a:ext cx="376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B</a:t>
            </a:r>
            <a:endParaRPr/>
          </a:p>
        </p:txBody>
      </p:sp>
      <p:sp>
        <p:nvSpPr>
          <p:cNvPr id="5449" name="Google Shape;5449;p55"/>
          <p:cNvSpPr txBox="1"/>
          <p:nvPr/>
        </p:nvSpPr>
        <p:spPr>
          <a:xfrm>
            <a:off x="4765675" y="4203700"/>
            <a:ext cx="288131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packet being transmitted</a:t>
            </a:r>
            <a:endParaRPr/>
          </a:p>
        </p:txBody>
      </p:sp>
      <p:cxnSp>
        <p:nvCxnSpPr>
          <p:cNvPr id="5450" name="Google Shape;5450;p55"/>
          <p:cNvCxnSpPr/>
          <p:nvPr/>
        </p:nvCxnSpPr>
        <p:spPr>
          <a:xfrm flipH="1">
            <a:off x="4283075" y="4495800"/>
            <a:ext cx="727075" cy="577850"/>
          </a:xfrm>
          <a:prstGeom prst="straightConnector1">
            <a:avLst/>
          </a:prstGeom>
          <a:noFill/>
          <a:ln cap="flat" cmpd="sng" w="9525">
            <a:solidFill>
              <a:srgbClr val="FF3300"/>
            </a:solidFill>
            <a:prstDash val="solid"/>
            <a:miter lim="800000"/>
            <a:headEnd len="med" w="med" type="none"/>
            <a:tailEnd len="med" w="med" type="none"/>
          </a:ln>
        </p:spPr>
      </p:cxnSp>
      <p:sp>
        <p:nvSpPr>
          <p:cNvPr id="5451" name="Google Shape;5451;p55"/>
          <p:cNvSpPr txBox="1"/>
          <p:nvPr/>
        </p:nvSpPr>
        <p:spPr>
          <a:xfrm>
            <a:off x="3789362" y="5032375"/>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2" name="Google Shape;5452;p55"/>
          <p:cNvSpPr txBox="1"/>
          <p:nvPr/>
        </p:nvSpPr>
        <p:spPr>
          <a:xfrm>
            <a:off x="3627437" y="5032375"/>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3" name="Google Shape;5453;p55"/>
          <p:cNvSpPr txBox="1"/>
          <p:nvPr/>
        </p:nvSpPr>
        <p:spPr>
          <a:xfrm>
            <a:off x="3462337" y="5032375"/>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4" name="Google Shape;5454;p55"/>
          <p:cNvSpPr txBox="1"/>
          <p:nvPr/>
        </p:nvSpPr>
        <p:spPr>
          <a:xfrm>
            <a:off x="3298825" y="5032375"/>
            <a:ext cx="147637" cy="2000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5" name="Google Shape;5455;p55"/>
          <p:cNvSpPr txBox="1"/>
          <p:nvPr/>
        </p:nvSpPr>
        <p:spPr>
          <a:xfrm>
            <a:off x="3133725" y="5033962"/>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6" name="Google Shape;5456;p55"/>
          <p:cNvSpPr txBox="1"/>
          <p:nvPr/>
        </p:nvSpPr>
        <p:spPr>
          <a:xfrm>
            <a:off x="3105150" y="5010150"/>
            <a:ext cx="1171575" cy="24288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457" name="Google Shape;5457;p55"/>
          <p:cNvCxnSpPr/>
          <p:nvPr/>
        </p:nvCxnSpPr>
        <p:spPr>
          <a:xfrm rot="10800000">
            <a:off x="3008312" y="5448300"/>
            <a:ext cx="771525" cy="396875"/>
          </a:xfrm>
          <a:prstGeom prst="straightConnector1">
            <a:avLst/>
          </a:prstGeom>
          <a:noFill/>
          <a:ln cap="flat" cmpd="sng" w="9525">
            <a:solidFill>
              <a:srgbClr val="FF3300"/>
            </a:solidFill>
            <a:prstDash val="solid"/>
            <a:miter lim="800000"/>
            <a:headEnd len="med" w="med" type="none"/>
            <a:tailEnd len="med" w="med" type="none"/>
          </a:ln>
        </p:spPr>
      </p:cxnSp>
      <p:sp>
        <p:nvSpPr>
          <p:cNvPr id="5458" name="Google Shape;5458;p55"/>
          <p:cNvSpPr txBox="1"/>
          <p:nvPr/>
        </p:nvSpPr>
        <p:spPr>
          <a:xfrm>
            <a:off x="3708400" y="5661025"/>
            <a:ext cx="207803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packet arriving to</a:t>
            </a:r>
            <a:endParaRPr/>
          </a:p>
          <a:p>
            <a:pPr indent="0" lvl="0" marL="0" marR="0" rtl="0" algn="l">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full buffer</a:t>
            </a:r>
            <a:r>
              <a:rPr b="0" i="0" lang="en-US" sz="1800" u="none">
                <a:solidFill>
                  <a:schemeClr val="dk1"/>
                </a:solidFill>
                <a:latin typeface="Comic Sans MS"/>
                <a:ea typeface="Comic Sans MS"/>
                <a:cs typeface="Comic Sans MS"/>
                <a:sym typeface="Comic Sans MS"/>
              </a:rPr>
              <a:t> </a:t>
            </a:r>
            <a:r>
              <a:rPr b="0" i="0" lang="en-US" sz="1800" u="none">
                <a:solidFill>
                  <a:srgbClr val="FF0000"/>
                </a:solidFill>
                <a:latin typeface="Comic Sans MS"/>
                <a:ea typeface="Comic Sans MS"/>
                <a:cs typeface="Comic Sans MS"/>
                <a:sym typeface="Comic Sans MS"/>
              </a:rPr>
              <a:t>is </a:t>
            </a:r>
            <a:r>
              <a:rPr b="0" i="1" lang="en-US" sz="1800" u="none">
                <a:solidFill>
                  <a:srgbClr val="FF0000"/>
                </a:solidFill>
                <a:latin typeface="Comic Sans MS"/>
                <a:ea typeface="Comic Sans MS"/>
                <a:cs typeface="Comic Sans MS"/>
                <a:sym typeface="Comic Sans MS"/>
              </a:rPr>
              <a:t>lost</a:t>
            </a:r>
            <a:endParaRPr/>
          </a:p>
        </p:txBody>
      </p:sp>
      <p:sp>
        <p:nvSpPr>
          <p:cNvPr id="5459" name="Google Shape;5459;p55"/>
          <p:cNvSpPr txBox="1"/>
          <p:nvPr/>
        </p:nvSpPr>
        <p:spPr>
          <a:xfrm>
            <a:off x="2946400" y="4022725"/>
            <a:ext cx="1639887"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buffer </a:t>
            </a:r>
            <a:endParaRPr/>
          </a:p>
          <a:p>
            <a:pPr indent="0" lvl="0" marL="0" marR="0" rtl="0" algn="ctr">
              <a:lnSpc>
                <a:spcPct val="100000"/>
              </a:lnSpc>
              <a:spcBef>
                <a:spcPts val="0"/>
              </a:spcBef>
              <a:spcAft>
                <a:spcPts val="0"/>
              </a:spcAft>
              <a:buClr>
                <a:srgbClr val="FF0000"/>
              </a:buClr>
              <a:buSzPts val="1800"/>
              <a:buFont typeface="Comic Sans MS"/>
              <a:buNone/>
            </a:pPr>
            <a:r>
              <a:rPr b="0" i="0" lang="en-US" sz="1800" u="none">
                <a:solidFill>
                  <a:srgbClr val="FF0000"/>
                </a:solidFill>
                <a:latin typeface="Comic Sans MS"/>
                <a:ea typeface="Comic Sans MS"/>
                <a:cs typeface="Comic Sans MS"/>
                <a:sym typeface="Comic Sans MS"/>
              </a:rPr>
              <a:t>(waiting area)</a:t>
            </a:r>
            <a:endParaRPr/>
          </a:p>
        </p:txBody>
      </p:sp>
      <p:cxnSp>
        <p:nvCxnSpPr>
          <p:cNvPr id="5460" name="Google Shape;5460;p55"/>
          <p:cNvCxnSpPr/>
          <p:nvPr/>
        </p:nvCxnSpPr>
        <p:spPr>
          <a:xfrm>
            <a:off x="3238500" y="4619625"/>
            <a:ext cx="0" cy="333375"/>
          </a:xfrm>
          <a:prstGeom prst="straightConnector1">
            <a:avLst/>
          </a:prstGeom>
          <a:noFill/>
          <a:ln cap="flat" cmpd="sng" w="9525">
            <a:solidFill>
              <a:srgbClr val="FF3300"/>
            </a:solidFill>
            <a:prstDash val="solid"/>
            <a:miter lim="800000"/>
            <a:headEnd len="med" w="med" type="none"/>
            <a:tailEnd len="med" w="med"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64" name="Shape 5464"/>
        <p:cNvGrpSpPr/>
        <p:nvPr/>
      </p:nvGrpSpPr>
      <p:grpSpPr>
        <a:xfrm>
          <a:off x="0" y="0"/>
          <a:ext cx="0" cy="0"/>
          <a:chOff x="0" y="0"/>
          <a:chExt cx="0" cy="0"/>
        </a:xfrm>
      </p:grpSpPr>
      <p:sp>
        <p:nvSpPr>
          <p:cNvPr id="5465" name="Google Shape;5465;p5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466" name="Google Shape;5466;p5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cxnSp>
        <p:nvCxnSpPr>
          <p:cNvPr id="5467" name="Google Shape;5467;p56"/>
          <p:cNvCxnSpPr/>
          <p:nvPr/>
        </p:nvCxnSpPr>
        <p:spPr>
          <a:xfrm>
            <a:off x="1441450" y="4530725"/>
            <a:ext cx="6316662" cy="0"/>
          </a:xfrm>
          <a:prstGeom prst="straightConnector1">
            <a:avLst/>
          </a:prstGeom>
          <a:noFill/>
          <a:ln cap="flat" cmpd="sng" w="9525">
            <a:solidFill>
              <a:schemeClr val="dk1"/>
            </a:solidFill>
            <a:prstDash val="solid"/>
            <a:miter lim="800000"/>
            <a:headEnd len="med" w="med" type="none"/>
            <a:tailEnd len="med" w="med" type="none"/>
          </a:ln>
        </p:spPr>
      </p:cxnSp>
      <p:sp>
        <p:nvSpPr>
          <p:cNvPr id="5468" name="Google Shape;5468;p5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Throughput</a:t>
            </a:r>
            <a:endParaRPr/>
          </a:p>
        </p:txBody>
      </p:sp>
      <p:sp>
        <p:nvSpPr>
          <p:cNvPr id="5469" name="Google Shape;5469;p56"/>
          <p:cNvSpPr txBox="1"/>
          <p:nvPr>
            <p:ph idx="1" type="body"/>
          </p:nvPr>
        </p:nvSpPr>
        <p:spPr>
          <a:xfrm>
            <a:off x="519112" y="1447800"/>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1" lang="en-US" sz="2800" u="none">
                <a:solidFill>
                  <a:srgbClr val="FF3300"/>
                </a:solidFill>
                <a:latin typeface="Comic Sans MS"/>
                <a:ea typeface="Comic Sans MS"/>
                <a:cs typeface="Comic Sans MS"/>
                <a:sym typeface="Comic Sans MS"/>
              </a:rPr>
              <a:t>throughput:</a:t>
            </a:r>
            <a:r>
              <a:rPr b="0" i="0" lang="en-US" sz="2800" u="none">
                <a:solidFill>
                  <a:schemeClr val="dk1"/>
                </a:solidFill>
                <a:latin typeface="Comic Sans MS"/>
                <a:ea typeface="Comic Sans MS"/>
                <a:cs typeface="Comic Sans MS"/>
                <a:sym typeface="Comic Sans MS"/>
              </a:rPr>
              <a:t> rate (bits/time unit) at which bits transferred between sender/receiver</a:t>
            </a:r>
            <a:endParaRPr/>
          </a:p>
          <a:p>
            <a:pPr indent="-285750" lvl="1" marL="742950" rtl="0" algn="l">
              <a:lnSpc>
                <a:spcPct val="100000"/>
              </a:lnSpc>
              <a:spcBef>
                <a:spcPts val="480"/>
              </a:spcBef>
              <a:spcAft>
                <a:spcPts val="0"/>
              </a:spcAft>
              <a:buClr>
                <a:schemeClr val="accent2"/>
              </a:buClr>
              <a:buSzPts val="1800"/>
              <a:buFont typeface="Noto Sans Symbols"/>
              <a:buChar char="❖"/>
            </a:pPr>
            <a:r>
              <a:rPr b="0" i="1" lang="en-US" sz="2400" u="none">
                <a:solidFill>
                  <a:srgbClr val="FF3300"/>
                </a:solidFill>
                <a:latin typeface="Comic Sans MS"/>
                <a:ea typeface="Comic Sans MS"/>
                <a:cs typeface="Comic Sans MS"/>
                <a:sym typeface="Comic Sans MS"/>
              </a:rPr>
              <a:t>instantaneous</a:t>
            </a:r>
            <a:r>
              <a:rPr b="0" i="1" lang="en-US" sz="2400" u="none">
                <a:solidFill>
                  <a:schemeClr val="dk1"/>
                </a:solidFill>
                <a:latin typeface="Comic Sans MS"/>
                <a:ea typeface="Comic Sans MS"/>
                <a:cs typeface="Comic Sans MS"/>
                <a:sym typeface="Comic Sans MS"/>
              </a:rPr>
              <a:t>:</a:t>
            </a:r>
            <a:r>
              <a:rPr b="0" i="0" lang="en-US" sz="2400" u="none">
                <a:solidFill>
                  <a:schemeClr val="dk1"/>
                </a:solidFill>
                <a:latin typeface="Comic Sans MS"/>
                <a:ea typeface="Comic Sans MS"/>
                <a:cs typeface="Comic Sans MS"/>
                <a:sym typeface="Comic Sans MS"/>
              </a:rPr>
              <a:t> rate at given point in time</a:t>
            </a:r>
            <a:endParaRPr/>
          </a:p>
          <a:p>
            <a:pPr indent="-285750" lvl="1" marL="742950" rtl="0" algn="l">
              <a:lnSpc>
                <a:spcPct val="100000"/>
              </a:lnSpc>
              <a:spcBef>
                <a:spcPts val="480"/>
              </a:spcBef>
              <a:spcAft>
                <a:spcPts val="0"/>
              </a:spcAft>
              <a:buClr>
                <a:schemeClr val="accent2"/>
              </a:buClr>
              <a:buSzPts val="1800"/>
              <a:buFont typeface="Noto Sans Symbols"/>
              <a:buChar char="❖"/>
            </a:pPr>
            <a:r>
              <a:rPr b="0" i="1" lang="en-US" sz="2400" u="none">
                <a:solidFill>
                  <a:srgbClr val="FF3300"/>
                </a:solidFill>
                <a:latin typeface="Comic Sans MS"/>
                <a:ea typeface="Comic Sans MS"/>
                <a:cs typeface="Comic Sans MS"/>
                <a:sym typeface="Comic Sans MS"/>
              </a:rPr>
              <a:t>average:</a:t>
            </a:r>
            <a:r>
              <a:rPr b="0" i="0" lang="en-US" sz="2400" u="none">
                <a:solidFill>
                  <a:schemeClr val="dk1"/>
                </a:solidFill>
                <a:latin typeface="Comic Sans MS"/>
                <a:ea typeface="Comic Sans MS"/>
                <a:cs typeface="Comic Sans MS"/>
                <a:sym typeface="Comic Sans MS"/>
              </a:rPr>
              <a:t> rate over longer period of time</a:t>
            </a:r>
            <a:endParaRPr/>
          </a:p>
        </p:txBody>
      </p:sp>
      <p:grpSp>
        <p:nvGrpSpPr>
          <p:cNvPr id="5470" name="Google Shape;5470;p56"/>
          <p:cNvGrpSpPr/>
          <p:nvPr/>
        </p:nvGrpSpPr>
        <p:grpSpPr>
          <a:xfrm>
            <a:off x="3806825" y="4394200"/>
            <a:ext cx="1055687" cy="360362"/>
            <a:chOff x="3600" y="219"/>
            <a:chExt cx="360" cy="175"/>
          </a:xfrm>
        </p:grpSpPr>
        <p:sp>
          <p:nvSpPr>
            <p:cNvPr id="5471" name="Google Shape;5471;p5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472" name="Google Shape;5472;p5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473" name="Google Shape;5473;p5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474" name="Google Shape;5474;p5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75" name="Google Shape;5475;p5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476" name="Google Shape;5476;p56"/>
            <p:cNvGrpSpPr/>
            <p:nvPr/>
          </p:nvGrpSpPr>
          <p:grpSpPr>
            <a:xfrm>
              <a:off x="3686" y="244"/>
              <a:ext cx="177" cy="66"/>
              <a:chOff x="2848" y="848"/>
              <a:chExt cx="140" cy="98"/>
            </a:xfrm>
          </p:grpSpPr>
          <p:cxnSp>
            <p:nvCxnSpPr>
              <p:cNvPr id="5477" name="Google Shape;5477;p5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478" name="Google Shape;5478;p5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479" name="Google Shape;5479;p5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480" name="Google Shape;5480;p56"/>
            <p:cNvGrpSpPr/>
            <p:nvPr/>
          </p:nvGrpSpPr>
          <p:grpSpPr>
            <a:xfrm flipH="1" rot="10800000">
              <a:off x="3686" y="243"/>
              <a:ext cx="177" cy="66"/>
              <a:chOff x="2848" y="848"/>
              <a:chExt cx="140" cy="98"/>
            </a:xfrm>
          </p:grpSpPr>
          <p:cxnSp>
            <p:nvCxnSpPr>
              <p:cNvPr id="5481" name="Google Shape;5481;p5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482" name="Google Shape;5482;p5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483" name="Google Shape;5483;p5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5484" name="Google Shape;5484;p56"/>
          <p:cNvGraphicFramePr/>
          <p:nvPr/>
        </p:nvGraphicFramePr>
        <p:xfrm>
          <a:off x="7721600" y="4062412"/>
          <a:ext cx="785812" cy="655637"/>
        </p:xfrm>
        <a:graphic>
          <a:graphicData uri="http://schemas.openxmlformats.org/presentationml/2006/ole">
            <mc:AlternateContent>
              <mc:Choice Requires="v">
                <p:oleObj r:id="rId4" imgH="655637" imgW="785812" progId="MS_ClipArt_Gallery.2" spid="_x0000_s1">
                  <p:embed/>
                </p:oleObj>
              </mc:Choice>
              <mc:Fallback>
                <p:oleObj r:id="rId5" imgH="655637" imgW="785812" progId="MS_ClipArt_Gallery.2">
                  <p:embed/>
                  <p:pic>
                    <p:nvPicPr>
                      <p:cNvPr id="5484" name="Google Shape;5484;p56"/>
                      <p:cNvPicPr preferRelativeResize="0"/>
                      <p:nvPr/>
                    </p:nvPicPr>
                    <p:blipFill rotWithShape="1">
                      <a:blip r:embed="rId6">
                        <a:alphaModFix/>
                      </a:blip>
                      <a:srcRect b="0" l="0" r="0" t="0"/>
                      <a:stretch/>
                    </p:blipFill>
                    <p:spPr>
                      <a:xfrm>
                        <a:off x="7721600" y="4062412"/>
                        <a:ext cx="785812" cy="655637"/>
                      </a:xfrm>
                      <a:prstGeom prst="rect">
                        <a:avLst/>
                      </a:prstGeom>
                      <a:noFill/>
                      <a:ln>
                        <a:noFill/>
                      </a:ln>
                    </p:spPr>
                  </p:pic>
                </p:oleObj>
              </mc:Fallback>
            </mc:AlternateContent>
          </a:graphicData>
        </a:graphic>
      </p:graphicFrame>
      <p:grpSp>
        <p:nvGrpSpPr>
          <p:cNvPr id="5485" name="Google Shape;5485;p56"/>
          <p:cNvGrpSpPr/>
          <p:nvPr/>
        </p:nvGrpSpPr>
        <p:grpSpPr>
          <a:xfrm>
            <a:off x="942975" y="3981450"/>
            <a:ext cx="374650" cy="838200"/>
            <a:chOff x="4180" y="783"/>
            <a:chExt cx="150" cy="307"/>
          </a:xfrm>
        </p:grpSpPr>
        <p:sp>
          <p:nvSpPr>
            <p:cNvPr id="5486" name="Google Shape;5486;p56"/>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87" name="Google Shape;5487;p56"/>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88" name="Google Shape;5488;p56"/>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89" name="Google Shape;5489;p56"/>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490" name="Google Shape;5490;p56"/>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5491" name="Google Shape;5491;p56"/>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5492" name="Google Shape;5492;p56"/>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93" name="Google Shape;5493;p56"/>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494" name="Google Shape;5494;p56"/>
          <p:cNvSpPr txBox="1"/>
          <p:nvPr/>
        </p:nvSpPr>
        <p:spPr>
          <a:xfrm>
            <a:off x="242887" y="5043487"/>
            <a:ext cx="2127250"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server, with</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file of F bits </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to send to client</a:t>
            </a:r>
            <a:endParaRPr/>
          </a:p>
        </p:txBody>
      </p:sp>
      <p:sp>
        <p:nvSpPr>
          <p:cNvPr id="5495" name="Google Shape;5495;p56"/>
          <p:cNvSpPr/>
          <p:nvPr/>
        </p:nvSpPr>
        <p:spPr>
          <a:xfrm>
            <a:off x="419100" y="3641725"/>
            <a:ext cx="449262" cy="581025"/>
          </a:xfrm>
          <a:prstGeom prst="can">
            <a:avLst>
              <a:gd fmla="val 4367"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96" name="Google Shape;5496;p56"/>
          <p:cNvSpPr txBox="1"/>
          <p:nvPr/>
        </p:nvSpPr>
        <p:spPr>
          <a:xfrm>
            <a:off x="2674937" y="4973637"/>
            <a:ext cx="16510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link capacity</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R</a:t>
            </a:r>
            <a:r>
              <a:rPr b="0" baseline="-25000" i="0" lang="en-US" sz="2800" u="none">
                <a:solidFill>
                  <a:schemeClr val="dk1"/>
                </a:solidFill>
                <a:latin typeface="Comic Sans MS"/>
                <a:ea typeface="Comic Sans MS"/>
                <a:cs typeface="Comic Sans MS"/>
                <a:sym typeface="Comic Sans MS"/>
              </a:rPr>
              <a:t>s</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sp>
        <p:nvSpPr>
          <p:cNvPr id="5497" name="Google Shape;5497;p56"/>
          <p:cNvSpPr txBox="1"/>
          <p:nvPr/>
        </p:nvSpPr>
        <p:spPr>
          <a:xfrm>
            <a:off x="5543550" y="4970462"/>
            <a:ext cx="16510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link capacity</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R</a:t>
            </a:r>
            <a:r>
              <a:rPr b="0" baseline="-25000" i="0" lang="en-US" sz="2800" u="none">
                <a:solidFill>
                  <a:schemeClr val="dk1"/>
                </a:solidFill>
                <a:latin typeface="Comic Sans MS"/>
                <a:ea typeface="Comic Sans MS"/>
                <a:cs typeface="Comic Sans MS"/>
                <a:sym typeface="Comic Sans MS"/>
              </a:rPr>
              <a:t>c</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grpSp>
        <p:nvGrpSpPr>
          <p:cNvPr id="5498" name="Google Shape;5498;p56"/>
          <p:cNvGrpSpPr/>
          <p:nvPr/>
        </p:nvGrpSpPr>
        <p:grpSpPr>
          <a:xfrm>
            <a:off x="1404937" y="4371975"/>
            <a:ext cx="3568700" cy="1676400"/>
            <a:chOff x="913" y="2726"/>
            <a:chExt cx="2248" cy="1056"/>
          </a:xfrm>
        </p:grpSpPr>
        <p:grpSp>
          <p:nvGrpSpPr>
            <p:cNvPr id="5499" name="Google Shape;5499;p56"/>
            <p:cNvGrpSpPr/>
            <p:nvPr/>
          </p:nvGrpSpPr>
          <p:grpSpPr>
            <a:xfrm>
              <a:off x="913" y="2726"/>
              <a:ext cx="1463" cy="247"/>
              <a:chOff x="2249" y="3430"/>
              <a:chExt cx="1389" cy="256"/>
            </a:xfrm>
          </p:grpSpPr>
          <p:sp>
            <p:nvSpPr>
              <p:cNvPr id="5500" name="Google Shape;5500;p56"/>
              <p:cNvSpPr/>
              <p:nvPr/>
            </p:nvSpPr>
            <p:spPr>
              <a:xfrm>
                <a:off x="3569" y="3433"/>
                <a:ext cx="69" cy="253"/>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1" name="Google Shape;5501;p56"/>
              <p:cNvSpPr txBox="1"/>
              <p:nvPr/>
            </p:nvSpPr>
            <p:spPr>
              <a:xfrm>
                <a:off x="2275" y="3433"/>
                <a:ext cx="1326" cy="253"/>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2" name="Google Shape;5502;p56"/>
              <p:cNvSpPr/>
              <p:nvPr/>
            </p:nvSpPr>
            <p:spPr>
              <a:xfrm>
                <a:off x="2249" y="3430"/>
                <a:ext cx="69" cy="253"/>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3" name="Google Shape;5503;p56"/>
              <p:cNvSpPr txBox="1"/>
              <p:nvPr/>
            </p:nvSpPr>
            <p:spPr>
              <a:xfrm>
                <a:off x="3562" y="3438"/>
                <a:ext cx="44" cy="246"/>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504" name="Google Shape;5504;p56"/>
            <p:cNvSpPr txBox="1"/>
            <p:nvPr/>
          </p:nvSpPr>
          <p:spPr>
            <a:xfrm>
              <a:off x="1392" y="3148"/>
              <a:ext cx="1769" cy="63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pipe that can carry</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fluid at rate</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R</a:t>
              </a:r>
              <a:r>
                <a:rPr b="0" baseline="-25000" i="0" lang="en-US" sz="2800" u="none">
                  <a:solidFill>
                    <a:schemeClr val="dk1"/>
                  </a:solidFill>
                  <a:latin typeface="Comic Sans MS"/>
                  <a:ea typeface="Comic Sans MS"/>
                  <a:cs typeface="Comic Sans MS"/>
                  <a:sym typeface="Comic Sans MS"/>
                </a:rPr>
                <a:t>s</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grpSp>
      <p:cxnSp>
        <p:nvCxnSpPr>
          <p:cNvPr id="5505" name="Google Shape;5505;p56"/>
          <p:cNvCxnSpPr/>
          <p:nvPr/>
        </p:nvCxnSpPr>
        <p:spPr>
          <a:xfrm rot="10800000">
            <a:off x="2801937" y="4614862"/>
            <a:ext cx="477837" cy="450850"/>
          </a:xfrm>
          <a:prstGeom prst="straightConnector1">
            <a:avLst/>
          </a:prstGeom>
          <a:noFill/>
          <a:ln cap="flat" cmpd="sng" w="9525">
            <a:solidFill>
              <a:schemeClr val="dk1"/>
            </a:solidFill>
            <a:prstDash val="solid"/>
            <a:miter lim="800000"/>
            <a:headEnd len="med" w="med" type="none"/>
            <a:tailEnd len="med" w="med" type="none"/>
          </a:ln>
        </p:spPr>
      </p:cxnSp>
      <p:cxnSp>
        <p:nvCxnSpPr>
          <p:cNvPr id="5506" name="Google Shape;5506;p56"/>
          <p:cNvCxnSpPr/>
          <p:nvPr/>
        </p:nvCxnSpPr>
        <p:spPr>
          <a:xfrm rot="10800000">
            <a:off x="5834062" y="4557712"/>
            <a:ext cx="479425" cy="522287"/>
          </a:xfrm>
          <a:prstGeom prst="straightConnector1">
            <a:avLst/>
          </a:prstGeom>
          <a:noFill/>
          <a:ln cap="flat" cmpd="sng" w="9525">
            <a:solidFill>
              <a:schemeClr val="dk1"/>
            </a:solidFill>
            <a:prstDash val="solid"/>
            <a:miter lim="800000"/>
            <a:headEnd len="med" w="med" type="none"/>
            <a:tailEnd len="med" w="med" type="none"/>
          </a:ln>
        </p:spPr>
      </p:cxnSp>
      <p:sp>
        <p:nvSpPr>
          <p:cNvPr id="5507" name="Google Shape;5507;p56"/>
          <p:cNvSpPr/>
          <p:nvPr/>
        </p:nvSpPr>
        <p:spPr>
          <a:xfrm flipH="1" rot="10800000">
            <a:off x="508000" y="4064000"/>
            <a:ext cx="974725" cy="720725"/>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8" name="Google Shape;5508;p56"/>
          <p:cNvSpPr/>
          <p:nvPr/>
        </p:nvSpPr>
        <p:spPr>
          <a:xfrm>
            <a:off x="7286625" y="4325937"/>
            <a:ext cx="889000" cy="485775"/>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09" name="Google Shape;5509;p56"/>
          <p:cNvGrpSpPr/>
          <p:nvPr/>
        </p:nvGrpSpPr>
        <p:grpSpPr>
          <a:xfrm>
            <a:off x="4910137" y="4248150"/>
            <a:ext cx="3178175" cy="1822450"/>
            <a:chOff x="3093" y="2676"/>
            <a:chExt cx="2002" cy="1148"/>
          </a:xfrm>
        </p:grpSpPr>
        <p:grpSp>
          <p:nvGrpSpPr>
            <p:cNvPr id="5510" name="Google Shape;5510;p56"/>
            <p:cNvGrpSpPr/>
            <p:nvPr/>
          </p:nvGrpSpPr>
          <p:grpSpPr>
            <a:xfrm>
              <a:off x="3093" y="2676"/>
              <a:ext cx="1765" cy="366"/>
              <a:chOff x="2249" y="3430"/>
              <a:chExt cx="1389" cy="256"/>
            </a:xfrm>
          </p:grpSpPr>
          <p:sp>
            <p:nvSpPr>
              <p:cNvPr id="5511" name="Google Shape;5511;p56"/>
              <p:cNvSpPr/>
              <p:nvPr/>
            </p:nvSpPr>
            <p:spPr>
              <a:xfrm>
                <a:off x="3569" y="3433"/>
                <a:ext cx="69" cy="253"/>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2" name="Google Shape;5512;p56"/>
              <p:cNvSpPr txBox="1"/>
              <p:nvPr/>
            </p:nvSpPr>
            <p:spPr>
              <a:xfrm>
                <a:off x="2275" y="3433"/>
                <a:ext cx="1326" cy="253"/>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3" name="Google Shape;5513;p56"/>
              <p:cNvSpPr/>
              <p:nvPr/>
            </p:nvSpPr>
            <p:spPr>
              <a:xfrm>
                <a:off x="2249" y="3430"/>
                <a:ext cx="69" cy="253"/>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4" name="Google Shape;5514;p56"/>
              <p:cNvSpPr txBox="1"/>
              <p:nvPr/>
            </p:nvSpPr>
            <p:spPr>
              <a:xfrm>
                <a:off x="3562" y="3438"/>
                <a:ext cx="44" cy="246"/>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515" name="Google Shape;5515;p56"/>
            <p:cNvSpPr txBox="1"/>
            <p:nvPr/>
          </p:nvSpPr>
          <p:spPr>
            <a:xfrm>
              <a:off x="3235" y="3190"/>
              <a:ext cx="1860" cy="63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pipe that can carry</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fluid at rate</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R</a:t>
              </a:r>
              <a:r>
                <a:rPr b="0" baseline="-25000" i="0" lang="en-US" sz="2800" u="none">
                  <a:solidFill>
                    <a:schemeClr val="dk1"/>
                  </a:solidFill>
                  <a:latin typeface="Comic Sans MS"/>
                  <a:ea typeface="Comic Sans MS"/>
                  <a:cs typeface="Comic Sans MS"/>
                  <a:sym typeface="Comic Sans MS"/>
                </a:rPr>
                <a:t>c</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grpSp>
      <p:sp>
        <p:nvSpPr>
          <p:cNvPr id="5516" name="Google Shape;5516;p56"/>
          <p:cNvSpPr/>
          <p:nvPr/>
        </p:nvSpPr>
        <p:spPr>
          <a:xfrm>
            <a:off x="3708400" y="4319587"/>
            <a:ext cx="1484312" cy="485775"/>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517" name="Google Shape;5517;p56"/>
          <p:cNvCxnSpPr/>
          <p:nvPr/>
        </p:nvCxnSpPr>
        <p:spPr>
          <a:xfrm>
            <a:off x="1030287" y="4876800"/>
            <a:ext cx="0" cy="217487"/>
          </a:xfrm>
          <a:prstGeom prst="straightConnector1">
            <a:avLst/>
          </a:prstGeom>
          <a:noFill/>
          <a:ln cap="flat" cmpd="sng" w="9525">
            <a:solidFill>
              <a:schemeClr val="dk1"/>
            </a:solidFill>
            <a:prstDash val="solid"/>
            <a:miter lim="800000"/>
            <a:headEnd len="med" w="med" type="none"/>
            <a:tailEnd len="med" w="med" type="none"/>
          </a:ln>
        </p:spPr>
      </p:cxnSp>
      <p:sp>
        <p:nvSpPr>
          <p:cNvPr id="5518" name="Google Shape;5518;p56"/>
          <p:cNvSpPr txBox="1"/>
          <p:nvPr/>
        </p:nvSpPr>
        <p:spPr>
          <a:xfrm>
            <a:off x="0" y="5067300"/>
            <a:ext cx="2319337" cy="10064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server sends bits </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(fluid) into pipe</a:t>
            </a:r>
            <a:endParaRPr/>
          </a:p>
          <a:p>
            <a:pPr indent="0" lvl="0" marL="0" marR="0" rtl="0" algn="l">
              <a:lnSpc>
                <a:spcPct val="100000"/>
              </a:lnSpc>
              <a:spcBef>
                <a:spcPts val="0"/>
              </a:spcBef>
              <a:spcAft>
                <a:spcPts val="0"/>
              </a:spcAft>
              <a:buNone/>
            </a:pPr>
            <a:r>
              <a:t/>
            </a:r>
            <a:endParaRPr b="0" i="0" sz="2000" u="none">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22" name="Shape 5522"/>
        <p:cNvGrpSpPr/>
        <p:nvPr/>
      </p:nvGrpSpPr>
      <p:grpSpPr>
        <a:xfrm>
          <a:off x="0" y="0"/>
          <a:ext cx="0" cy="0"/>
          <a:chOff x="0" y="0"/>
          <a:chExt cx="0" cy="0"/>
        </a:xfrm>
      </p:grpSpPr>
      <p:sp>
        <p:nvSpPr>
          <p:cNvPr id="5523" name="Google Shape;5523;p5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524" name="Google Shape;5524;p5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525" name="Google Shape;5525;p57"/>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Throughput (more)</a:t>
            </a:r>
            <a:endParaRPr/>
          </a:p>
        </p:txBody>
      </p:sp>
      <p:sp>
        <p:nvSpPr>
          <p:cNvPr id="5526" name="Google Shape;5526;p57"/>
          <p:cNvSpPr txBox="1"/>
          <p:nvPr>
            <p:ph idx="1" type="body"/>
          </p:nvPr>
        </p:nvSpPr>
        <p:spPr>
          <a:xfrm>
            <a:off x="519112" y="1447800"/>
            <a:ext cx="8150225" cy="5540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1" lang="en-US" sz="2800" u="none">
                <a:solidFill>
                  <a:srgbClr val="FF3300"/>
                </a:solidFill>
                <a:latin typeface="Comic Sans MS"/>
                <a:ea typeface="Comic Sans MS"/>
                <a:cs typeface="Comic Sans MS"/>
                <a:sym typeface="Comic Sans MS"/>
              </a:rPr>
              <a:t>R</a:t>
            </a:r>
            <a:r>
              <a:rPr b="0" baseline="-25000" i="1" lang="en-US" sz="2800" u="none">
                <a:solidFill>
                  <a:srgbClr val="FF3300"/>
                </a:solidFill>
                <a:latin typeface="Comic Sans MS"/>
                <a:ea typeface="Comic Sans MS"/>
                <a:cs typeface="Comic Sans MS"/>
                <a:sym typeface="Comic Sans MS"/>
              </a:rPr>
              <a:t>s</a:t>
            </a:r>
            <a:r>
              <a:rPr b="0" i="1" lang="en-US" sz="2800" u="none">
                <a:solidFill>
                  <a:srgbClr val="FF3300"/>
                </a:solidFill>
                <a:latin typeface="Comic Sans MS"/>
                <a:ea typeface="Comic Sans MS"/>
                <a:cs typeface="Comic Sans MS"/>
                <a:sym typeface="Comic Sans MS"/>
              </a:rPr>
              <a:t> &lt; R</a:t>
            </a:r>
            <a:r>
              <a:rPr b="0" baseline="-25000" i="1" lang="en-US" sz="2800" u="none">
                <a:solidFill>
                  <a:srgbClr val="FF3300"/>
                </a:solidFill>
                <a:latin typeface="Comic Sans MS"/>
                <a:ea typeface="Comic Sans MS"/>
                <a:cs typeface="Comic Sans MS"/>
                <a:sym typeface="Comic Sans MS"/>
              </a:rPr>
              <a:t>c</a:t>
            </a:r>
            <a:r>
              <a:rPr b="0" i="1" lang="en-US" sz="2800" u="none">
                <a:solidFill>
                  <a:srgbClr val="FF3300"/>
                </a:solidFill>
                <a:latin typeface="Comic Sans MS"/>
                <a:ea typeface="Comic Sans MS"/>
                <a:cs typeface="Comic Sans MS"/>
                <a:sym typeface="Comic Sans MS"/>
              </a:rPr>
              <a:t>  </a:t>
            </a:r>
            <a:r>
              <a:rPr b="0" i="0" lang="en-US" sz="2800" u="none">
                <a:solidFill>
                  <a:schemeClr val="dk1"/>
                </a:solidFill>
                <a:latin typeface="Comic Sans MS"/>
                <a:ea typeface="Comic Sans MS"/>
                <a:cs typeface="Comic Sans MS"/>
                <a:sym typeface="Comic Sans MS"/>
              </a:rPr>
              <a:t>What is average end-end throughput?</a:t>
            </a:r>
            <a:endParaRPr/>
          </a:p>
        </p:txBody>
      </p:sp>
      <p:cxnSp>
        <p:nvCxnSpPr>
          <p:cNvPr id="5527" name="Google Shape;5527;p57"/>
          <p:cNvCxnSpPr/>
          <p:nvPr/>
        </p:nvCxnSpPr>
        <p:spPr>
          <a:xfrm>
            <a:off x="2112962" y="2741612"/>
            <a:ext cx="5811837" cy="0"/>
          </a:xfrm>
          <a:prstGeom prst="straightConnector1">
            <a:avLst/>
          </a:prstGeom>
          <a:noFill/>
          <a:ln cap="flat" cmpd="sng" w="9525">
            <a:solidFill>
              <a:schemeClr val="dk1"/>
            </a:solidFill>
            <a:prstDash val="solid"/>
            <a:miter lim="800000"/>
            <a:headEnd len="med" w="med" type="none"/>
            <a:tailEnd len="med" w="med" type="none"/>
          </a:ln>
        </p:spPr>
      </p:cxnSp>
      <p:grpSp>
        <p:nvGrpSpPr>
          <p:cNvPr id="5528" name="Google Shape;5528;p57"/>
          <p:cNvGrpSpPr/>
          <p:nvPr/>
        </p:nvGrpSpPr>
        <p:grpSpPr>
          <a:xfrm>
            <a:off x="4289425" y="2633662"/>
            <a:ext cx="971550" cy="282575"/>
            <a:chOff x="3600" y="219"/>
            <a:chExt cx="360" cy="175"/>
          </a:xfrm>
        </p:grpSpPr>
        <p:sp>
          <p:nvSpPr>
            <p:cNvPr id="5529" name="Google Shape;5529;p5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530" name="Google Shape;5530;p5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531" name="Google Shape;5531;p5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532" name="Google Shape;5532;p5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33" name="Google Shape;5533;p5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34" name="Google Shape;5534;p57"/>
            <p:cNvGrpSpPr/>
            <p:nvPr/>
          </p:nvGrpSpPr>
          <p:grpSpPr>
            <a:xfrm>
              <a:off x="3686" y="244"/>
              <a:ext cx="177" cy="66"/>
              <a:chOff x="2848" y="848"/>
              <a:chExt cx="140" cy="98"/>
            </a:xfrm>
          </p:grpSpPr>
          <p:cxnSp>
            <p:nvCxnSpPr>
              <p:cNvPr id="5535" name="Google Shape;5535;p5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536" name="Google Shape;5536;p5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537" name="Google Shape;5537;p5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538" name="Google Shape;5538;p57"/>
            <p:cNvGrpSpPr/>
            <p:nvPr/>
          </p:nvGrpSpPr>
          <p:grpSpPr>
            <a:xfrm flipH="1" rot="10800000">
              <a:off x="3686" y="243"/>
              <a:ext cx="177" cy="66"/>
              <a:chOff x="2848" y="848"/>
              <a:chExt cx="140" cy="98"/>
            </a:xfrm>
          </p:grpSpPr>
          <p:cxnSp>
            <p:nvCxnSpPr>
              <p:cNvPr id="5539" name="Google Shape;5539;p5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540" name="Google Shape;5540;p5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541" name="Google Shape;5541;p5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5542" name="Google Shape;5542;p57"/>
          <p:cNvGraphicFramePr/>
          <p:nvPr/>
        </p:nvGraphicFramePr>
        <p:xfrm>
          <a:off x="8104187" y="2454275"/>
          <a:ext cx="722312" cy="512762"/>
        </p:xfrm>
        <a:graphic>
          <a:graphicData uri="http://schemas.openxmlformats.org/presentationml/2006/ole">
            <mc:AlternateContent>
              <mc:Choice Requires="v">
                <p:oleObj r:id="rId4" imgH="512762" imgW="722312" progId="MS_ClipArt_Gallery.2" spid="_x0000_s1">
                  <p:embed/>
                </p:oleObj>
              </mc:Choice>
              <mc:Fallback>
                <p:oleObj r:id="rId5" imgH="512762" imgW="722312" progId="MS_ClipArt_Gallery.2">
                  <p:embed/>
                  <p:pic>
                    <p:nvPicPr>
                      <p:cNvPr id="5542" name="Google Shape;5542;p57"/>
                      <p:cNvPicPr preferRelativeResize="0"/>
                      <p:nvPr/>
                    </p:nvPicPr>
                    <p:blipFill rotWithShape="1">
                      <a:blip r:embed="rId6">
                        <a:alphaModFix/>
                      </a:blip>
                      <a:srcRect b="0" l="0" r="0" t="0"/>
                      <a:stretch/>
                    </p:blipFill>
                    <p:spPr>
                      <a:xfrm>
                        <a:off x="8104187" y="2454275"/>
                        <a:ext cx="722312" cy="512762"/>
                      </a:xfrm>
                      <a:prstGeom prst="rect">
                        <a:avLst/>
                      </a:prstGeom>
                      <a:noFill/>
                      <a:ln>
                        <a:noFill/>
                      </a:ln>
                    </p:spPr>
                  </p:pic>
                </p:oleObj>
              </mc:Fallback>
            </mc:AlternateContent>
          </a:graphicData>
        </a:graphic>
      </p:graphicFrame>
      <p:grpSp>
        <p:nvGrpSpPr>
          <p:cNvPr id="5543" name="Google Shape;5543;p57"/>
          <p:cNvGrpSpPr/>
          <p:nvPr/>
        </p:nvGrpSpPr>
        <p:grpSpPr>
          <a:xfrm>
            <a:off x="1655762" y="2311400"/>
            <a:ext cx="344487" cy="655637"/>
            <a:chOff x="4180" y="783"/>
            <a:chExt cx="150" cy="307"/>
          </a:xfrm>
        </p:grpSpPr>
        <p:sp>
          <p:nvSpPr>
            <p:cNvPr id="5544" name="Google Shape;5544;p57"/>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5" name="Google Shape;5545;p57"/>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6" name="Google Shape;5546;p57"/>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7" name="Google Shape;5547;p57"/>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548" name="Google Shape;5548;p57"/>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5549" name="Google Shape;5549;p57"/>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5550" name="Google Shape;5550;p57"/>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1" name="Google Shape;5551;p57"/>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552" name="Google Shape;5552;p57"/>
          <p:cNvSpPr/>
          <p:nvPr/>
        </p:nvSpPr>
        <p:spPr>
          <a:xfrm>
            <a:off x="1173162" y="2044700"/>
            <a:ext cx="412750" cy="455612"/>
          </a:xfrm>
          <a:prstGeom prst="can">
            <a:avLst>
              <a:gd fmla="val 4367"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53" name="Google Shape;5553;p57"/>
          <p:cNvGrpSpPr/>
          <p:nvPr/>
        </p:nvGrpSpPr>
        <p:grpSpPr>
          <a:xfrm>
            <a:off x="2066925" y="2606675"/>
            <a:ext cx="2136775" cy="307975"/>
            <a:chOff x="2249" y="3430"/>
            <a:chExt cx="1389" cy="256"/>
          </a:xfrm>
        </p:grpSpPr>
        <p:sp>
          <p:nvSpPr>
            <p:cNvPr id="5554" name="Google Shape;5554;p57"/>
            <p:cNvSpPr/>
            <p:nvPr/>
          </p:nvSpPr>
          <p:spPr>
            <a:xfrm>
              <a:off x="3569" y="3433"/>
              <a:ext cx="69" cy="253"/>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5" name="Google Shape;5555;p57"/>
            <p:cNvSpPr txBox="1"/>
            <p:nvPr/>
          </p:nvSpPr>
          <p:spPr>
            <a:xfrm>
              <a:off x="2275" y="3433"/>
              <a:ext cx="1326" cy="253"/>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6" name="Google Shape;5556;p57"/>
            <p:cNvSpPr/>
            <p:nvPr/>
          </p:nvSpPr>
          <p:spPr>
            <a:xfrm>
              <a:off x="2249" y="3430"/>
              <a:ext cx="69" cy="253"/>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7" name="Google Shape;5557;p57"/>
            <p:cNvSpPr txBox="1"/>
            <p:nvPr/>
          </p:nvSpPr>
          <p:spPr>
            <a:xfrm>
              <a:off x="3562" y="3438"/>
              <a:ext cx="44" cy="245"/>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558" name="Google Shape;5558;p57"/>
          <p:cNvSpPr txBox="1"/>
          <p:nvPr/>
        </p:nvSpPr>
        <p:spPr>
          <a:xfrm>
            <a:off x="1855787" y="2562225"/>
            <a:ext cx="258603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R</a:t>
            </a:r>
            <a:r>
              <a:rPr b="0" baseline="-25000" i="0" lang="en-US" sz="2800" u="none">
                <a:solidFill>
                  <a:schemeClr val="dk1"/>
                </a:solidFill>
                <a:latin typeface="Comic Sans MS"/>
                <a:ea typeface="Comic Sans MS"/>
                <a:cs typeface="Comic Sans MS"/>
                <a:sym typeface="Comic Sans MS"/>
              </a:rPr>
              <a:t>s</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sp>
        <p:nvSpPr>
          <p:cNvPr id="5559" name="Google Shape;5559;p57"/>
          <p:cNvSpPr/>
          <p:nvPr/>
        </p:nvSpPr>
        <p:spPr>
          <a:xfrm flipH="1" rot="10800000">
            <a:off x="1255712" y="2374900"/>
            <a:ext cx="895350" cy="565150"/>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0" name="Google Shape;5560;p57"/>
          <p:cNvSpPr/>
          <p:nvPr/>
        </p:nvSpPr>
        <p:spPr>
          <a:xfrm>
            <a:off x="7489825" y="2581275"/>
            <a:ext cx="817562" cy="379412"/>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61" name="Google Shape;5561;p57"/>
          <p:cNvGrpSpPr/>
          <p:nvPr/>
        </p:nvGrpSpPr>
        <p:grpSpPr>
          <a:xfrm>
            <a:off x="5440362" y="2473325"/>
            <a:ext cx="2790825" cy="569913"/>
            <a:chOff x="3130" y="3069"/>
            <a:chExt cx="1911" cy="366"/>
          </a:xfrm>
        </p:grpSpPr>
        <p:grpSp>
          <p:nvGrpSpPr>
            <p:cNvPr id="5562" name="Google Shape;5562;p57"/>
            <p:cNvGrpSpPr/>
            <p:nvPr/>
          </p:nvGrpSpPr>
          <p:grpSpPr>
            <a:xfrm>
              <a:off x="3130" y="3069"/>
              <a:ext cx="1765" cy="366"/>
              <a:chOff x="2249" y="3430"/>
              <a:chExt cx="1389" cy="256"/>
            </a:xfrm>
          </p:grpSpPr>
          <p:sp>
            <p:nvSpPr>
              <p:cNvPr id="5563" name="Google Shape;5563;p57"/>
              <p:cNvSpPr/>
              <p:nvPr/>
            </p:nvSpPr>
            <p:spPr>
              <a:xfrm>
                <a:off x="3569" y="3433"/>
                <a:ext cx="69" cy="253"/>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4" name="Google Shape;5564;p57"/>
              <p:cNvSpPr txBox="1"/>
              <p:nvPr/>
            </p:nvSpPr>
            <p:spPr>
              <a:xfrm>
                <a:off x="2275" y="3433"/>
                <a:ext cx="1327" cy="253"/>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5" name="Google Shape;5565;p57"/>
              <p:cNvSpPr/>
              <p:nvPr/>
            </p:nvSpPr>
            <p:spPr>
              <a:xfrm>
                <a:off x="2249" y="3430"/>
                <a:ext cx="69" cy="253"/>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6" name="Google Shape;5566;p57"/>
              <p:cNvSpPr txBox="1"/>
              <p:nvPr/>
            </p:nvSpPr>
            <p:spPr>
              <a:xfrm>
                <a:off x="3562" y="3438"/>
                <a:ext cx="44" cy="246"/>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567" name="Google Shape;5567;p57"/>
            <p:cNvSpPr txBox="1"/>
            <p:nvPr/>
          </p:nvSpPr>
          <p:spPr>
            <a:xfrm>
              <a:off x="3181" y="3135"/>
              <a:ext cx="1860" cy="2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c</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grpSp>
      <p:sp>
        <p:nvSpPr>
          <p:cNvPr id="5568" name="Google Shape;5568;p57"/>
          <p:cNvSpPr/>
          <p:nvPr/>
        </p:nvSpPr>
        <p:spPr>
          <a:xfrm>
            <a:off x="4198937" y="2574925"/>
            <a:ext cx="1365250" cy="381000"/>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69" name="Google Shape;5569;p57"/>
          <p:cNvGrpSpPr/>
          <p:nvPr/>
        </p:nvGrpSpPr>
        <p:grpSpPr>
          <a:xfrm>
            <a:off x="555625" y="3341687"/>
            <a:ext cx="8307387" cy="1536701"/>
            <a:chOff x="350" y="2105"/>
            <a:chExt cx="5233" cy="968"/>
          </a:xfrm>
        </p:grpSpPr>
        <p:sp>
          <p:nvSpPr>
            <p:cNvPr id="5570" name="Google Shape;5570;p57"/>
            <p:cNvSpPr txBox="1"/>
            <p:nvPr/>
          </p:nvSpPr>
          <p:spPr>
            <a:xfrm>
              <a:off x="350" y="2105"/>
              <a:ext cx="5079" cy="34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380"/>
                <a:buFont typeface="Noto Sans Symbols"/>
                <a:buChar char="❑"/>
              </a:pPr>
              <a:r>
                <a:rPr b="0" i="1" lang="en-US" sz="2800" u="none">
                  <a:solidFill>
                    <a:srgbClr val="FF3300"/>
                  </a:solidFill>
                  <a:latin typeface="Comic Sans MS"/>
                  <a:ea typeface="Comic Sans MS"/>
                  <a:cs typeface="Comic Sans MS"/>
                  <a:sym typeface="Comic Sans MS"/>
                </a:rPr>
                <a:t>R</a:t>
              </a:r>
              <a:r>
                <a:rPr b="0" baseline="-25000" i="1" lang="en-US" sz="2800" u="none">
                  <a:solidFill>
                    <a:srgbClr val="FF3300"/>
                  </a:solidFill>
                  <a:latin typeface="Comic Sans MS"/>
                  <a:ea typeface="Comic Sans MS"/>
                  <a:cs typeface="Comic Sans MS"/>
                  <a:sym typeface="Comic Sans MS"/>
                </a:rPr>
                <a:t>s</a:t>
              </a:r>
              <a:r>
                <a:rPr b="0" i="1" lang="en-US" sz="2800" u="none">
                  <a:solidFill>
                    <a:srgbClr val="FF3300"/>
                  </a:solidFill>
                  <a:latin typeface="Comic Sans MS"/>
                  <a:ea typeface="Comic Sans MS"/>
                  <a:cs typeface="Comic Sans MS"/>
                  <a:sym typeface="Comic Sans MS"/>
                </a:rPr>
                <a:t> &gt; R</a:t>
              </a:r>
              <a:r>
                <a:rPr b="0" baseline="-25000" i="1" lang="en-US" sz="2800" u="none">
                  <a:solidFill>
                    <a:srgbClr val="FF3300"/>
                  </a:solidFill>
                  <a:latin typeface="Comic Sans MS"/>
                  <a:ea typeface="Comic Sans MS"/>
                  <a:cs typeface="Comic Sans MS"/>
                  <a:sym typeface="Comic Sans MS"/>
                </a:rPr>
                <a:t>c</a:t>
              </a:r>
              <a:r>
                <a:rPr b="0" i="1" lang="en-US" sz="2800" u="none">
                  <a:solidFill>
                    <a:srgbClr val="FF3300"/>
                  </a:solidFill>
                  <a:latin typeface="Comic Sans MS"/>
                  <a:ea typeface="Comic Sans MS"/>
                  <a:cs typeface="Comic Sans MS"/>
                  <a:sym typeface="Comic Sans MS"/>
                </a:rPr>
                <a:t>  </a:t>
              </a:r>
              <a:r>
                <a:rPr b="0" i="0" lang="en-US" sz="2800" u="none">
                  <a:solidFill>
                    <a:schemeClr val="dk1"/>
                  </a:solidFill>
                  <a:latin typeface="Comic Sans MS"/>
                  <a:ea typeface="Comic Sans MS"/>
                  <a:cs typeface="Comic Sans MS"/>
                  <a:sym typeface="Comic Sans MS"/>
                </a:rPr>
                <a:t>What is average end-end throughput?</a:t>
              </a:r>
              <a:endParaRPr/>
            </a:p>
          </p:txBody>
        </p:sp>
        <p:cxnSp>
          <p:nvCxnSpPr>
            <p:cNvPr id="5571" name="Google Shape;5571;p57"/>
            <p:cNvCxnSpPr/>
            <p:nvPr/>
          </p:nvCxnSpPr>
          <p:spPr>
            <a:xfrm>
              <a:off x="1354" y="2920"/>
              <a:ext cx="3661" cy="0"/>
            </a:xfrm>
            <a:prstGeom prst="straightConnector1">
              <a:avLst/>
            </a:prstGeom>
            <a:noFill/>
            <a:ln cap="flat" cmpd="sng" w="9525">
              <a:solidFill>
                <a:schemeClr val="dk1"/>
              </a:solidFill>
              <a:prstDash val="solid"/>
              <a:miter lim="800000"/>
              <a:headEnd len="med" w="med" type="none"/>
              <a:tailEnd len="med" w="med" type="none"/>
            </a:ln>
          </p:spPr>
        </p:cxnSp>
        <p:grpSp>
          <p:nvGrpSpPr>
            <p:cNvPr id="5572" name="Google Shape;5572;p57"/>
            <p:cNvGrpSpPr/>
            <p:nvPr/>
          </p:nvGrpSpPr>
          <p:grpSpPr>
            <a:xfrm>
              <a:off x="2725" y="2852"/>
              <a:ext cx="612" cy="178"/>
              <a:chOff x="3600" y="219"/>
              <a:chExt cx="360" cy="175"/>
            </a:xfrm>
          </p:grpSpPr>
          <p:sp>
            <p:nvSpPr>
              <p:cNvPr id="5573" name="Google Shape;5573;p57"/>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574" name="Google Shape;5574;p57"/>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575" name="Google Shape;5575;p57"/>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576" name="Google Shape;5576;p57"/>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77" name="Google Shape;5577;p57"/>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78" name="Google Shape;5578;p57"/>
              <p:cNvGrpSpPr/>
              <p:nvPr/>
            </p:nvGrpSpPr>
            <p:grpSpPr>
              <a:xfrm>
                <a:off x="3686" y="244"/>
                <a:ext cx="177" cy="66"/>
                <a:chOff x="2848" y="848"/>
                <a:chExt cx="140" cy="98"/>
              </a:xfrm>
            </p:grpSpPr>
            <p:cxnSp>
              <p:nvCxnSpPr>
                <p:cNvPr id="5579" name="Google Shape;5579;p5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580" name="Google Shape;5580;p5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581" name="Google Shape;5581;p5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582" name="Google Shape;5582;p57"/>
              <p:cNvGrpSpPr/>
              <p:nvPr/>
            </p:nvGrpSpPr>
            <p:grpSpPr>
              <a:xfrm flipH="1" rot="10800000">
                <a:off x="3686" y="243"/>
                <a:ext cx="177" cy="66"/>
                <a:chOff x="2848" y="848"/>
                <a:chExt cx="140" cy="98"/>
              </a:xfrm>
            </p:grpSpPr>
            <p:cxnSp>
              <p:nvCxnSpPr>
                <p:cNvPr id="5583" name="Google Shape;5583;p57"/>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584" name="Google Shape;5584;p57"/>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585" name="Google Shape;5585;p57"/>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5586" name="Google Shape;5586;p57"/>
            <p:cNvGraphicFramePr/>
            <p:nvPr/>
          </p:nvGraphicFramePr>
          <p:xfrm>
            <a:off x="5128" y="2739"/>
            <a:ext cx="455" cy="323"/>
          </p:xfrm>
          <a:graphic>
            <a:graphicData uri="http://schemas.openxmlformats.org/presentationml/2006/ole">
              <mc:AlternateContent>
                <mc:Choice Requires="v">
                  <p:oleObj r:id="rId7" imgH="323" imgW="455" progId="MS_ClipArt_Gallery.2" spid="_x0000_s2">
                    <p:embed/>
                  </p:oleObj>
                </mc:Choice>
                <mc:Fallback>
                  <p:oleObj r:id="rId8" imgH="323" imgW="455" progId="MS_ClipArt_Gallery.2">
                    <p:embed/>
                    <p:pic>
                      <p:nvPicPr>
                        <p:cNvPr id="5586" name="Google Shape;5586;p57"/>
                        <p:cNvPicPr preferRelativeResize="0"/>
                        <p:nvPr/>
                      </p:nvPicPr>
                      <p:blipFill rotWithShape="1">
                        <a:blip r:embed="rId6">
                          <a:alphaModFix/>
                        </a:blip>
                        <a:srcRect b="0" l="0" r="0" t="0"/>
                        <a:stretch/>
                      </p:blipFill>
                      <p:spPr>
                        <a:xfrm>
                          <a:off x="5128" y="2739"/>
                          <a:ext cx="455" cy="323"/>
                        </a:xfrm>
                        <a:prstGeom prst="rect">
                          <a:avLst/>
                        </a:prstGeom>
                        <a:noFill/>
                        <a:ln>
                          <a:noFill/>
                        </a:ln>
                      </p:spPr>
                    </p:pic>
                  </p:oleObj>
                </mc:Fallback>
              </mc:AlternateContent>
            </a:graphicData>
          </a:graphic>
        </p:graphicFrame>
        <p:grpSp>
          <p:nvGrpSpPr>
            <p:cNvPr id="5587" name="Google Shape;5587;p57"/>
            <p:cNvGrpSpPr/>
            <p:nvPr/>
          </p:nvGrpSpPr>
          <p:grpSpPr>
            <a:xfrm>
              <a:off x="1066" y="2649"/>
              <a:ext cx="217" cy="413"/>
              <a:chOff x="4180" y="783"/>
              <a:chExt cx="150" cy="307"/>
            </a:xfrm>
          </p:grpSpPr>
          <p:sp>
            <p:nvSpPr>
              <p:cNvPr id="5588" name="Google Shape;5588;p57"/>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89" name="Google Shape;5589;p57"/>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0" name="Google Shape;5590;p57"/>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1" name="Google Shape;5591;p57"/>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592" name="Google Shape;5592;p57"/>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5593" name="Google Shape;5593;p57"/>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5594" name="Google Shape;5594;p57"/>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5" name="Google Shape;5595;p57"/>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596" name="Google Shape;5596;p57"/>
            <p:cNvSpPr/>
            <p:nvPr/>
          </p:nvSpPr>
          <p:spPr>
            <a:xfrm>
              <a:off x="762" y="2481"/>
              <a:ext cx="260" cy="287"/>
            </a:xfrm>
            <a:prstGeom prst="can">
              <a:avLst>
                <a:gd fmla="val 4367"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7" name="Google Shape;5597;p57"/>
            <p:cNvSpPr/>
            <p:nvPr/>
          </p:nvSpPr>
          <p:spPr>
            <a:xfrm>
              <a:off x="4741" y="2819"/>
              <a:ext cx="515" cy="239"/>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598" name="Google Shape;5598;p57"/>
            <p:cNvGrpSpPr/>
            <p:nvPr/>
          </p:nvGrpSpPr>
          <p:grpSpPr>
            <a:xfrm>
              <a:off x="1328" y="2714"/>
              <a:ext cx="1347" cy="359"/>
              <a:chOff x="2249" y="3430"/>
              <a:chExt cx="1389" cy="256"/>
            </a:xfrm>
          </p:grpSpPr>
          <p:sp>
            <p:nvSpPr>
              <p:cNvPr id="5599" name="Google Shape;5599;p57"/>
              <p:cNvSpPr/>
              <p:nvPr/>
            </p:nvSpPr>
            <p:spPr>
              <a:xfrm>
                <a:off x="3569" y="3433"/>
                <a:ext cx="69" cy="253"/>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0" name="Google Shape;5600;p57"/>
              <p:cNvSpPr txBox="1"/>
              <p:nvPr/>
            </p:nvSpPr>
            <p:spPr>
              <a:xfrm>
                <a:off x="2275" y="3433"/>
                <a:ext cx="1326" cy="253"/>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1" name="Google Shape;5601;p57"/>
              <p:cNvSpPr/>
              <p:nvPr/>
            </p:nvSpPr>
            <p:spPr>
              <a:xfrm>
                <a:off x="2249" y="3430"/>
                <a:ext cx="69" cy="253"/>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2" name="Google Shape;5602;p57"/>
              <p:cNvSpPr txBox="1"/>
              <p:nvPr/>
            </p:nvSpPr>
            <p:spPr>
              <a:xfrm>
                <a:off x="3562" y="3438"/>
                <a:ext cx="44" cy="246"/>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603" name="Google Shape;5603;p57"/>
            <p:cNvSpPr txBox="1"/>
            <p:nvPr/>
          </p:nvSpPr>
          <p:spPr>
            <a:xfrm>
              <a:off x="1313" y="2788"/>
              <a:ext cx="141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s</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grpSp>
          <p:nvGrpSpPr>
            <p:cNvPr id="5604" name="Google Shape;5604;p57"/>
            <p:cNvGrpSpPr/>
            <p:nvPr/>
          </p:nvGrpSpPr>
          <p:grpSpPr>
            <a:xfrm>
              <a:off x="3419" y="2835"/>
              <a:ext cx="1621" cy="194"/>
              <a:chOff x="2249" y="3430"/>
              <a:chExt cx="1389" cy="256"/>
            </a:xfrm>
          </p:grpSpPr>
          <p:sp>
            <p:nvSpPr>
              <p:cNvPr id="5605" name="Google Shape;5605;p57"/>
              <p:cNvSpPr/>
              <p:nvPr/>
            </p:nvSpPr>
            <p:spPr>
              <a:xfrm>
                <a:off x="3569" y="3433"/>
                <a:ext cx="69" cy="253"/>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6" name="Google Shape;5606;p57"/>
              <p:cNvSpPr txBox="1"/>
              <p:nvPr/>
            </p:nvSpPr>
            <p:spPr>
              <a:xfrm>
                <a:off x="2275" y="3433"/>
                <a:ext cx="1326" cy="253"/>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7" name="Google Shape;5607;p57"/>
              <p:cNvSpPr/>
              <p:nvPr/>
            </p:nvSpPr>
            <p:spPr>
              <a:xfrm>
                <a:off x="2249" y="3430"/>
                <a:ext cx="69" cy="253"/>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8" name="Google Shape;5608;p57"/>
              <p:cNvSpPr txBox="1"/>
              <p:nvPr/>
            </p:nvSpPr>
            <p:spPr>
              <a:xfrm>
                <a:off x="3562" y="3438"/>
                <a:ext cx="45" cy="245"/>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5609" name="Google Shape;5609;p57"/>
            <p:cNvSpPr txBox="1"/>
            <p:nvPr/>
          </p:nvSpPr>
          <p:spPr>
            <a:xfrm>
              <a:off x="3475" y="2807"/>
              <a:ext cx="16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  R</a:t>
              </a:r>
              <a:r>
                <a:rPr b="0" baseline="-25000" i="0" lang="en-US" sz="2800" u="none">
                  <a:solidFill>
                    <a:schemeClr val="dk1"/>
                  </a:solidFill>
                  <a:latin typeface="Comic Sans MS"/>
                  <a:ea typeface="Comic Sans MS"/>
                  <a:cs typeface="Comic Sans MS"/>
                  <a:sym typeface="Comic Sans MS"/>
                </a:rPr>
                <a:t>c</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sp>
          <p:nvSpPr>
            <p:cNvPr id="5610" name="Google Shape;5610;p57"/>
            <p:cNvSpPr/>
            <p:nvPr/>
          </p:nvSpPr>
          <p:spPr>
            <a:xfrm>
              <a:off x="2668" y="2815"/>
              <a:ext cx="860" cy="240"/>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11" name="Google Shape;5611;p57"/>
            <p:cNvSpPr/>
            <p:nvPr/>
          </p:nvSpPr>
          <p:spPr>
            <a:xfrm flipH="1" rot="10800000">
              <a:off x="814" y="2689"/>
              <a:ext cx="564" cy="356"/>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5612" name="Google Shape;5612;p57"/>
          <p:cNvGrpSpPr/>
          <p:nvPr/>
        </p:nvGrpSpPr>
        <p:grpSpPr>
          <a:xfrm>
            <a:off x="203200" y="5191125"/>
            <a:ext cx="8607425" cy="1211262"/>
            <a:chOff x="128" y="3270"/>
            <a:chExt cx="5422" cy="763"/>
          </a:xfrm>
        </p:grpSpPr>
        <p:sp>
          <p:nvSpPr>
            <p:cNvPr id="5613" name="Google Shape;5613;p57"/>
            <p:cNvSpPr txBox="1"/>
            <p:nvPr/>
          </p:nvSpPr>
          <p:spPr>
            <a:xfrm>
              <a:off x="128" y="3393"/>
              <a:ext cx="5403" cy="640"/>
            </a:xfrm>
            <a:prstGeom prst="rect">
              <a:avLst/>
            </a:prstGeom>
            <a:solidFill>
              <a:schemeClr val="lt1"/>
            </a:solid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14" name="Google Shape;5614;p57"/>
            <p:cNvSpPr txBox="1"/>
            <p:nvPr/>
          </p:nvSpPr>
          <p:spPr>
            <a:xfrm>
              <a:off x="208" y="3585"/>
              <a:ext cx="534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link on end-end path that constrains  end-end throughput</a:t>
              </a:r>
              <a:endParaRPr/>
            </a:p>
          </p:txBody>
        </p:sp>
        <p:sp>
          <p:nvSpPr>
            <p:cNvPr id="5615" name="Google Shape;5615;p57"/>
            <p:cNvSpPr txBox="1"/>
            <p:nvPr/>
          </p:nvSpPr>
          <p:spPr>
            <a:xfrm>
              <a:off x="322" y="3270"/>
              <a:ext cx="1712" cy="2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Comic Sans MS"/>
                <a:buNone/>
              </a:pPr>
              <a:r>
                <a:rPr b="0" i="1" lang="en-US" sz="2400" u="none">
                  <a:solidFill>
                    <a:srgbClr val="FF3300"/>
                  </a:solidFill>
                  <a:latin typeface="Comic Sans MS"/>
                  <a:ea typeface="Comic Sans MS"/>
                  <a:cs typeface="Comic Sans MS"/>
                  <a:sym typeface="Comic Sans MS"/>
                </a:rPr>
                <a:t>bottleneck link</a:t>
              </a:r>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9" name="Shape 5619"/>
        <p:cNvGrpSpPr/>
        <p:nvPr/>
      </p:nvGrpSpPr>
      <p:grpSpPr>
        <a:xfrm>
          <a:off x="0" y="0"/>
          <a:ext cx="0" cy="0"/>
          <a:chOff x="0" y="0"/>
          <a:chExt cx="0" cy="0"/>
        </a:xfrm>
      </p:grpSpPr>
      <p:sp>
        <p:nvSpPr>
          <p:cNvPr id="5620" name="Google Shape;5620;p5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621" name="Google Shape;5621;p5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622" name="Google Shape;5622;p58"/>
          <p:cNvSpPr txBox="1"/>
          <p:nvPr>
            <p:ph type="title"/>
          </p:nvPr>
        </p:nvSpPr>
        <p:spPr>
          <a:xfrm>
            <a:off x="533400" y="2540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Throughput: Internet scenario</a:t>
            </a:r>
            <a:endParaRPr/>
          </a:p>
        </p:txBody>
      </p:sp>
      <p:sp>
        <p:nvSpPr>
          <p:cNvPr id="5623" name="Google Shape;5623;p58"/>
          <p:cNvSpPr txBox="1"/>
          <p:nvPr/>
        </p:nvSpPr>
        <p:spPr>
          <a:xfrm>
            <a:off x="4384675" y="5672137"/>
            <a:ext cx="44640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10 connections (fairly) share backbone bottleneck link R</a:t>
            </a:r>
            <a:r>
              <a:rPr b="0" baseline="-25000" i="0" lang="en-US" sz="2000" u="none">
                <a:solidFill>
                  <a:schemeClr val="dk1"/>
                </a:solidFill>
                <a:latin typeface="Comic Sans MS"/>
                <a:ea typeface="Comic Sans MS"/>
                <a:cs typeface="Comic Sans MS"/>
                <a:sym typeface="Comic Sans MS"/>
              </a:rPr>
              <a:t> </a:t>
            </a:r>
            <a:r>
              <a:rPr b="0" i="0" lang="en-US" sz="2000" u="none">
                <a:solidFill>
                  <a:schemeClr val="dk1"/>
                </a:solidFill>
                <a:latin typeface="Comic Sans MS"/>
                <a:ea typeface="Comic Sans MS"/>
                <a:cs typeface="Comic Sans MS"/>
                <a:sym typeface="Comic Sans MS"/>
              </a:rPr>
              <a:t>bits/sec</a:t>
            </a:r>
            <a:endParaRPr/>
          </a:p>
        </p:txBody>
      </p:sp>
      <p:sp>
        <p:nvSpPr>
          <p:cNvPr id="5624" name="Google Shape;5624;p58"/>
          <p:cNvSpPr/>
          <p:nvPr/>
        </p:nvSpPr>
        <p:spPr>
          <a:xfrm>
            <a:off x="4883150" y="2720975"/>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5" name="Google Shape;5625;p58"/>
          <p:cNvSpPr/>
          <p:nvPr/>
        </p:nvSpPr>
        <p:spPr>
          <a:xfrm>
            <a:off x="4595812" y="2386012"/>
            <a:ext cx="312737" cy="152400"/>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6" name="Google Shape;5626;p58"/>
          <p:cNvSpPr txBox="1"/>
          <p:nvPr/>
        </p:nvSpPr>
        <p:spPr>
          <a:xfrm>
            <a:off x="4754562" y="1882775"/>
            <a:ext cx="144462" cy="5080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7" name="Google Shape;5627;p58"/>
          <p:cNvSpPr txBox="1"/>
          <p:nvPr/>
        </p:nvSpPr>
        <p:spPr>
          <a:xfrm>
            <a:off x="4595812" y="2025650"/>
            <a:ext cx="200025" cy="508000"/>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8" name="Google Shape;5628;p58"/>
          <p:cNvSpPr/>
          <p:nvPr/>
        </p:nvSpPr>
        <p:spPr>
          <a:xfrm>
            <a:off x="4595812" y="1878012"/>
            <a:ext cx="312737" cy="153987"/>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29" name="Google Shape;5629;p58"/>
          <p:cNvCxnSpPr/>
          <p:nvPr/>
        </p:nvCxnSpPr>
        <p:spPr>
          <a:xfrm>
            <a:off x="4908550" y="1889125"/>
            <a:ext cx="0" cy="496887"/>
          </a:xfrm>
          <a:prstGeom prst="straightConnector1">
            <a:avLst/>
          </a:prstGeom>
          <a:noFill/>
          <a:ln cap="flat" cmpd="sng" w="9525">
            <a:solidFill>
              <a:schemeClr val="dk1"/>
            </a:solidFill>
            <a:prstDash val="solid"/>
            <a:miter lim="800000"/>
            <a:headEnd len="med" w="med" type="none"/>
            <a:tailEnd len="med" w="med" type="none"/>
          </a:ln>
        </p:spPr>
      </p:cxnSp>
      <p:cxnSp>
        <p:nvCxnSpPr>
          <p:cNvPr id="5630" name="Google Shape;5630;p58"/>
          <p:cNvCxnSpPr/>
          <p:nvPr/>
        </p:nvCxnSpPr>
        <p:spPr>
          <a:xfrm flipH="1">
            <a:off x="4795837" y="2386012"/>
            <a:ext cx="112712" cy="147637"/>
          </a:xfrm>
          <a:prstGeom prst="straightConnector1">
            <a:avLst/>
          </a:prstGeom>
          <a:noFill/>
          <a:ln cap="flat" cmpd="sng" w="9525">
            <a:solidFill>
              <a:schemeClr val="dk1"/>
            </a:solidFill>
            <a:prstDash val="solid"/>
            <a:miter lim="800000"/>
            <a:headEnd len="med" w="med" type="none"/>
            <a:tailEnd len="med" w="med" type="none"/>
          </a:ln>
        </p:spPr>
      </p:cxnSp>
      <p:sp>
        <p:nvSpPr>
          <p:cNvPr id="5631" name="Google Shape;5631;p58"/>
          <p:cNvSpPr txBox="1"/>
          <p:nvPr/>
        </p:nvSpPr>
        <p:spPr>
          <a:xfrm>
            <a:off x="4622800" y="2093912"/>
            <a:ext cx="131762" cy="2921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2" name="Google Shape;5632;p58"/>
          <p:cNvSpPr txBox="1"/>
          <p:nvPr/>
        </p:nvSpPr>
        <p:spPr>
          <a:xfrm>
            <a:off x="4641850" y="2181225"/>
            <a:ext cx="98425" cy="10318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3" name="Google Shape;5633;p58"/>
          <p:cNvSpPr txBox="1"/>
          <p:nvPr/>
        </p:nvSpPr>
        <p:spPr>
          <a:xfrm>
            <a:off x="4746625" y="2344737"/>
            <a:ext cx="676275"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s</a:t>
            </a:r>
            <a:endParaRPr/>
          </a:p>
        </p:txBody>
      </p:sp>
      <p:sp>
        <p:nvSpPr>
          <p:cNvPr id="5634" name="Google Shape;5634;p58"/>
          <p:cNvSpPr/>
          <p:nvPr/>
        </p:nvSpPr>
        <p:spPr>
          <a:xfrm rot="5400000">
            <a:off x="6611143" y="3772693"/>
            <a:ext cx="50800" cy="525462"/>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5" name="Google Shape;5635;p58"/>
          <p:cNvSpPr txBox="1"/>
          <p:nvPr/>
        </p:nvSpPr>
        <p:spPr>
          <a:xfrm rot="5400000">
            <a:off x="6144418" y="3278981"/>
            <a:ext cx="984250" cy="525462"/>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6" name="Google Shape;5636;p58"/>
          <p:cNvSpPr/>
          <p:nvPr/>
        </p:nvSpPr>
        <p:spPr>
          <a:xfrm rot="5400000">
            <a:off x="6615112" y="2794000"/>
            <a:ext cx="52387" cy="525462"/>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7" name="Google Shape;5637;p58"/>
          <p:cNvSpPr txBox="1"/>
          <p:nvPr/>
        </p:nvSpPr>
        <p:spPr>
          <a:xfrm rot="5400000">
            <a:off x="6615112" y="3765550"/>
            <a:ext cx="31750" cy="511175"/>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5638" name="Google Shape;5638;p58"/>
          <p:cNvGraphicFramePr/>
          <p:nvPr/>
        </p:nvGraphicFramePr>
        <p:xfrm>
          <a:off x="4524375" y="4532312"/>
          <a:ext cx="546100" cy="530225"/>
        </p:xfrm>
        <a:graphic>
          <a:graphicData uri="http://schemas.openxmlformats.org/presentationml/2006/ole">
            <mc:AlternateContent>
              <mc:Choice Requires="v">
                <p:oleObj r:id="rId4" imgH="530225" imgW="546100" progId="MS_ClipArt_Gallery.2" spid="_x0000_s1">
                  <p:embed/>
                </p:oleObj>
              </mc:Choice>
              <mc:Fallback>
                <p:oleObj r:id="rId5" imgH="530225" imgW="546100" progId="MS_ClipArt_Gallery.2">
                  <p:embed/>
                  <p:pic>
                    <p:nvPicPr>
                      <p:cNvPr id="5638" name="Google Shape;5638;p58"/>
                      <p:cNvPicPr preferRelativeResize="0"/>
                      <p:nvPr/>
                    </p:nvPicPr>
                    <p:blipFill rotWithShape="1">
                      <a:blip r:embed="rId6">
                        <a:alphaModFix/>
                      </a:blip>
                      <a:srcRect b="0" l="0" r="0" t="0"/>
                      <a:stretch/>
                    </p:blipFill>
                    <p:spPr>
                      <a:xfrm>
                        <a:off x="4524375" y="4532312"/>
                        <a:ext cx="546100" cy="530225"/>
                      </a:xfrm>
                      <a:prstGeom prst="rect">
                        <a:avLst/>
                      </a:prstGeom>
                      <a:noFill/>
                      <a:ln>
                        <a:noFill/>
                      </a:ln>
                    </p:spPr>
                  </p:pic>
                </p:oleObj>
              </mc:Fallback>
            </mc:AlternateContent>
          </a:graphicData>
        </a:graphic>
      </p:graphicFrame>
      <p:sp>
        <p:nvSpPr>
          <p:cNvPr id="5639" name="Google Shape;5639;p58"/>
          <p:cNvSpPr/>
          <p:nvPr/>
        </p:nvSpPr>
        <p:spPr>
          <a:xfrm rot="1740000">
            <a:off x="5621337" y="2668587"/>
            <a:ext cx="38100" cy="158750"/>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0" name="Google Shape;5640;p58"/>
          <p:cNvSpPr txBox="1"/>
          <p:nvPr/>
        </p:nvSpPr>
        <p:spPr>
          <a:xfrm rot="1740000">
            <a:off x="4956175" y="2465387"/>
            <a:ext cx="730250" cy="158750"/>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1" name="Google Shape;5641;p58"/>
          <p:cNvSpPr/>
          <p:nvPr/>
        </p:nvSpPr>
        <p:spPr>
          <a:xfrm rot="1740000">
            <a:off x="4991100" y="2265362"/>
            <a:ext cx="38100" cy="158750"/>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2" name="Google Shape;5642;p58"/>
          <p:cNvSpPr txBox="1"/>
          <p:nvPr/>
        </p:nvSpPr>
        <p:spPr>
          <a:xfrm rot="1740000">
            <a:off x="5618162" y="2665412"/>
            <a:ext cx="23812" cy="153987"/>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43" name="Google Shape;5643;p58"/>
          <p:cNvCxnSpPr/>
          <p:nvPr/>
        </p:nvCxnSpPr>
        <p:spPr>
          <a:xfrm rot="1740000">
            <a:off x="4827587" y="2536825"/>
            <a:ext cx="955675" cy="0"/>
          </a:xfrm>
          <a:prstGeom prst="straightConnector1">
            <a:avLst/>
          </a:prstGeom>
          <a:noFill/>
          <a:ln cap="flat" cmpd="sng" w="38100">
            <a:solidFill>
              <a:srgbClr val="FF3300"/>
            </a:solidFill>
            <a:prstDash val="solid"/>
            <a:miter lim="800000"/>
            <a:headEnd len="med" w="med" type="none"/>
            <a:tailEnd len="med" w="med" type="none"/>
          </a:ln>
        </p:spPr>
      </p:cxnSp>
      <p:sp>
        <p:nvSpPr>
          <p:cNvPr id="5644" name="Google Shape;5644;p58"/>
          <p:cNvSpPr/>
          <p:nvPr/>
        </p:nvSpPr>
        <p:spPr>
          <a:xfrm>
            <a:off x="5184775" y="1943100"/>
            <a:ext cx="312737" cy="153987"/>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5" name="Google Shape;5645;p58"/>
          <p:cNvSpPr txBox="1"/>
          <p:nvPr/>
        </p:nvSpPr>
        <p:spPr>
          <a:xfrm>
            <a:off x="5343525" y="1439862"/>
            <a:ext cx="144462" cy="5080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6" name="Google Shape;5646;p58"/>
          <p:cNvSpPr txBox="1"/>
          <p:nvPr/>
        </p:nvSpPr>
        <p:spPr>
          <a:xfrm>
            <a:off x="5186362" y="1584325"/>
            <a:ext cx="198437" cy="508000"/>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7" name="Google Shape;5647;p58"/>
          <p:cNvSpPr/>
          <p:nvPr/>
        </p:nvSpPr>
        <p:spPr>
          <a:xfrm>
            <a:off x="5184775" y="1435100"/>
            <a:ext cx="312737" cy="153987"/>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48" name="Google Shape;5648;p58"/>
          <p:cNvCxnSpPr/>
          <p:nvPr/>
        </p:nvCxnSpPr>
        <p:spPr>
          <a:xfrm>
            <a:off x="5497512" y="1446212"/>
            <a:ext cx="0" cy="496887"/>
          </a:xfrm>
          <a:prstGeom prst="straightConnector1">
            <a:avLst/>
          </a:prstGeom>
          <a:noFill/>
          <a:ln cap="flat" cmpd="sng" w="9525">
            <a:solidFill>
              <a:schemeClr val="dk1"/>
            </a:solidFill>
            <a:prstDash val="solid"/>
            <a:miter lim="800000"/>
            <a:headEnd len="med" w="med" type="none"/>
            <a:tailEnd len="med" w="med" type="none"/>
          </a:ln>
        </p:spPr>
      </p:cxnSp>
      <p:cxnSp>
        <p:nvCxnSpPr>
          <p:cNvPr id="5649" name="Google Shape;5649;p58"/>
          <p:cNvCxnSpPr/>
          <p:nvPr/>
        </p:nvCxnSpPr>
        <p:spPr>
          <a:xfrm flipH="1">
            <a:off x="5384800" y="1943100"/>
            <a:ext cx="112712" cy="149225"/>
          </a:xfrm>
          <a:prstGeom prst="straightConnector1">
            <a:avLst/>
          </a:prstGeom>
          <a:noFill/>
          <a:ln cap="flat" cmpd="sng" w="9525">
            <a:solidFill>
              <a:schemeClr val="dk1"/>
            </a:solidFill>
            <a:prstDash val="solid"/>
            <a:miter lim="800000"/>
            <a:headEnd len="med" w="med" type="none"/>
            <a:tailEnd len="med" w="med" type="none"/>
          </a:ln>
        </p:spPr>
      </p:cxnSp>
      <p:sp>
        <p:nvSpPr>
          <p:cNvPr id="5650" name="Google Shape;5650;p58"/>
          <p:cNvSpPr txBox="1"/>
          <p:nvPr/>
        </p:nvSpPr>
        <p:spPr>
          <a:xfrm>
            <a:off x="5211762" y="1651000"/>
            <a:ext cx="131762" cy="2921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1" name="Google Shape;5651;p58"/>
          <p:cNvSpPr txBox="1"/>
          <p:nvPr/>
        </p:nvSpPr>
        <p:spPr>
          <a:xfrm>
            <a:off x="5230812" y="1739900"/>
            <a:ext cx="100012" cy="101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2" name="Google Shape;5652;p58"/>
          <p:cNvSpPr/>
          <p:nvPr/>
        </p:nvSpPr>
        <p:spPr>
          <a:xfrm rot="2760000">
            <a:off x="6130925" y="2671762"/>
            <a:ext cx="47625" cy="142875"/>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3" name="Google Shape;5653;p58"/>
          <p:cNvSpPr txBox="1"/>
          <p:nvPr/>
        </p:nvSpPr>
        <p:spPr>
          <a:xfrm rot="2760000">
            <a:off x="5409406" y="2339181"/>
            <a:ext cx="915987" cy="142875"/>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4" name="Google Shape;5654;p58"/>
          <p:cNvSpPr/>
          <p:nvPr/>
        </p:nvSpPr>
        <p:spPr>
          <a:xfrm rot="2760000">
            <a:off x="5561012" y="2012950"/>
            <a:ext cx="47625" cy="142875"/>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5" name="Google Shape;5655;p58"/>
          <p:cNvSpPr txBox="1"/>
          <p:nvPr/>
        </p:nvSpPr>
        <p:spPr>
          <a:xfrm rot="2760000">
            <a:off x="6130925" y="2663825"/>
            <a:ext cx="30162" cy="138112"/>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56" name="Google Shape;5656;p58"/>
          <p:cNvCxnSpPr/>
          <p:nvPr/>
        </p:nvCxnSpPr>
        <p:spPr>
          <a:xfrm rot="2760000">
            <a:off x="5253037" y="2395537"/>
            <a:ext cx="1196975" cy="0"/>
          </a:xfrm>
          <a:prstGeom prst="straightConnector1">
            <a:avLst/>
          </a:prstGeom>
          <a:noFill/>
          <a:ln cap="flat" cmpd="sng" w="38100">
            <a:solidFill>
              <a:srgbClr val="FF3300"/>
            </a:solidFill>
            <a:prstDash val="solid"/>
            <a:miter lim="800000"/>
            <a:headEnd len="med" w="med" type="none"/>
            <a:tailEnd len="med" w="med" type="none"/>
          </a:ln>
        </p:spPr>
      </p:cxnSp>
      <p:sp>
        <p:nvSpPr>
          <p:cNvPr id="5657" name="Google Shape;5657;p58"/>
          <p:cNvSpPr/>
          <p:nvPr/>
        </p:nvSpPr>
        <p:spPr>
          <a:xfrm flipH="1" rot="-1740000">
            <a:off x="5084762" y="4521200"/>
            <a:ext cx="38100" cy="158750"/>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8" name="Google Shape;5658;p58"/>
          <p:cNvSpPr txBox="1"/>
          <p:nvPr/>
        </p:nvSpPr>
        <p:spPr>
          <a:xfrm flipH="1" rot="-1740000">
            <a:off x="5057775" y="4318000"/>
            <a:ext cx="730250" cy="158750"/>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9" name="Google Shape;5659;p58"/>
          <p:cNvSpPr/>
          <p:nvPr/>
        </p:nvSpPr>
        <p:spPr>
          <a:xfrm flipH="1" rot="-1740000">
            <a:off x="5716587" y="4117975"/>
            <a:ext cx="36512" cy="158750"/>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0" name="Google Shape;5660;p58"/>
          <p:cNvSpPr txBox="1"/>
          <p:nvPr/>
        </p:nvSpPr>
        <p:spPr>
          <a:xfrm flipH="1" rot="-1740000">
            <a:off x="5100637" y="4518025"/>
            <a:ext cx="23812" cy="153987"/>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61" name="Google Shape;5661;p58"/>
          <p:cNvCxnSpPr/>
          <p:nvPr/>
        </p:nvCxnSpPr>
        <p:spPr>
          <a:xfrm rot="9060000">
            <a:off x="4962525" y="4389437"/>
            <a:ext cx="955675" cy="0"/>
          </a:xfrm>
          <a:prstGeom prst="straightConnector1">
            <a:avLst/>
          </a:prstGeom>
          <a:noFill/>
          <a:ln cap="flat" cmpd="sng" w="38100">
            <a:solidFill>
              <a:srgbClr val="FF3300"/>
            </a:solidFill>
            <a:prstDash val="solid"/>
            <a:miter lim="800000"/>
            <a:headEnd len="med" w="med" type="none"/>
            <a:tailEnd len="med" w="med" type="triangle"/>
          </a:ln>
        </p:spPr>
      </p:cxnSp>
      <p:sp>
        <p:nvSpPr>
          <p:cNvPr id="5662" name="Google Shape;5662;p58"/>
          <p:cNvSpPr/>
          <p:nvPr/>
        </p:nvSpPr>
        <p:spPr>
          <a:xfrm flipH="1" rot="8040000">
            <a:off x="6338887" y="4294187"/>
            <a:ext cx="47625" cy="142875"/>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3" name="Google Shape;5663;p58"/>
          <p:cNvSpPr txBox="1"/>
          <p:nvPr/>
        </p:nvSpPr>
        <p:spPr>
          <a:xfrm flipH="1" rot="8040000">
            <a:off x="5616575" y="4625975"/>
            <a:ext cx="917575" cy="142875"/>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4" name="Google Shape;5664;p58"/>
          <p:cNvSpPr/>
          <p:nvPr/>
        </p:nvSpPr>
        <p:spPr>
          <a:xfrm flipH="1" rot="8040000">
            <a:off x="5770562" y="4953000"/>
            <a:ext cx="47625" cy="142875"/>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5" name="Google Shape;5665;p58"/>
          <p:cNvSpPr txBox="1"/>
          <p:nvPr/>
        </p:nvSpPr>
        <p:spPr>
          <a:xfrm flipH="1" rot="8040000">
            <a:off x="6338887" y="4303712"/>
            <a:ext cx="30162" cy="138112"/>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66" name="Google Shape;5666;p58"/>
          <p:cNvCxnSpPr/>
          <p:nvPr/>
        </p:nvCxnSpPr>
        <p:spPr>
          <a:xfrm rot="-2760000">
            <a:off x="5461000" y="4711700"/>
            <a:ext cx="1196975" cy="0"/>
          </a:xfrm>
          <a:prstGeom prst="straightConnector1">
            <a:avLst/>
          </a:prstGeom>
          <a:noFill/>
          <a:ln cap="flat" cmpd="sng" w="38100">
            <a:solidFill>
              <a:srgbClr val="FF3300"/>
            </a:solidFill>
            <a:prstDash val="solid"/>
            <a:miter lim="800000"/>
            <a:headEnd len="med" w="med" type="triangle"/>
            <a:tailEnd len="med" w="med" type="none"/>
          </a:ln>
        </p:spPr>
      </p:cxnSp>
      <p:graphicFrame>
        <p:nvGraphicFramePr>
          <p:cNvPr id="5667" name="Google Shape;5667;p58"/>
          <p:cNvGraphicFramePr/>
          <p:nvPr/>
        </p:nvGraphicFramePr>
        <p:xfrm>
          <a:off x="5189537" y="4987925"/>
          <a:ext cx="544512" cy="530225"/>
        </p:xfrm>
        <a:graphic>
          <a:graphicData uri="http://schemas.openxmlformats.org/presentationml/2006/ole">
            <mc:AlternateContent>
              <mc:Choice Requires="v">
                <p:oleObj r:id="rId7" imgH="530225" imgW="544512" progId="MS_ClipArt_Gallery.2" spid="_x0000_s2">
                  <p:embed/>
                </p:oleObj>
              </mc:Choice>
              <mc:Fallback>
                <p:oleObj r:id="rId8" imgH="530225" imgW="544512" progId="MS_ClipArt_Gallery.2">
                  <p:embed/>
                  <p:pic>
                    <p:nvPicPr>
                      <p:cNvPr id="5667" name="Google Shape;5667;p58"/>
                      <p:cNvPicPr preferRelativeResize="0"/>
                      <p:nvPr/>
                    </p:nvPicPr>
                    <p:blipFill rotWithShape="1">
                      <a:blip r:embed="rId9">
                        <a:alphaModFix/>
                      </a:blip>
                      <a:srcRect b="0" l="0" r="0" t="0"/>
                      <a:stretch/>
                    </p:blipFill>
                    <p:spPr>
                      <a:xfrm>
                        <a:off x="5189537" y="4987925"/>
                        <a:ext cx="544512" cy="530225"/>
                      </a:xfrm>
                      <a:prstGeom prst="rect">
                        <a:avLst/>
                      </a:prstGeom>
                      <a:noFill/>
                      <a:ln>
                        <a:noFill/>
                      </a:ln>
                    </p:spPr>
                  </p:pic>
                </p:oleObj>
              </mc:Fallback>
            </mc:AlternateContent>
          </a:graphicData>
        </a:graphic>
      </p:graphicFrame>
      <p:sp>
        <p:nvSpPr>
          <p:cNvPr id="5668" name="Google Shape;5668;p58"/>
          <p:cNvSpPr/>
          <p:nvPr/>
        </p:nvSpPr>
        <p:spPr>
          <a:xfrm>
            <a:off x="8074025" y="2266950"/>
            <a:ext cx="314325" cy="153987"/>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9" name="Google Shape;5669;p58"/>
          <p:cNvSpPr txBox="1"/>
          <p:nvPr/>
        </p:nvSpPr>
        <p:spPr>
          <a:xfrm>
            <a:off x="8232775" y="1763712"/>
            <a:ext cx="144462" cy="5080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0" name="Google Shape;5670;p58"/>
          <p:cNvSpPr txBox="1"/>
          <p:nvPr/>
        </p:nvSpPr>
        <p:spPr>
          <a:xfrm>
            <a:off x="8075612" y="1908175"/>
            <a:ext cx="200025" cy="508000"/>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1" name="Google Shape;5671;p58"/>
          <p:cNvSpPr/>
          <p:nvPr/>
        </p:nvSpPr>
        <p:spPr>
          <a:xfrm>
            <a:off x="8074025" y="1758950"/>
            <a:ext cx="314325" cy="153987"/>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72" name="Google Shape;5672;p58"/>
          <p:cNvCxnSpPr/>
          <p:nvPr/>
        </p:nvCxnSpPr>
        <p:spPr>
          <a:xfrm>
            <a:off x="8388350" y="1770062"/>
            <a:ext cx="0" cy="496887"/>
          </a:xfrm>
          <a:prstGeom prst="straightConnector1">
            <a:avLst/>
          </a:prstGeom>
          <a:noFill/>
          <a:ln cap="flat" cmpd="sng" w="9525">
            <a:solidFill>
              <a:schemeClr val="dk1"/>
            </a:solidFill>
            <a:prstDash val="solid"/>
            <a:miter lim="800000"/>
            <a:headEnd len="med" w="med" type="none"/>
            <a:tailEnd len="med" w="med" type="none"/>
          </a:ln>
        </p:spPr>
      </p:cxnSp>
      <p:cxnSp>
        <p:nvCxnSpPr>
          <p:cNvPr id="5673" name="Google Shape;5673;p58"/>
          <p:cNvCxnSpPr/>
          <p:nvPr/>
        </p:nvCxnSpPr>
        <p:spPr>
          <a:xfrm flipH="1">
            <a:off x="8275637" y="2266950"/>
            <a:ext cx="112712" cy="149225"/>
          </a:xfrm>
          <a:prstGeom prst="straightConnector1">
            <a:avLst/>
          </a:prstGeom>
          <a:noFill/>
          <a:ln cap="flat" cmpd="sng" w="9525">
            <a:solidFill>
              <a:schemeClr val="dk1"/>
            </a:solidFill>
            <a:prstDash val="solid"/>
            <a:miter lim="800000"/>
            <a:headEnd len="med" w="med" type="none"/>
            <a:tailEnd len="med" w="med" type="none"/>
          </a:ln>
        </p:spPr>
      </p:cxnSp>
      <p:sp>
        <p:nvSpPr>
          <p:cNvPr id="5674" name="Google Shape;5674;p58"/>
          <p:cNvSpPr txBox="1"/>
          <p:nvPr/>
        </p:nvSpPr>
        <p:spPr>
          <a:xfrm>
            <a:off x="8102600" y="1974850"/>
            <a:ext cx="130175" cy="2921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5" name="Google Shape;5675;p58"/>
          <p:cNvSpPr txBox="1"/>
          <p:nvPr/>
        </p:nvSpPr>
        <p:spPr>
          <a:xfrm>
            <a:off x="8120062" y="2063750"/>
            <a:ext cx="100012" cy="101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6" name="Google Shape;5676;p58"/>
          <p:cNvSpPr/>
          <p:nvPr/>
        </p:nvSpPr>
        <p:spPr>
          <a:xfrm flipH="1" rot="-1740000">
            <a:off x="7291387" y="2640012"/>
            <a:ext cx="38100" cy="158750"/>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7" name="Google Shape;5677;p58"/>
          <p:cNvSpPr txBox="1"/>
          <p:nvPr/>
        </p:nvSpPr>
        <p:spPr>
          <a:xfrm flipH="1" rot="-1740000">
            <a:off x="7264400" y="2436812"/>
            <a:ext cx="730250" cy="158750"/>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8" name="Google Shape;5678;p58"/>
          <p:cNvSpPr/>
          <p:nvPr/>
        </p:nvSpPr>
        <p:spPr>
          <a:xfrm flipH="1" rot="-1740000">
            <a:off x="7923212" y="2236787"/>
            <a:ext cx="36512" cy="158750"/>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9" name="Google Shape;5679;p58"/>
          <p:cNvSpPr txBox="1"/>
          <p:nvPr/>
        </p:nvSpPr>
        <p:spPr>
          <a:xfrm flipH="1" rot="-1740000">
            <a:off x="7307262" y="2636837"/>
            <a:ext cx="25400" cy="153987"/>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80" name="Google Shape;5680;p58"/>
          <p:cNvCxnSpPr/>
          <p:nvPr/>
        </p:nvCxnSpPr>
        <p:spPr>
          <a:xfrm rot="9060000">
            <a:off x="7169150" y="2508250"/>
            <a:ext cx="955675" cy="0"/>
          </a:xfrm>
          <a:prstGeom prst="straightConnector1">
            <a:avLst/>
          </a:prstGeom>
          <a:noFill/>
          <a:ln cap="flat" cmpd="sng" w="38100">
            <a:solidFill>
              <a:srgbClr val="FF3300"/>
            </a:solidFill>
            <a:prstDash val="solid"/>
            <a:miter lim="800000"/>
            <a:headEnd len="med" w="med" type="none"/>
            <a:tailEnd len="med" w="med" type="none"/>
          </a:ln>
        </p:spPr>
      </p:cxnSp>
      <p:sp>
        <p:nvSpPr>
          <p:cNvPr id="5681" name="Google Shape;5681;p58"/>
          <p:cNvSpPr/>
          <p:nvPr/>
        </p:nvSpPr>
        <p:spPr>
          <a:xfrm rot="1740000">
            <a:off x="8048625" y="4600575"/>
            <a:ext cx="38100" cy="158750"/>
          </a:xfrm>
          <a:prstGeom prst="ellipse">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2" name="Google Shape;5682;p58"/>
          <p:cNvSpPr txBox="1"/>
          <p:nvPr/>
        </p:nvSpPr>
        <p:spPr>
          <a:xfrm rot="1740000">
            <a:off x="7381875" y="4395787"/>
            <a:ext cx="731837" cy="158750"/>
          </a:xfrm>
          <a:prstGeom prst="rect">
            <a:avLst/>
          </a:prstGeom>
          <a:gradFill>
            <a:gsLst>
              <a:gs pos="0">
                <a:schemeClr val="lt1"/>
              </a:gs>
              <a:gs pos="50000">
                <a:schemeClr val="folHlink"/>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3" name="Google Shape;5683;p58"/>
          <p:cNvSpPr/>
          <p:nvPr/>
        </p:nvSpPr>
        <p:spPr>
          <a:xfrm rot="1740000">
            <a:off x="7416800" y="4195762"/>
            <a:ext cx="38100" cy="158750"/>
          </a:xfrm>
          <a:prstGeom prst="ellipse">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4" name="Google Shape;5684;p58"/>
          <p:cNvSpPr txBox="1"/>
          <p:nvPr/>
        </p:nvSpPr>
        <p:spPr>
          <a:xfrm rot="1740000">
            <a:off x="8043862" y="4597400"/>
            <a:ext cx="25400" cy="152400"/>
          </a:xfrm>
          <a:prstGeom prst="rect">
            <a:avLst/>
          </a:prstGeom>
          <a:gradFill>
            <a:gsLst>
              <a:gs pos="0">
                <a:schemeClr val="lt1"/>
              </a:gs>
              <a:gs pos="50000">
                <a:schemeClr val="folHlink"/>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85" name="Google Shape;5685;p58"/>
          <p:cNvCxnSpPr/>
          <p:nvPr/>
        </p:nvCxnSpPr>
        <p:spPr>
          <a:xfrm rot="1740000">
            <a:off x="7243762" y="4495800"/>
            <a:ext cx="1062037" cy="12700"/>
          </a:xfrm>
          <a:prstGeom prst="straightConnector1">
            <a:avLst/>
          </a:prstGeom>
          <a:noFill/>
          <a:ln cap="flat" cmpd="sng" w="38100">
            <a:solidFill>
              <a:srgbClr val="FF3300"/>
            </a:solidFill>
            <a:prstDash val="solid"/>
            <a:miter lim="800000"/>
            <a:headEnd len="med" w="med" type="none"/>
            <a:tailEnd len="med" w="med" type="triangle"/>
          </a:ln>
        </p:spPr>
      </p:cxnSp>
      <p:graphicFrame>
        <p:nvGraphicFramePr>
          <p:cNvPr id="5686" name="Google Shape;5686;p58"/>
          <p:cNvGraphicFramePr/>
          <p:nvPr/>
        </p:nvGraphicFramePr>
        <p:xfrm>
          <a:off x="8077200" y="4799012"/>
          <a:ext cx="546100" cy="530225"/>
        </p:xfrm>
        <a:graphic>
          <a:graphicData uri="http://schemas.openxmlformats.org/presentationml/2006/ole">
            <mc:AlternateContent>
              <mc:Choice Requires="v">
                <p:oleObj r:id="rId10" imgH="530225" imgW="546100" progId="MS_ClipArt_Gallery.2" spid="_x0000_s3">
                  <p:embed/>
                </p:oleObj>
              </mc:Choice>
              <mc:Fallback>
                <p:oleObj r:id="rId11" imgH="530225" imgW="546100" progId="MS_ClipArt_Gallery.2">
                  <p:embed/>
                  <p:pic>
                    <p:nvPicPr>
                      <p:cNvPr id="5686" name="Google Shape;5686;p58"/>
                      <p:cNvPicPr preferRelativeResize="0"/>
                      <p:nvPr/>
                    </p:nvPicPr>
                    <p:blipFill rotWithShape="1">
                      <a:blip r:embed="rId6">
                        <a:alphaModFix/>
                      </a:blip>
                      <a:srcRect b="0" l="0" r="0" t="0"/>
                      <a:stretch/>
                    </p:blipFill>
                    <p:spPr>
                      <a:xfrm>
                        <a:off x="8077200" y="4799012"/>
                        <a:ext cx="546100" cy="530225"/>
                      </a:xfrm>
                      <a:prstGeom prst="rect">
                        <a:avLst/>
                      </a:prstGeom>
                      <a:noFill/>
                      <a:ln>
                        <a:noFill/>
                      </a:ln>
                    </p:spPr>
                  </p:pic>
                </p:oleObj>
              </mc:Fallback>
            </mc:AlternateContent>
          </a:graphicData>
        </a:graphic>
      </p:graphicFrame>
      <p:sp>
        <p:nvSpPr>
          <p:cNvPr id="5687" name="Google Shape;5687;p58"/>
          <p:cNvSpPr txBox="1"/>
          <p:nvPr/>
        </p:nvSpPr>
        <p:spPr>
          <a:xfrm>
            <a:off x="5716587" y="1903412"/>
            <a:ext cx="676275"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s</a:t>
            </a:r>
            <a:endParaRPr/>
          </a:p>
        </p:txBody>
      </p:sp>
      <p:sp>
        <p:nvSpPr>
          <p:cNvPr id="5688" name="Google Shape;5688;p58"/>
          <p:cNvSpPr txBox="1"/>
          <p:nvPr/>
        </p:nvSpPr>
        <p:spPr>
          <a:xfrm>
            <a:off x="7543800" y="2411412"/>
            <a:ext cx="676275"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s</a:t>
            </a:r>
            <a:endParaRPr/>
          </a:p>
        </p:txBody>
      </p:sp>
      <p:sp>
        <p:nvSpPr>
          <p:cNvPr id="5689" name="Google Shape;5689;p58"/>
          <p:cNvSpPr/>
          <p:nvPr/>
        </p:nvSpPr>
        <p:spPr>
          <a:xfrm>
            <a:off x="5710237" y="2771775"/>
            <a:ext cx="800100" cy="1381125"/>
          </a:xfrm>
          <a:custGeom>
            <a:rect b="b" l="l" r="r" t="t"/>
            <a:pathLst>
              <a:path extrusionOk="0" h="870" w="504">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0" name="Google Shape;5690;p58"/>
          <p:cNvSpPr txBox="1"/>
          <p:nvPr/>
        </p:nvSpPr>
        <p:spPr>
          <a:xfrm>
            <a:off x="4724400" y="3960812"/>
            <a:ext cx="674687"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c</a:t>
            </a:r>
            <a:endParaRPr/>
          </a:p>
        </p:txBody>
      </p:sp>
      <p:sp>
        <p:nvSpPr>
          <p:cNvPr id="5691" name="Google Shape;5691;p58"/>
          <p:cNvSpPr/>
          <p:nvPr/>
        </p:nvSpPr>
        <p:spPr>
          <a:xfrm>
            <a:off x="6173787" y="2749550"/>
            <a:ext cx="431800" cy="1570037"/>
          </a:xfrm>
          <a:custGeom>
            <a:rect b="b" l="l" r="r" t="t"/>
            <a:pathLst>
              <a:path extrusionOk="0" h="989" w="272">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2" name="Google Shape;5692;p58"/>
          <p:cNvSpPr/>
          <p:nvPr/>
        </p:nvSpPr>
        <p:spPr>
          <a:xfrm>
            <a:off x="6757987" y="2733675"/>
            <a:ext cx="638175" cy="1538287"/>
          </a:xfrm>
          <a:custGeom>
            <a:rect b="b" l="l" r="r" t="t"/>
            <a:pathLst>
              <a:path extrusionOk="0" h="969" w="402">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3" name="Google Shape;5693;p58"/>
          <p:cNvSpPr txBox="1"/>
          <p:nvPr/>
        </p:nvSpPr>
        <p:spPr>
          <a:xfrm>
            <a:off x="5983287" y="4498975"/>
            <a:ext cx="676275"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c</a:t>
            </a:r>
            <a:endParaRPr/>
          </a:p>
        </p:txBody>
      </p:sp>
      <p:sp>
        <p:nvSpPr>
          <p:cNvPr id="5694" name="Google Shape;5694;p58"/>
          <p:cNvSpPr txBox="1"/>
          <p:nvPr/>
        </p:nvSpPr>
        <p:spPr>
          <a:xfrm>
            <a:off x="7670800" y="3986212"/>
            <a:ext cx="674687"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c</a:t>
            </a:r>
            <a:endParaRPr/>
          </a:p>
        </p:txBody>
      </p:sp>
      <p:sp>
        <p:nvSpPr>
          <p:cNvPr id="5695" name="Google Shape;5695;p58"/>
          <p:cNvSpPr txBox="1"/>
          <p:nvPr/>
        </p:nvSpPr>
        <p:spPr>
          <a:xfrm>
            <a:off x="6699250" y="3357562"/>
            <a:ext cx="6762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a:t>
            </a:r>
            <a:endParaRPr/>
          </a:p>
        </p:txBody>
      </p:sp>
      <p:sp>
        <p:nvSpPr>
          <p:cNvPr id="5696" name="Google Shape;5696;p58"/>
          <p:cNvSpPr txBox="1"/>
          <p:nvPr>
            <p:ph idx="1" type="body"/>
          </p:nvPr>
        </p:nvSpPr>
        <p:spPr>
          <a:xfrm>
            <a:off x="533400" y="2171700"/>
            <a:ext cx="3759200" cy="4076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per-connection end-end throughput: min(R</a:t>
            </a:r>
            <a:r>
              <a:rPr b="0" baseline="-25000" i="0" lang="en-US" sz="2800" u="none">
                <a:solidFill>
                  <a:schemeClr val="dk1"/>
                </a:solidFill>
                <a:latin typeface="Comic Sans MS"/>
                <a:ea typeface="Comic Sans MS"/>
                <a:cs typeface="Comic Sans MS"/>
                <a:sym typeface="Comic Sans MS"/>
              </a:rPr>
              <a:t>c</a:t>
            </a:r>
            <a:r>
              <a:rPr b="0" i="0" lang="en-US" sz="2800" u="none">
                <a:solidFill>
                  <a:schemeClr val="dk1"/>
                </a:solidFill>
                <a:latin typeface="Comic Sans MS"/>
                <a:ea typeface="Comic Sans MS"/>
                <a:cs typeface="Comic Sans MS"/>
                <a:sym typeface="Comic Sans MS"/>
              </a:rPr>
              <a:t>,R</a:t>
            </a:r>
            <a:r>
              <a:rPr b="0" baseline="-25000" i="0" lang="en-US" sz="2800" u="none">
                <a:solidFill>
                  <a:schemeClr val="dk1"/>
                </a:solidFill>
                <a:latin typeface="Comic Sans MS"/>
                <a:ea typeface="Comic Sans MS"/>
                <a:cs typeface="Comic Sans MS"/>
                <a:sym typeface="Comic Sans MS"/>
              </a:rPr>
              <a:t>s</a:t>
            </a:r>
            <a:r>
              <a:rPr b="0" i="0" lang="en-US" sz="2800" u="none">
                <a:solidFill>
                  <a:schemeClr val="dk1"/>
                </a:solidFill>
                <a:latin typeface="Comic Sans MS"/>
                <a:ea typeface="Comic Sans MS"/>
                <a:cs typeface="Comic Sans MS"/>
                <a:sym typeface="Comic Sans MS"/>
              </a:rPr>
              <a:t>,R/10)</a:t>
            </a:r>
            <a:endParaRPr/>
          </a:p>
          <a:p>
            <a:pPr indent="-342900" lvl="0" marL="342900" rtl="0" algn="l">
              <a:lnSpc>
                <a:spcPct val="100000"/>
              </a:lnSpc>
              <a:spcBef>
                <a:spcPts val="56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in practice: R</a:t>
            </a:r>
            <a:r>
              <a:rPr b="0" baseline="-25000" i="0" lang="en-US" sz="2800" u="none">
                <a:solidFill>
                  <a:schemeClr val="dk1"/>
                </a:solidFill>
                <a:latin typeface="Comic Sans MS"/>
                <a:ea typeface="Comic Sans MS"/>
                <a:cs typeface="Comic Sans MS"/>
                <a:sym typeface="Comic Sans MS"/>
              </a:rPr>
              <a:t>c</a:t>
            </a:r>
            <a:r>
              <a:rPr b="0" i="0" lang="en-US" sz="2800" u="none">
                <a:solidFill>
                  <a:schemeClr val="dk1"/>
                </a:solidFill>
                <a:latin typeface="Comic Sans MS"/>
                <a:ea typeface="Comic Sans MS"/>
                <a:cs typeface="Comic Sans MS"/>
                <a:sym typeface="Comic Sans MS"/>
              </a:rPr>
              <a:t> or R</a:t>
            </a:r>
            <a:r>
              <a:rPr b="0" baseline="-25000" i="0" lang="en-US" sz="2800" u="none">
                <a:solidFill>
                  <a:schemeClr val="dk1"/>
                </a:solidFill>
                <a:latin typeface="Comic Sans MS"/>
                <a:ea typeface="Comic Sans MS"/>
                <a:cs typeface="Comic Sans MS"/>
                <a:sym typeface="Comic Sans MS"/>
              </a:rPr>
              <a:t>s</a:t>
            </a:r>
            <a:r>
              <a:rPr b="0" i="0" lang="en-US" sz="2800" u="none">
                <a:solidFill>
                  <a:schemeClr val="dk1"/>
                </a:solidFill>
                <a:latin typeface="Comic Sans MS"/>
                <a:ea typeface="Comic Sans MS"/>
                <a:cs typeface="Comic Sans MS"/>
                <a:sym typeface="Comic Sans MS"/>
              </a:rPr>
              <a:t> is often bottleneck</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1" name="Shape 5701"/>
        <p:cNvGrpSpPr/>
        <p:nvPr/>
      </p:nvGrpSpPr>
      <p:grpSpPr>
        <a:xfrm>
          <a:off x="0" y="0"/>
          <a:ext cx="0" cy="0"/>
          <a:chOff x="0" y="0"/>
          <a:chExt cx="0" cy="0"/>
        </a:xfrm>
      </p:grpSpPr>
      <p:sp>
        <p:nvSpPr>
          <p:cNvPr id="5702" name="Google Shape;5702;p5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703" name="Google Shape;5703;p5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704" name="Google Shape;5704;p59"/>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5705" name="Google Shape;5705;p59"/>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chemeClr val="accent2"/>
                </a:solidFill>
                <a:latin typeface="Comic Sans MS"/>
                <a:ea typeface="Comic Sans MS"/>
                <a:cs typeface="Comic Sans MS"/>
                <a:sym typeface="Comic Sans MS"/>
              </a:rPr>
              <a:t>1.1 </a:t>
            </a:r>
            <a:r>
              <a:rPr b="0" i="0" lang="en-US" sz="2400" u="none">
                <a:solidFill>
                  <a:schemeClr val="dk1"/>
                </a:solidFill>
                <a:latin typeface="Comic Sans MS"/>
                <a:ea typeface="Comic Sans MS"/>
                <a:cs typeface="Comic Sans MS"/>
                <a:sym typeface="Comic Sans MS"/>
              </a:rPr>
              <a:t>What </a:t>
            </a:r>
            <a:r>
              <a:rPr b="0" i="1" lang="en-US" sz="2400" u="none">
                <a:solidFill>
                  <a:schemeClr val="dk1"/>
                </a:solidFill>
                <a:latin typeface="Comic Sans MS"/>
                <a:ea typeface="Comic Sans MS"/>
                <a:cs typeface="Comic Sans MS"/>
                <a:sym typeface="Comic Sans MS"/>
              </a:rPr>
              <a:t>is</a:t>
            </a:r>
            <a:r>
              <a:rPr b="0" i="0" lang="en-US" sz="2400" u="none">
                <a:solidFill>
                  <a:schemeClr val="dk1"/>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1.2</a:t>
            </a:r>
            <a:r>
              <a:rPr b="0" i="0" lang="en-US" sz="2400" u="none">
                <a:solidFill>
                  <a:schemeClr val="dk1"/>
                </a:solidFill>
                <a:latin typeface="Comic Sans MS"/>
                <a:ea typeface="Comic Sans MS"/>
                <a:cs typeface="Comic Sans MS"/>
                <a:sym typeface="Comic Sans MS"/>
              </a:rPr>
              <a:t> Network edge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1.3</a:t>
            </a:r>
            <a:r>
              <a:rPr b="0" i="0" lang="en-US" sz="2400" u="none">
                <a:solidFill>
                  <a:schemeClr val="dk1"/>
                </a:solidFill>
                <a:latin typeface="Comic Sans MS"/>
                <a:ea typeface="Comic Sans MS"/>
                <a:cs typeface="Comic Sans MS"/>
                <a:sym typeface="Comic Sans MS"/>
              </a:rPr>
              <a:t> Network core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1.4</a:t>
            </a:r>
            <a:r>
              <a:rPr b="0" i="0" lang="en-US" sz="2400" u="none">
                <a:solidFill>
                  <a:schemeClr val="dk1"/>
                </a:solidFill>
                <a:latin typeface="Comic Sans MS"/>
                <a:ea typeface="Comic Sans MS"/>
                <a:cs typeface="Comic Sans MS"/>
                <a:sym typeface="Comic Sans MS"/>
              </a:rPr>
              <a:t> 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rgbClr val="FF3300"/>
                </a:solidFill>
                <a:latin typeface="Comic Sans MS"/>
                <a:ea typeface="Comic Sans MS"/>
                <a:cs typeface="Comic Sans MS"/>
                <a:sym typeface="Comic Sans MS"/>
              </a:rPr>
              <a:t>1.5 Protocol layers, service models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1.6</a:t>
            </a:r>
            <a:r>
              <a:rPr b="0" i="0" lang="en-US" sz="2400" u="none">
                <a:solidFill>
                  <a:schemeClr val="dk1"/>
                </a:solidFill>
                <a:latin typeface="Comic Sans MS"/>
                <a:ea typeface="Comic Sans MS"/>
                <a:cs typeface="Comic Sans MS"/>
                <a:sym typeface="Comic Sans MS"/>
              </a:rPr>
              <a:t> Networks under attack: security</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1.7</a:t>
            </a:r>
            <a:r>
              <a:rPr b="0" i="0" lang="en-US" sz="2400" u="none">
                <a:solidFill>
                  <a:schemeClr val="dk1"/>
                </a:solidFill>
                <a:latin typeface="Comic Sans MS"/>
                <a:ea typeface="Comic Sans MS"/>
                <a:cs typeface="Comic Sans MS"/>
                <a:sym typeface="Comic Sans MS"/>
              </a:rPr>
              <a:t> 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10" name="Shape 5710"/>
        <p:cNvGrpSpPr/>
        <p:nvPr/>
      </p:nvGrpSpPr>
      <p:grpSpPr>
        <a:xfrm>
          <a:off x="0" y="0"/>
          <a:ext cx="0" cy="0"/>
          <a:chOff x="0" y="0"/>
          <a:chExt cx="0" cy="0"/>
        </a:xfrm>
      </p:grpSpPr>
      <p:sp>
        <p:nvSpPr>
          <p:cNvPr id="5711" name="Google Shape;5711;p6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712" name="Google Shape;5712;p6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713" name="Google Shape;5713;p6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Protocol “Layers”</a:t>
            </a:r>
            <a:endParaRPr/>
          </a:p>
        </p:txBody>
      </p:sp>
      <p:sp>
        <p:nvSpPr>
          <p:cNvPr id="5714" name="Google Shape;5714;p60"/>
          <p:cNvSpPr txBox="1"/>
          <p:nvPr>
            <p:ph idx="1" type="body"/>
          </p:nvPr>
        </p:nvSpPr>
        <p:spPr>
          <a:xfrm>
            <a:off x="533400" y="1371600"/>
            <a:ext cx="3581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Networks are complex!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many “pieces”: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hosts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routers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links of various media</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applications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protocols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hardware, software</a:t>
            </a:r>
            <a:endParaRPr/>
          </a:p>
        </p:txBody>
      </p:sp>
      <p:sp>
        <p:nvSpPr>
          <p:cNvPr id="5715" name="Google Shape;5715;p60"/>
          <p:cNvSpPr txBox="1"/>
          <p:nvPr>
            <p:ph idx="1" type="body"/>
          </p:nvPr>
        </p:nvSpPr>
        <p:spPr>
          <a:xfrm>
            <a:off x="4552950" y="2266950"/>
            <a:ext cx="3943350" cy="2619375"/>
          </a:xfrm>
          <a:prstGeom prst="rect">
            <a:avLst/>
          </a:prstGeom>
          <a:noFill/>
          <a:ln>
            <a:noFill/>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SzPts val="2380"/>
              <a:buNone/>
            </a:pPr>
            <a:r>
              <a:rPr b="0" i="0" lang="en-US" sz="2800" u="sng">
                <a:solidFill>
                  <a:srgbClr val="FF0000"/>
                </a:solidFill>
                <a:latin typeface="Comic Sans MS"/>
                <a:ea typeface="Comic Sans MS"/>
                <a:cs typeface="Comic Sans MS"/>
                <a:sym typeface="Comic Sans MS"/>
              </a:rPr>
              <a:t>Question:</a:t>
            </a:r>
            <a:r>
              <a:rPr b="0" i="0" lang="en-US" sz="2400" u="sng">
                <a:solidFill>
                  <a:srgbClr val="FF0000"/>
                </a:solidFill>
                <a:latin typeface="Comic Sans MS"/>
                <a:ea typeface="Comic Sans MS"/>
                <a:cs typeface="Comic Sans MS"/>
                <a:sym typeface="Comic Sans MS"/>
              </a:rPr>
              <a:t> </a:t>
            </a:r>
            <a:endParaRPr/>
          </a:p>
          <a:p>
            <a:pPr indent="-342900" lvl="0" marL="342900" rtl="0" algn="ctr">
              <a:lnSpc>
                <a:spcPct val="100000"/>
              </a:lnSpc>
              <a:spcBef>
                <a:spcPts val="480"/>
              </a:spcBef>
              <a:spcAft>
                <a:spcPts val="0"/>
              </a:spcAft>
              <a:buSzPts val="2040"/>
              <a:buNone/>
            </a:pPr>
            <a:r>
              <a:rPr b="0" i="0" lang="en-US" sz="2400" u="none">
                <a:solidFill>
                  <a:schemeClr val="dk1"/>
                </a:solidFill>
                <a:latin typeface="Comic Sans MS"/>
                <a:ea typeface="Comic Sans MS"/>
                <a:cs typeface="Comic Sans MS"/>
                <a:sym typeface="Comic Sans MS"/>
              </a:rPr>
              <a:t>Is there any hope of </a:t>
            </a:r>
            <a:r>
              <a:rPr b="0" i="1" lang="en-US" sz="2400" u="none">
                <a:solidFill>
                  <a:schemeClr val="dk1"/>
                </a:solidFill>
                <a:latin typeface="Comic Sans MS"/>
                <a:ea typeface="Comic Sans MS"/>
                <a:cs typeface="Comic Sans MS"/>
                <a:sym typeface="Comic Sans MS"/>
              </a:rPr>
              <a:t>organizing</a:t>
            </a:r>
            <a:r>
              <a:rPr b="0" i="0" lang="en-US" sz="2400" u="none">
                <a:solidFill>
                  <a:schemeClr val="dk1"/>
                </a:solidFill>
                <a:latin typeface="Comic Sans MS"/>
                <a:ea typeface="Comic Sans MS"/>
                <a:cs typeface="Comic Sans MS"/>
                <a:sym typeface="Comic Sans MS"/>
              </a:rPr>
              <a:t> structure of network?</a:t>
            </a:r>
            <a:endParaRPr/>
          </a:p>
          <a:p>
            <a:pPr indent="-342900" lvl="0" marL="342900" rtl="0" algn="ctr">
              <a:lnSpc>
                <a:spcPct val="100000"/>
              </a:lnSpc>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a:p>
            <a:pPr indent="-342900" lvl="0" marL="342900" rtl="0" algn="ctr">
              <a:lnSpc>
                <a:spcPct val="100000"/>
              </a:lnSpc>
              <a:spcBef>
                <a:spcPts val="480"/>
              </a:spcBef>
              <a:spcAft>
                <a:spcPts val="0"/>
              </a:spcAft>
              <a:buSzPts val="2040"/>
              <a:buNone/>
            </a:pPr>
            <a:r>
              <a:rPr b="0" i="0" lang="en-US" sz="2400" u="none">
                <a:solidFill>
                  <a:schemeClr val="dk1"/>
                </a:solidFill>
                <a:latin typeface="Comic Sans MS"/>
                <a:ea typeface="Comic Sans MS"/>
                <a:cs typeface="Comic Sans MS"/>
                <a:sym typeface="Comic Sans MS"/>
              </a:rPr>
              <a:t>Or at least our discussion of networks?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20" name="Shape 5720"/>
        <p:cNvGrpSpPr/>
        <p:nvPr/>
      </p:nvGrpSpPr>
      <p:grpSpPr>
        <a:xfrm>
          <a:off x="0" y="0"/>
          <a:ext cx="0" cy="0"/>
          <a:chOff x="0" y="0"/>
          <a:chExt cx="0" cy="0"/>
        </a:xfrm>
      </p:grpSpPr>
      <p:sp>
        <p:nvSpPr>
          <p:cNvPr id="5721" name="Google Shape;5721;p6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722" name="Google Shape;5722;p6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723" name="Google Shape;5723;p6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Organization of air travel</a:t>
            </a:r>
            <a:endParaRPr/>
          </a:p>
        </p:txBody>
      </p:sp>
      <p:sp>
        <p:nvSpPr>
          <p:cNvPr id="5724" name="Google Shape;5724;p61"/>
          <p:cNvSpPr txBox="1"/>
          <p:nvPr>
            <p:ph idx="1" type="body"/>
          </p:nvPr>
        </p:nvSpPr>
        <p:spPr>
          <a:xfrm>
            <a:off x="838200" y="5489575"/>
            <a:ext cx="7772400" cy="5429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a series of steps</a:t>
            </a:r>
            <a:endParaRPr/>
          </a:p>
        </p:txBody>
      </p:sp>
      <p:grpSp>
        <p:nvGrpSpPr>
          <p:cNvPr id="5725" name="Google Shape;5725;p61"/>
          <p:cNvGrpSpPr/>
          <p:nvPr/>
        </p:nvGrpSpPr>
        <p:grpSpPr>
          <a:xfrm>
            <a:off x="1111250" y="1587500"/>
            <a:ext cx="6508750" cy="3294062"/>
            <a:chOff x="700" y="1000"/>
            <a:chExt cx="4100" cy="2075"/>
          </a:xfrm>
        </p:grpSpPr>
        <p:sp>
          <p:nvSpPr>
            <p:cNvPr id="5726" name="Google Shape;5726;p61"/>
            <p:cNvSpPr txBox="1"/>
            <p:nvPr/>
          </p:nvSpPr>
          <p:spPr>
            <a:xfrm>
              <a:off x="846" y="1007"/>
              <a:ext cx="1401" cy="17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ticket (purchase)</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baggage (check)</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gates (load)</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runway takeoff</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airplane routing</a:t>
              </a:r>
              <a:endParaRPr/>
            </a:p>
          </p:txBody>
        </p:sp>
        <p:sp>
          <p:nvSpPr>
            <p:cNvPr id="5727" name="Google Shape;5727;p61"/>
            <p:cNvSpPr txBox="1"/>
            <p:nvPr/>
          </p:nvSpPr>
          <p:spPr>
            <a:xfrm>
              <a:off x="3242" y="1001"/>
              <a:ext cx="1364" cy="17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ticket (complain)</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baggage (claim)</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gates (unload)</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runway landing</a:t>
              </a:r>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airplane routing</a:t>
              </a:r>
              <a:endParaRPr/>
            </a:p>
          </p:txBody>
        </p:sp>
        <p:sp>
          <p:nvSpPr>
            <p:cNvPr id="5728" name="Google Shape;5728;p61"/>
            <p:cNvSpPr txBox="1"/>
            <p:nvPr/>
          </p:nvSpPr>
          <p:spPr>
            <a:xfrm>
              <a:off x="2074" y="2825"/>
              <a:ext cx="1285"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airplane routing</a:t>
              </a:r>
              <a:endParaRPr/>
            </a:p>
          </p:txBody>
        </p:sp>
        <p:sp>
          <p:nvSpPr>
            <p:cNvPr id="5729" name="Google Shape;5729;p61"/>
            <p:cNvSpPr/>
            <p:nvPr/>
          </p:nvSpPr>
          <p:spPr>
            <a:xfrm>
              <a:off x="700" y="1000"/>
              <a:ext cx="4100" cy="2072"/>
            </a:xfrm>
            <a:custGeom>
              <a:rect b="b" l="l" r="r" t="t"/>
              <a:pathLst>
                <a:path extrusionOk="0" h="2072" w="4100">
                  <a:moveTo>
                    <a:pt x="0" y="0"/>
                  </a:moveTo>
                  <a:lnTo>
                    <a:pt x="4" y="1736"/>
                  </a:lnTo>
                  <a:lnTo>
                    <a:pt x="804" y="2064"/>
                  </a:lnTo>
                  <a:lnTo>
                    <a:pt x="3468" y="2072"/>
                  </a:lnTo>
                  <a:lnTo>
                    <a:pt x="4100" y="1736"/>
                  </a:lnTo>
                  <a:lnTo>
                    <a:pt x="4100" y="96"/>
                  </a:lnTo>
                </a:path>
              </a:pathLst>
            </a:custGeom>
            <a:noFill/>
            <a:ln cap="flat" cmpd="sng" w="38100">
              <a:solidFill>
                <a:schemeClr val="accent2"/>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34" name="Shape 5734"/>
        <p:cNvGrpSpPr/>
        <p:nvPr/>
      </p:nvGrpSpPr>
      <p:grpSpPr>
        <a:xfrm>
          <a:off x="0" y="0"/>
          <a:ext cx="0" cy="0"/>
          <a:chOff x="0" y="0"/>
          <a:chExt cx="0" cy="0"/>
        </a:xfrm>
      </p:grpSpPr>
      <p:sp>
        <p:nvSpPr>
          <p:cNvPr id="5735" name="Google Shape;5735;p6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736" name="Google Shape;5736;p6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grpSp>
        <p:nvGrpSpPr>
          <p:cNvPr id="5737" name="Google Shape;5737;p62"/>
          <p:cNvGrpSpPr/>
          <p:nvPr/>
        </p:nvGrpSpPr>
        <p:grpSpPr>
          <a:xfrm>
            <a:off x="434975" y="1314450"/>
            <a:ext cx="8418512" cy="2835275"/>
            <a:chOff x="258" y="1214"/>
            <a:chExt cx="5303" cy="1786"/>
          </a:xfrm>
        </p:grpSpPr>
        <p:sp>
          <p:nvSpPr>
            <p:cNvPr id="5738" name="Google Shape;5738;p62"/>
            <p:cNvSpPr txBox="1"/>
            <p:nvPr/>
          </p:nvSpPr>
          <p:spPr>
            <a:xfrm>
              <a:off x="264" y="1544"/>
              <a:ext cx="1028" cy="1082"/>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39" name="Google Shape;5739;p62"/>
            <p:cNvSpPr txBox="1"/>
            <p:nvPr/>
          </p:nvSpPr>
          <p:spPr>
            <a:xfrm>
              <a:off x="258" y="1597"/>
              <a:ext cx="1071" cy="102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ticket (purchase)</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baggage (check)</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gates (load)</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runway (takeoff)</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airplane routing</a:t>
              </a:r>
              <a:endParaRPr/>
            </a:p>
          </p:txBody>
        </p:sp>
        <p:cxnSp>
          <p:nvCxnSpPr>
            <p:cNvPr id="5740" name="Google Shape;5740;p62"/>
            <p:cNvCxnSpPr/>
            <p:nvPr/>
          </p:nvCxnSpPr>
          <p:spPr>
            <a:xfrm>
              <a:off x="271" y="1770"/>
              <a:ext cx="1021" cy="1"/>
            </a:xfrm>
            <a:prstGeom prst="straightConnector1">
              <a:avLst/>
            </a:prstGeom>
            <a:noFill/>
            <a:ln cap="flat" cmpd="sng" w="19050">
              <a:solidFill>
                <a:schemeClr val="dk1"/>
              </a:solidFill>
              <a:prstDash val="solid"/>
              <a:miter lim="800000"/>
              <a:headEnd len="med" w="med" type="none"/>
              <a:tailEnd len="med" w="med" type="none"/>
            </a:ln>
          </p:spPr>
        </p:cxnSp>
        <p:cxnSp>
          <p:nvCxnSpPr>
            <p:cNvPr id="5741" name="Google Shape;5741;p62"/>
            <p:cNvCxnSpPr/>
            <p:nvPr/>
          </p:nvCxnSpPr>
          <p:spPr>
            <a:xfrm>
              <a:off x="275" y="1989"/>
              <a:ext cx="1021" cy="1"/>
            </a:xfrm>
            <a:prstGeom prst="straightConnector1">
              <a:avLst/>
            </a:prstGeom>
            <a:noFill/>
            <a:ln cap="flat" cmpd="sng" w="19050">
              <a:solidFill>
                <a:schemeClr val="dk1"/>
              </a:solidFill>
              <a:prstDash val="solid"/>
              <a:miter lim="800000"/>
              <a:headEnd len="med" w="med" type="none"/>
              <a:tailEnd len="med" w="med" type="none"/>
            </a:ln>
          </p:spPr>
        </p:cxnSp>
        <p:cxnSp>
          <p:nvCxnSpPr>
            <p:cNvPr id="5742" name="Google Shape;5742;p62"/>
            <p:cNvCxnSpPr/>
            <p:nvPr/>
          </p:nvCxnSpPr>
          <p:spPr>
            <a:xfrm>
              <a:off x="271" y="2207"/>
              <a:ext cx="1021" cy="1"/>
            </a:xfrm>
            <a:prstGeom prst="straightConnector1">
              <a:avLst/>
            </a:prstGeom>
            <a:noFill/>
            <a:ln cap="flat" cmpd="sng" w="19050">
              <a:solidFill>
                <a:schemeClr val="dk1"/>
              </a:solidFill>
              <a:prstDash val="solid"/>
              <a:miter lim="800000"/>
              <a:headEnd len="med" w="med" type="none"/>
              <a:tailEnd len="med" w="med" type="none"/>
            </a:ln>
          </p:spPr>
        </p:cxnSp>
        <p:cxnSp>
          <p:nvCxnSpPr>
            <p:cNvPr id="5743" name="Google Shape;5743;p62"/>
            <p:cNvCxnSpPr/>
            <p:nvPr/>
          </p:nvCxnSpPr>
          <p:spPr>
            <a:xfrm>
              <a:off x="279" y="2426"/>
              <a:ext cx="1021" cy="1"/>
            </a:xfrm>
            <a:prstGeom prst="straightConnector1">
              <a:avLst/>
            </a:prstGeom>
            <a:noFill/>
            <a:ln cap="flat" cmpd="sng" w="19050">
              <a:solidFill>
                <a:schemeClr val="dk1"/>
              </a:solidFill>
              <a:prstDash val="solid"/>
              <a:miter lim="800000"/>
              <a:headEnd len="med" w="med" type="none"/>
              <a:tailEnd len="med" w="med" type="none"/>
            </a:ln>
          </p:spPr>
        </p:cxnSp>
        <p:sp>
          <p:nvSpPr>
            <p:cNvPr id="5744" name="Google Shape;5744;p62"/>
            <p:cNvSpPr txBox="1"/>
            <p:nvPr/>
          </p:nvSpPr>
          <p:spPr>
            <a:xfrm>
              <a:off x="493" y="2706"/>
              <a:ext cx="525"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departure</a:t>
              </a:r>
              <a:endParaRPr/>
            </a:p>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airport</a:t>
              </a:r>
              <a:endParaRPr/>
            </a:p>
          </p:txBody>
        </p:sp>
        <p:sp>
          <p:nvSpPr>
            <p:cNvPr id="5745" name="Google Shape;5745;p62"/>
            <p:cNvSpPr txBox="1"/>
            <p:nvPr/>
          </p:nvSpPr>
          <p:spPr>
            <a:xfrm>
              <a:off x="3756" y="2712"/>
              <a:ext cx="387"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arrival</a:t>
              </a:r>
              <a:endParaRPr/>
            </a:p>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airport</a:t>
              </a:r>
              <a:endParaRPr/>
            </a:p>
          </p:txBody>
        </p:sp>
        <p:sp>
          <p:nvSpPr>
            <p:cNvPr id="5746" name="Google Shape;5746;p62"/>
            <p:cNvSpPr txBox="1"/>
            <p:nvPr/>
          </p:nvSpPr>
          <p:spPr>
            <a:xfrm>
              <a:off x="1859" y="2709"/>
              <a:ext cx="1042"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intermediate air-traffic</a:t>
              </a:r>
              <a:endParaRPr/>
            </a:p>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control centers</a:t>
              </a:r>
              <a:endParaRPr/>
            </a:p>
          </p:txBody>
        </p:sp>
        <p:pic>
          <p:nvPicPr>
            <p:cNvPr descr="yylgaifm[1]" id="5747" name="Google Shape;5747;p62"/>
            <p:cNvPicPr preferRelativeResize="0"/>
            <p:nvPr/>
          </p:nvPicPr>
          <p:blipFill rotWithShape="1">
            <a:blip r:embed="rId3">
              <a:alphaModFix/>
            </a:blip>
            <a:srcRect b="0" l="0" r="0" t="0"/>
            <a:stretch/>
          </p:blipFill>
          <p:spPr>
            <a:xfrm flipH="1">
              <a:off x="1830" y="1315"/>
              <a:ext cx="963" cy="290"/>
            </a:xfrm>
            <a:prstGeom prst="rect">
              <a:avLst/>
            </a:prstGeom>
            <a:noFill/>
            <a:ln>
              <a:noFill/>
            </a:ln>
          </p:spPr>
        </p:pic>
        <p:cxnSp>
          <p:nvCxnSpPr>
            <p:cNvPr id="5748" name="Google Shape;5748;p62"/>
            <p:cNvCxnSpPr/>
            <p:nvPr/>
          </p:nvCxnSpPr>
          <p:spPr>
            <a:xfrm>
              <a:off x="2133" y="1214"/>
              <a:ext cx="284" cy="1"/>
            </a:xfrm>
            <a:prstGeom prst="straightConnector1">
              <a:avLst/>
            </a:prstGeom>
            <a:noFill/>
            <a:ln cap="flat" cmpd="sng" w="9525">
              <a:solidFill>
                <a:schemeClr val="dk1"/>
              </a:solidFill>
              <a:prstDash val="solid"/>
              <a:miter lim="800000"/>
              <a:headEnd len="med" w="med" type="none"/>
              <a:tailEnd len="med" w="med" type="none"/>
            </a:ln>
          </p:spPr>
        </p:cxnSp>
        <p:cxnSp>
          <p:nvCxnSpPr>
            <p:cNvPr id="5749" name="Google Shape;5749;p62"/>
            <p:cNvCxnSpPr/>
            <p:nvPr/>
          </p:nvCxnSpPr>
          <p:spPr>
            <a:xfrm>
              <a:off x="2229" y="1310"/>
              <a:ext cx="284" cy="1"/>
            </a:xfrm>
            <a:prstGeom prst="straightConnector1">
              <a:avLst/>
            </a:prstGeom>
            <a:noFill/>
            <a:ln cap="flat" cmpd="sng" w="9525">
              <a:solidFill>
                <a:schemeClr val="dk1"/>
              </a:solidFill>
              <a:prstDash val="solid"/>
              <a:miter lim="800000"/>
              <a:headEnd len="med" w="med" type="none"/>
              <a:tailEnd len="med" w="med" type="none"/>
            </a:ln>
          </p:spPr>
        </p:cxnSp>
        <p:cxnSp>
          <p:nvCxnSpPr>
            <p:cNvPr id="5750" name="Google Shape;5750;p62"/>
            <p:cNvCxnSpPr/>
            <p:nvPr/>
          </p:nvCxnSpPr>
          <p:spPr>
            <a:xfrm>
              <a:off x="2325" y="1406"/>
              <a:ext cx="284" cy="1"/>
            </a:xfrm>
            <a:prstGeom prst="straightConnector1">
              <a:avLst/>
            </a:prstGeom>
            <a:noFill/>
            <a:ln cap="flat" cmpd="sng" w="9525">
              <a:solidFill>
                <a:schemeClr val="dk1"/>
              </a:solidFill>
              <a:prstDash val="solid"/>
              <a:miter lim="800000"/>
              <a:headEnd len="med" w="med" type="none"/>
              <a:tailEnd len="med" w="med" type="none"/>
            </a:ln>
          </p:spPr>
        </p:cxnSp>
        <p:grpSp>
          <p:nvGrpSpPr>
            <p:cNvPr id="5751" name="Google Shape;5751;p62"/>
            <p:cNvGrpSpPr/>
            <p:nvPr/>
          </p:nvGrpSpPr>
          <p:grpSpPr>
            <a:xfrm>
              <a:off x="1436" y="2441"/>
              <a:ext cx="1071" cy="186"/>
              <a:chOff x="1813" y="2187"/>
              <a:chExt cx="1071" cy="186"/>
            </a:xfrm>
          </p:grpSpPr>
          <p:sp>
            <p:nvSpPr>
              <p:cNvPr id="5752" name="Google Shape;5752;p62"/>
              <p:cNvSpPr txBox="1"/>
              <p:nvPr/>
            </p:nvSpPr>
            <p:spPr>
              <a:xfrm>
                <a:off x="1817" y="2187"/>
                <a:ext cx="871" cy="18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53" name="Google Shape;5753;p62"/>
              <p:cNvSpPr txBox="1"/>
              <p:nvPr/>
            </p:nvSpPr>
            <p:spPr>
              <a:xfrm>
                <a:off x="1813" y="2200"/>
                <a:ext cx="1071" cy="16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airplane routing</a:t>
                </a:r>
                <a:endParaRPr/>
              </a:p>
            </p:txBody>
          </p:sp>
        </p:grpSp>
        <p:grpSp>
          <p:nvGrpSpPr>
            <p:cNvPr id="5754" name="Google Shape;5754;p62"/>
            <p:cNvGrpSpPr/>
            <p:nvPr/>
          </p:nvGrpSpPr>
          <p:grpSpPr>
            <a:xfrm>
              <a:off x="2417" y="2441"/>
              <a:ext cx="1071" cy="186"/>
              <a:chOff x="1813" y="2187"/>
              <a:chExt cx="1071" cy="186"/>
            </a:xfrm>
          </p:grpSpPr>
          <p:sp>
            <p:nvSpPr>
              <p:cNvPr id="5755" name="Google Shape;5755;p62"/>
              <p:cNvSpPr txBox="1"/>
              <p:nvPr/>
            </p:nvSpPr>
            <p:spPr>
              <a:xfrm>
                <a:off x="1817" y="2187"/>
                <a:ext cx="871" cy="18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56" name="Google Shape;5756;p62"/>
              <p:cNvSpPr txBox="1"/>
              <p:nvPr/>
            </p:nvSpPr>
            <p:spPr>
              <a:xfrm>
                <a:off x="1813" y="2200"/>
                <a:ext cx="1071" cy="16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airplane routing</a:t>
                </a:r>
                <a:endParaRPr/>
              </a:p>
            </p:txBody>
          </p:sp>
        </p:grpSp>
        <p:sp>
          <p:nvSpPr>
            <p:cNvPr id="5757" name="Google Shape;5757;p62"/>
            <p:cNvSpPr txBox="1"/>
            <p:nvPr/>
          </p:nvSpPr>
          <p:spPr>
            <a:xfrm>
              <a:off x="3446" y="1551"/>
              <a:ext cx="1028" cy="1082"/>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58" name="Google Shape;5758;p62"/>
            <p:cNvSpPr txBox="1"/>
            <p:nvPr/>
          </p:nvSpPr>
          <p:spPr>
            <a:xfrm>
              <a:off x="3412" y="1598"/>
              <a:ext cx="1071" cy="102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ticket (complain)</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baggage (claim</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gates (unload)</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runway (land)</a:t>
              </a:r>
              <a:endParaRPr/>
            </a:p>
            <a:p>
              <a:pPr indent="0" lvl="0" marL="0" marR="0" rtl="0" algn="ctr">
                <a:lnSpc>
                  <a:spcPct val="80000"/>
                </a:lnSpc>
                <a:spcBef>
                  <a:spcPts val="0"/>
                </a:spcBef>
                <a:spcAft>
                  <a:spcPts val="0"/>
                </a:spcAft>
                <a:buClr>
                  <a:schemeClr val="dk1"/>
                </a:buClr>
                <a:buSzPts val="1400"/>
                <a:buFont typeface="Times New Roman"/>
                <a:buNone/>
              </a:pPr>
              <a:r>
                <a:t/>
              </a:r>
              <a:endParaRPr b="0" i="0" sz="1400" u="none">
                <a:solidFill>
                  <a:schemeClr val="dk1"/>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airplane routing</a:t>
              </a:r>
              <a:endParaRPr/>
            </a:p>
          </p:txBody>
        </p:sp>
        <p:cxnSp>
          <p:nvCxnSpPr>
            <p:cNvPr id="5759" name="Google Shape;5759;p62"/>
            <p:cNvCxnSpPr/>
            <p:nvPr/>
          </p:nvCxnSpPr>
          <p:spPr>
            <a:xfrm>
              <a:off x="3453" y="1777"/>
              <a:ext cx="1021" cy="1"/>
            </a:xfrm>
            <a:prstGeom prst="straightConnector1">
              <a:avLst/>
            </a:prstGeom>
            <a:noFill/>
            <a:ln cap="flat" cmpd="sng" w="19050">
              <a:solidFill>
                <a:schemeClr val="dk1"/>
              </a:solidFill>
              <a:prstDash val="solid"/>
              <a:miter lim="800000"/>
              <a:headEnd len="med" w="med" type="none"/>
              <a:tailEnd len="med" w="med" type="none"/>
            </a:ln>
          </p:spPr>
        </p:cxnSp>
        <p:cxnSp>
          <p:nvCxnSpPr>
            <p:cNvPr id="5760" name="Google Shape;5760;p62"/>
            <p:cNvCxnSpPr/>
            <p:nvPr/>
          </p:nvCxnSpPr>
          <p:spPr>
            <a:xfrm>
              <a:off x="3457" y="1996"/>
              <a:ext cx="1021" cy="1"/>
            </a:xfrm>
            <a:prstGeom prst="straightConnector1">
              <a:avLst/>
            </a:prstGeom>
            <a:noFill/>
            <a:ln cap="flat" cmpd="sng" w="19050">
              <a:solidFill>
                <a:schemeClr val="dk1"/>
              </a:solidFill>
              <a:prstDash val="solid"/>
              <a:miter lim="800000"/>
              <a:headEnd len="med" w="med" type="none"/>
              <a:tailEnd len="med" w="med" type="none"/>
            </a:ln>
          </p:spPr>
        </p:cxnSp>
        <p:cxnSp>
          <p:nvCxnSpPr>
            <p:cNvPr id="5761" name="Google Shape;5761;p62"/>
            <p:cNvCxnSpPr/>
            <p:nvPr/>
          </p:nvCxnSpPr>
          <p:spPr>
            <a:xfrm>
              <a:off x="3453" y="2214"/>
              <a:ext cx="1021" cy="1"/>
            </a:xfrm>
            <a:prstGeom prst="straightConnector1">
              <a:avLst/>
            </a:prstGeom>
            <a:noFill/>
            <a:ln cap="flat" cmpd="sng" w="19050">
              <a:solidFill>
                <a:schemeClr val="dk1"/>
              </a:solidFill>
              <a:prstDash val="solid"/>
              <a:miter lim="800000"/>
              <a:headEnd len="med" w="med" type="none"/>
              <a:tailEnd len="med" w="med" type="none"/>
            </a:ln>
          </p:spPr>
        </p:cxnSp>
        <p:cxnSp>
          <p:nvCxnSpPr>
            <p:cNvPr id="5762" name="Google Shape;5762;p62"/>
            <p:cNvCxnSpPr/>
            <p:nvPr/>
          </p:nvCxnSpPr>
          <p:spPr>
            <a:xfrm>
              <a:off x="3461" y="2433"/>
              <a:ext cx="1021" cy="1"/>
            </a:xfrm>
            <a:prstGeom prst="straightConnector1">
              <a:avLst/>
            </a:prstGeom>
            <a:noFill/>
            <a:ln cap="flat" cmpd="sng" w="19050">
              <a:solidFill>
                <a:schemeClr val="dk1"/>
              </a:solidFill>
              <a:prstDash val="solid"/>
              <a:miter lim="800000"/>
              <a:headEnd len="med" w="med" type="none"/>
              <a:tailEnd len="med" w="med" type="none"/>
            </a:ln>
          </p:spPr>
        </p:cxnSp>
        <p:sp>
          <p:nvSpPr>
            <p:cNvPr id="5763" name="Google Shape;5763;p62"/>
            <p:cNvSpPr txBox="1"/>
            <p:nvPr/>
          </p:nvSpPr>
          <p:spPr>
            <a:xfrm>
              <a:off x="268" y="2476"/>
              <a:ext cx="5293" cy="116"/>
            </a:xfrm>
            <a:prstGeom prst="rect">
              <a:avLst/>
            </a:prstGeom>
            <a:gradFill>
              <a:gsLst>
                <a:gs pos="0">
                  <a:srgbClr val="00CC99">
                    <a:alpha val="49803"/>
                  </a:srgbClr>
                </a:gs>
                <a:gs pos="100000">
                  <a:srgbClr val="00CC99">
                    <a:alpha val="52941"/>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4" name="Google Shape;5764;p62"/>
            <p:cNvSpPr txBox="1"/>
            <p:nvPr/>
          </p:nvSpPr>
          <p:spPr>
            <a:xfrm>
              <a:off x="268" y="2256"/>
              <a:ext cx="5293" cy="123"/>
            </a:xfrm>
            <a:prstGeom prst="rect">
              <a:avLst/>
            </a:prstGeom>
            <a:gradFill>
              <a:gsLst>
                <a:gs pos="0">
                  <a:srgbClr val="00CC99">
                    <a:alpha val="49803"/>
                  </a:srgbClr>
                </a:gs>
                <a:gs pos="100000">
                  <a:srgbClr val="00CC99">
                    <a:alpha val="52941"/>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5" name="Google Shape;5765;p62"/>
            <p:cNvSpPr txBox="1"/>
            <p:nvPr/>
          </p:nvSpPr>
          <p:spPr>
            <a:xfrm>
              <a:off x="268" y="2050"/>
              <a:ext cx="5293" cy="116"/>
            </a:xfrm>
            <a:prstGeom prst="rect">
              <a:avLst/>
            </a:prstGeom>
            <a:gradFill>
              <a:gsLst>
                <a:gs pos="0">
                  <a:srgbClr val="00CC99">
                    <a:alpha val="49803"/>
                  </a:srgbClr>
                </a:gs>
                <a:gs pos="100000">
                  <a:srgbClr val="00CC99">
                    <a:alpha val="52941"/>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6" name="Google Shape;5766;p62"/>
            <p:cNvSpPr txBox="1"/>
            <p:nvPr/>
          </p:nvSpPr>
          <p:spPr>
            <a:xfrm>
              <a:off x="268" y="1830"/>
              <a:ext cx="5286" cy="123"/>
            </a:xfrm>
            <a:prstGeom prst="rect">
              <a:avLst/>
            </a:prstGeom>
            <a:gradFill>
              <a:gsLst>
                <a:gs pos="0">
                  <a:srgbClr val="00CC99">
                    <a:alpha val="49803"/>
                  </a:srgbClr>
                </a:gs>
                <a:gs pos="100000">
                  <a:srgbClr val="00CC99">
                    <a:alpha val="52941"/>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7" name="Google Shape;5767;p62"/>
            <p:cNvSpPr txBox="1"/>
            <p:nvPr/>
          </p:nvSpPr>
          <p:spPr>
            <a:xfrm>
              <a:off x="268" y="1617"/>
              <a:ext cx="5287" cy="123"/>
            </a:xfrm>
            <a:prstGeom prst="rect">
              <a:avLst/>
            </a:prstGeom>
            <a:gradFill>
              <a:gsLst>
                <a:gs pos="0">
                  <a:srgbClr val="00CC99">
                    <a:alpha val="49803"/>
                  </a:srgbClr>
                </a:gs>
                <a:gs pos="100000">
                  <a:srgbClr val="00CC99">
                    <a:alpha val="52941"/>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8" name="Google Shape;5768;p62"/>
            <p:cNvSpPr txBox="1"/>
            <p:nvPr/>
          </p:nvSpPr>
          <p:spPr>
            <a:xfrm>
              <a:off x="4776" y="1588"/>
              <a:ext cx="340"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ticket</a:t>
              </a:r>
              <a:endParaRPr/>
            </a:p>
          </p:txBody>
        </p:sp>
        <p:sp>
          <p:nvSpPr>
            <p:cNvPr id="5769" name="Google Shape;5769;p62"/>
            <p:cNvSpPr txBox="1"/>
            <p:nvPr/>
          </p:nvSpPr>
          <p:spPr>
            <a:xfrm>
              <a:off x="4774" y="1801"/>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100" u="none">
                  <a:solidFill>
                    <a:schemeClr val="dk1"/>
                  </a:solidFill>
                  <a:latin typeface="Arial"/>
                  <a:ea typeface="Arial"/>
                  <a:cs typeface="Arial"/>
                  <a:sym typeface="Arial"/>
                </a:rPr>
                <a:t>baggage</a:t>
              </a:r>
              <a:endParaRPr sz="1300"/>
            </a:p>
          </p:txBody>
        </p:sp>
        <p:sp>
          <p:nvSpPr>
            <p:cNvPr id="5770" name="Google Shape;5770;p62"/>
            <p:cNvSpPr txBox="1"/>
            <p:nvPr/>
          </p:nvSpPr>
          <p:spPr>
            <a:xfrm>
              <a:off x="4772" y="2013"/>
              <a:ext cx="30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100" u="none">
                  <a:solidFill>
                    <a:schemeClr val="dk1"/>
                  </a:solidFill>
                  <a:latin typeface="Arial"/>
                  <a:ea typeface="Arial"/>
                  <a:cs typeface="Arial"/>
                  <a:sym typeface="Arial"/>
                </a:rPr>
                <a:t>gate</a:t>
              </a:r>
              <a:endParaRPr sz="1300"/>
            </a:p>
          </p:txBody>
        </p:sp>
        <p:sp>
          <p:nvSpPr>
            <p:cNvPr id="5771" name="Google Shape;5771;p62"/>
            <p:cNvSpPr txBox="1"/>
            <p:nvPr/>
          </p:nvSpPr>
          <p:spPr>
            <a:xfrm>
              <a:off x="4767" y="2225"/>
              <a:ext cx="738"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takeoff/landing</a:t>
              </a:r>
              <a:endParaRPr/>
            </a:p>
          </p:txBody>
        </p:sp>
        <p:sp>
          <p:nvSpPr>
            <p:cNvPr id="5772" name="Google Shape;5772;p62"/>
            <p:cNvSpPr txBox="1"/>
            <p:nvPr/>
          </p:nvSpPr>
          <p:spPr>
            <a:xfrm>
              <a:off x="4769" y="2444"/>
              <a:ext cx="774"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airplane routing</a:t>
              </a:r>
              <a:endParaRPr/>
            </a:p>
          </p:txBody>
        </p:sp>
      </p:grpSp>
      <p:sp>
        <p:nvSpPr>
          <p:cNvPr id="5773" name="Google Shape;5773;p62"/>
          <p:cNvSpPr txBox="1"/>
          <p:nvPr>
            <p:ph type="title"/>
          </p:nvPr>
        </p:nvSpPr>
        <p:spPr>
          <a:xfrm>
            <a:off x="533400" y="3175"/>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Layering of airline functionality</a:t>
            </a:r>
            <a:endParaRPr/>
          </a:p>
        </p:txBody>
      </p:sp>
      <p:sp>
        <p:nvSpPr>
          <p:cNvPr id="5774" name="Google Shape;5774;p62"/>
          <p:cNvSpPr txBox="1"/>
          <p:nvPr>
            <p:ph idx="1" type="body"/>
          </p:nvPr>
        </p:nvSpPr>
        <p:spPr>
          <a:xfrm>
            <a:off x="533400" y="4430712"/>
            <a:ext cx="7613650" cy="17637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rgbClr val="FF0000"/>
                </a:solidFill>
                <a:latin typeface="Comic Sans MS"/>
                <a:ea typeface="Comic Sans MS"/>
                <a:cs typeface="Comic Sans MS"/>
                <a:sym typeface="Comic Sans MS"/>
              </a:rPr>
              <a:t>Layers: </a:t>
            </a:r>
            <a:r>
              <a:rPr b="0" i="0" lang="en-US" sz="2400" u="none">
                <a:solidFill>
                  <a:schemeClr val="dk1"/>
                </a:solidFill>
                <a:latin typeface="Comic Sans MS"/>
                <a:ea typeface="Comic Sans MS"/>
                <a:cs typeface="Comic Sans MS"/>
                <a:sym typeface="Comic Sans MS"/>
              </a:rPr>
              <a:t>each layer implements a service</a:t>
            </a:r>
            <a:endParaRPr b="0" i="0" sz="2800" u="none">
              <a:solidFill>
                <a:schemeClr val="dk1"/>
              </a:solidFill>
              <a:latin typeface="Comic Sans MS"/>
              <a:ea typeface="Comic Sans MS"/>
              <a:cs typeface="Comic Sans MS"/>
              <a:sym typeface="Comic Sans MS"/>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via its own internal-layer actions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relying on services provided by layer below</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79" name="Shape 5779"/>
        <p:cNvGrpSpPr/>
        <p:nvPr/>
      </p:nvGrpSpPr>
      <p:grpSpPr>
        <a:xfrm>
          <a:off x="0" y="0"/>
          <a:ext cx="0" cy="0"/>
          <a:chOff x="0" y="0"/>
          <a:chExt cx="0" cy="0"/>
        </a:xfrm>
      </p:grpSpPr>
      <p:sp>
        <p:nvSpPr>
          <p:cNvPr id="5780" name="Google Shape;5780;p6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781" name="Google Shape;5781;p6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782" name="Google Shape;5782;p6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Why layering?</a:t>
            </a:r>
            <a:endParaRPr/>
          </a:p>
        </p:txBody>
      </p:sp>
      <p:sp>
        <p:nvSpPr>
          <p:cNvPr id="5783" name="Google Shape;5783;p63"/>
          <p:cNvSpPr txBox="1"/>
          <p:nvPr>
            <p:ph idx="1" type="body"/>
          </p:nvPr>
        </p:nvSpPr>
        <p:spPr>
          <a:xfrm>
            <a:off x="546100" y="1346200"/>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0" lang="en-US" sz="2800" u="none">
                <a:solidFill>
                  <a:schemeClr val="dk1"/>
                </a:solidFill>
                <a:latin typeface="Comic Sans MS"/>
                <a:ea typeface="Comic Sans MS"/>
                <a:cs typeface="Comic Sans MS"/>
                <a:sym typeface="Comic Sans MS"/>
              </a:rPr>
              <a:t>Dealing with complex systems: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explicit structure allows identification, relationship of complex system’s pieces</a:t>
            </a:r>
            <a:endParaRPr b="0" i="0" sz="2800" u="none">
              <a:solidFill>
                <a:schemeClr val="dk1"/>
              </a:solidFill>
              <a:latin typeface="Comic Sans MS"/>
              <a:ea typeface="Comic Sans MS"/>
              <a:cs typeface="Comic Sans MS"/>
              <a:sym typeface="Comic Sans MS"/>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layered </a:t>
            </a:r>
            <a:r>
              <a:rPr b="0" i="0" lang="en-US" sz="2400" u="none">
                <a:solidFill>
                  <a:srgbClr val="FF0000"/>
                </a:solidFill>
                <a:latin typeface="Comic Sans MS"/>
                <a:ea typeface="Comic Sans MS"/>
                <a:cs typeface="Comic Sans MS"/>
                <a:sym typeface="Comic Sans MS"/>
              </a:rPr>
              <a:t>reference model</a:t>
            </a:r>
            <a:r>
              <a:rPr b="0" i="0" lang="en-US" sz="2400" u="none">
                <a:solidFill>
                  <a:schemeClr val="dk1"/>
                </a:solidFill>
                <a:latin typeface="Comic Sans MS"/>
                <a:ea typeface="Comic Sans MS"/>
                <a:cs typeface="Comic Sans MS"/>
                <a:sym typeface="Comic Sans MS"/>
              </a:rPr>
              <a:t> for discussion</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modularization eases maintenance, updating of system</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change of implementation of layer’s service transparent to rest of system</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e.g., change in gate procedure doesn’t affect rest of system</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layering considered harmful?</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88" name="Shape 5788"/>
        <p:cNvGrpSpPr/>
        <p:nvPr/>
      </p:nvGrpSpPr>
      <p:grpSpPr>
        <a:xfrm>
          <a:off x="0" y="0"/>
          <a:ext cx="0" cy="0"/>
          <a:chOff x="0" y="0"/>
          <a:chExt cx="0" cy="0"/>
        </a:xfrm>
      </p:grpSpPr>
      <p:sp>
        <p:nvSpPr>
          <p:cNvPr id="5789" name="Google Shape;5789;p6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790" name="Google Shape;5790;p6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791" name="Google Shape;5791;p64"/>
          <p:cNvSpPr txBox="1"/>
          <p:nvPr/>
        </p:nvSpPr>
        <p:spPr>
          <a:xfrm>
            <a:off x="6578600" y="1714500"/>
            <a:ext cx="1892300" cy="3530600"/>
          </a:xfrm>
          <a:prstGeom prst="rect">
            <a:avLst/>
          </a:prstGeom>
          <a:solidFill>
            <a:schemeClr val="accent2"/>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92" name="Google Shape;5792;p6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Internet protocol stack</a:t>
            </a:r>
            <a:endParaRPr/>
          </a:p>
        </p:txBody>
      </p:sp>
      <p:sp>
        <p:nvSpPr>
          <p:cNvPr id="5793" name="Google Shape;5793;p64"/>
          <p:cNvSpPr txBox="1"/>
          <p:nvPr>
            <p:ph idx="1" type="body"/>
          </p:nvPr>
        </p:nvSpPr>
        <p:spPr>
          <a:xfrm>
            <a:off x="571500" y="1422400"/>
            <a:ext cx="5715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application:</a:t>
            </a:r>
            <a:r>
              <a:rPr b="0" i="0" lang="en-US" sz="2400" u="none">
                <a:solidFill>
                  <a:schemeClr val="dk1"/>
                </a:solidFill>
                <a:latin typeface="Comic Sans MS"/>
                <a:ea typeface="Comic Sans MS"/>
                <a:cs typeface="Comic Sans MS"/>
                <a:sym typeface="Comic Sans MS"/>
              </a:rPr>
              <a:t> supporting network applications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FTP, SMTP, HTTP</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transport:</a:t>
            </a:r>
            <a:r>
              <a:rPr b="0" i="0" lang="en-US" sz="2400" u="none">
                <a:solidFill>
                  <a:schemeClr val="dk1"/>
                </a:solidFill>
                <a:latin typeface="Comic Sans MS"/>
                <a:ea typeface="Comic Sans MS"/>
                <a:cs typeface="Comic Sans MS"/>
                <a:sym typeface="Comic Sans MS"/>
              </a:rPr>
              <a:t> process-process data transfer</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TCP, UDP</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network:</a:t>
            </a:r>
            <a:r>
              <a:rPr b="0" i="0" lang="en-US" sz="2400" u="none">
                <a:solidFill>
                  <a:schemeClr val="dk1"/>
                </a:solidFill>
                <a:latin typeface="Comic Sans MS"/>
                <a:ea typeface="Comic Sans MS"/>
                <a:cs typeface="Comic Sans MS"/>
                <a:sym typeface="Comic Sans MS"/>
              </a:rPr>
              <a:t> routing of datagrams from source to destination</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IP, routing protocols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link:</a:t>
            </a:r>
            <a:r>
              <a:rPr b="0" i="0" lang="en-US" sz="2400" u="none">
                <a:solidFill>
                  <a:schemeClr val="dk1"/>
                </a:solidFill>
                <a:latin typeface="Comic Sans MS"/>
                <a:ea typeface="Comic Sans MS"/>
                <a:cs typeface="Comic Sans MS"/>
                <a:sym typeface="Comic Sans MS"/>
              </a:rPr>
              <a:t> data transfer between neighboring  network elements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PPP, Ethernet</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physical:</a:t>
            </a:r>
            <a:r>
              <a:rPr b="0" i="0" lang="en-US" sz="2400" u="none">
                <a:solidFill>
                  <a:schemeClr val="dk1"/>
                </a:solidFill>
                <a:latin typeface="Comic Sans MS"/>
                <a:ea typeface="Comic Sans MS"/>
                <a:cs typeface="Comic Sans MS"/>
                <a:sym typeface="Comic Sans MS"/>
              </a:rPr>
              <a:t> bits “on the wire”</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grpSp>
        <p:nvGrpSpPr>
          <p:cNvPr id="5794" name="Google Shape;5794;p64"/>
          <p:cNvGrpSpPr/>
          <p:nvPr/>
        </p:nvGrpSpPr>
        <p:grpSpPr>
          <a:xfrm>
            <a:off x="6508750" y="1828800"/>
            <a:ext cx="1898650" cy="3530600"/>
            <a:chOff x="3076" y="888"/>
            <a:chExt cx="1196" cy="2224"/>
          </a:xfrm>
        </p:grpSpPr>
        <p:sp>
          <p:nvSpPr>
            <p:cNvPr id="5795" name="Google Shape;5795;p64"/>
            <p:cNvSpPr txBox="1"/>
            <p:nvPr/>
          </p:nvSpPr>
          <p:spPr>
            <a:xfrm>
              <a:off x="3080" y="888"/>
              <a:ext cx="1192" cy="2224"/>
            </a:xfrm>
            <a:prstGeom prst="rect">
              <a:avLst/>
            </a:prstGeom>
            <a:solidFill>
              <a:schemeClr val="lt1"/>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96" name="Google Shape;5796;p64"/>
            <p:cNvSpPr txBox="1"/>
            <p:nvPr/>
          </p:nvSpPr>
          <p:spPr>
            <a:xfrm>
              <a:off x="3150" y="949"/>
              <a:ext cx="1070" cy="21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application</a:t>
              </a:r>
              <a:endParaRPr/>
            </a:p>
            <a:p>
              <a:pPr indent="0" lvl="0" marL="0" marR="0" rtl="0" algn="ctr">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transport</a:t>
              </a:r>
              <a:endParaRPr/>
            </a:p>
            <a:p>
              <a:pPr indent="0" lvl="0" marL="0" marR="0" rtl="0" algn="ctr">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network</a:t>
              </a:r>
              <a:endParaRPr/>
            </a:p>
            <a:p>
              <a:pPr indent="0" lvl="0" marL="0" marR="0" rtl="0" algn="ctr">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link</a:t>
              </a:r>
              <a:endParaRPr/>
            </a:p>
            <a:p>
              <a:pPr indent="0" lvl="0" marL="0" marR="0" rtl="0" algn="ctr">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physical</a:t>
              </a:r>
              <a:endParaRPr/>
            </a:p>
          </p:txBody>
        </p:sp>
        <p:cxnSp>
          <p:nvCxnSpPr>
            <p:cNvPr id="5797" name="Google Shape;5797;p64"/>
            <p:cNvCxnSpPr/>
            <p:nvPr/>
          </p:nvCxnSpPr>
          <p:spPr>
            <a:xfrm>
              <a:off x="3076" y="1324"/>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798" name="Google Shape;5798;p64"/>
            <p:cNvCxnSpPr/>
            <p:nvPr/>
          </p:nvCxnSpPr>
          <p:spPr>
            <a:xfrm>
              <a:off x="3076" y="1768"/>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799" name="Google Shape;5799;p64"/>
            <p:cNvCxnSpPr/>
            <p:nvPr/>
          </p:nvCxnSpPr>
          <p:spPr>
            <a:xfrm>
              <a:off x="3076" y="2216"/>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800" name="Google Shape;5800;p64"/>
            <p:cNvCxnSpPr/>
            <p:nvPr/>
          </p:nvCxnSpPr>
          <p:spPr>
            <a:xfrm>
              <a:off x="3076" y="2664"/>
              <a:ext cx="1188" cy="0"/>
            </a:xfrm>
            <a:prstGeom prst="straightConnector1">
              <a:avLst/>
            </a:prstGeom>
            <a:noFill/>
            <a:ln cap="flat" cmpd="sng" w="38100">
              <a:solidFill>
                <a:schemeClr val="accent2"/>
              </a:solidFill>
              <a:prstDash val="solid"/>
              <a:miter lim="800000"/>
              <a:headEnd len="med" w="med" type="none"/>
              <a:tailEnd len="med" w="med" type="none"/>
            </a:ln>
          </p:spPr>
        </p:cxn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05" name="Shape 5805"/>
        <p:cNvGrpSpPr/>
        <p:nvPr/>
      </p:nvGrpSpPr>
      <p:grpSpPr>
        <a:xfrm>
          <a:off x="0" y="0"/>
          <a:ext cx="0" cy="0"/>
          <a:chOff x="0" y="0"/>
          <a:chExt cx="0" cy="0"/>
        </a:xfrm>
      </p:grpSpPr>
      <p:sp>
        <p:nvSpPr>
          <p:cNvPr id="5806" name="Google Shape;5806;p6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807" name="Google Shape;5807;p6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808" name="Google Shape;5808;p65"/>
          <p:cNvSpPr txBox="1"/>
          <p:nvPr/>
        </p:nvSpPr>
        <p:spPr>
          <a:xfrm>
            <a:off x="7077075" y="1714500"/>
            <a:ext cx="1892300" cy="3530600"/>
          </a:xfrm>
          <a:prstGeom prst="rect">
            <a:avLst/>
          </a:prstGeom>
          <a:solidFill>
            <a:schemeClr val="accent2"/>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09" name="Google Shape;5809;p6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ISO/OSI reference model</a:t>
            </a:r>
            <a:endParaRPr/>
          </a:p>
        </p:txBody>
      </p:sp>
      <p:sp>
        <p:nvSpPr>
          <p:cNvPr id="5810" name="Google Shape;5810;p65"/>
          <p:cNvSpPr txBox="1"/>
          <p:nvPr>
            <p:ph idx="1" type="body"/>
          </p:nvPr>
        </p:nvSpPr>
        <p:spPr>
          <a:xfrm>
            <a:off x="571500" y="1422400"/>
            <a:ext cx="5715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0000"/>
                </a:solidFill>
                <a:latin typeface="Comic Sans MS"/>
                <a:ea typeface="Comic Sans MS"/>
                <a:cs typeface="Comic Sans MS"/>
                <a:sym typeface="Comic Sans MS"/>
              </a:rPr>
              <a:t>presentation:</a:t>
            </a:r>
            <a:r>
              <a:rPr b="0" i="0" lang="en-US" sz="2400" u="none">
                <a:solidFill>
                  <a:schemeClr val="dk1"/>
                </a:solidFill>
                <a:latin typeface="Comic Sans MS"/>
                <a:ea typeface="Comic Sans MS"/>
                <a:cs typeface="Comic Sans MS"/>
                <a:sym typeface="Comic Sans MS"/>
              </a:rPr>
              <a:t> allow applications to interpret meaning of data, e.g., encryption, compression, machine-specific conventions</a:t>
            </a:r>
            <a:endParaRPr/>
          </a:p>
          <a:p>
            <a:pPr indent="-342900" lvl="0" marL="342900" rtl="0" algn="l">
              <a:lnSpc>
                <a:spcPct val="100000"/>
              </a:lnSpc>
              <a:spcBef>
                <a:spcPts val="480"/>
              </a:spcBef>
              <a:spcAft>
                <a:spcPts val="0"/>
              </a:spcAft>
              <a:buClr>
                <a:schemeClr val="accent2"/>
              </a:buClr>
              <a:buSzPts val="2040"/>
              <a:buFont typeface="Noto Sans Symbols"/>
              <a:buChar char="❑"/>
            </a:pPr>
            <a:r>
              <a:rPr b="0" i="1" lang="en-US" sz="2400" u="none">
                <a:solidFill>
                  <a:srgbClr val="FF3300"/>
                </a:solidFill>
                <a:latin typeface="Comic Sans MS"/>
                <a:ea typeface="Comic Sans MS"/>
                <a:cs typeface="Comic Sans MS"/>
                <a:sym typeface="Comic Sans MS"/>
              </a:rPr>
              <a:t>session:</a:t>
            </a:r>
            <a:r>
              <a:rPr b="0" i="0" lang="en-US" sz="2400" u="none">
                <a:solidFill>
                  <a:schemeClr val="dk1"/>
                </a:solidFill>
                <a:latin typeface="Comic Sans MS"/>
                <a:ea typeface="Comic Sans MS"/>
                <a:cs typeface="Comic Sans MS"/>
                <a:sym typeface="Comic Sans MS"/>
              </a:rPr>
              <a:t> synchronization, checkpointing, recovery of data exchange</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Internet stack “missing” these layers!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these services, </a:t>
            </a:r>
            <a:r>
              <a:rPr b="0" i="1" lang="en-US" sz="2400" u="none">
                <a:solidFill>
                  <a:schemeClr val="dk1"/>
                </a:solidFill>
                <a:latin typeface="Comic Sans MS"/>
                <a:ea typeface="Comic Sans MS"/>
                <a:cs typeface="Comic Sans MS"/>
                <a:sym typeface="Comic Sans MS"/>
              </a:rPr>
              <a:t>if needed,</a:t>
            </a:r>
            <a:r>
              <a:rPr b="0" i="0" lang="en-US" sz="2400" u="none">
                <a:solidFill>
                  <a:schemeClr val="dk1"/>
                </a:solidFill>
                <a:latin typeface="Comic Sans MS"/>
                <a:ea typeface="Comic Sans MS"/>
                <a:cs typeface="Comic Sans MS"/>
                <a:sym typeface="Comic Sans MS"/>
              </a:rPr>
              <a:t> must be implemented in application</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needed?</a:t>
            </a:r>
            <a:endParaRPr/>
          </a:p>
        </p:txBody>
      </p:sp>
      <p:grpSp>
        <p:nvGrpSpPr>
          <p:cNvPr id="5811" name="Google Shape;5811;p65"/>
          <p:cNvGrpSpPr/>
          <p:nvPr/>
        </p:nvGrpSpPr>
        <p:grpSpPr>
          <a:xfrm>
            <a:off x="6902450" y="1762125"/>
            <a:ext cx="1982787" cy="3587750"/>
            <a:chOff x="3265" y="1545"/>
            <a:chExt cx="1249" cy="2260"/>
          </a:xfrm>
        </p:grpSpPr>
        <p:sp>
          <p:nvSpPr>
            <p:cNvPr id="5812" name="Google Shape;5812;p65"/>
            <p:cNvSpPr txBox="1"/>
            <p:nvPr/>
          </p:nvSpPr>
          <p:spPr>
            <a:xfrm>
              <a:off x="3310" y="1545"/>
              <a:ext cx="1192" cy="2259"/>
            </a:xfrm>
            <a:prstGeom prst="rect">
              <a:avLst/>
            </a:prstGeom>
            <a:solidFill>
              <a:schemeClr val="lt1"/>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13" name="Google Shape;5813;p65"/>
            <p:cNvSpPr txBox="1"/>
            <p:nvPr/>
          </p:nvSpPr>
          <p:spPr>
            <a:xfrm>
              <a:off x="3265" y="1654"/>
              <a:ext cx="1249" cy="2151"/>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application</a:t>
              </a:r>
              <a:endParaRPr/>
            </a:p>
            <a:p>
              <a:pPr indent="0" lvl="0" marL="0" marR="0" rtl="0" algn="ctr">
                <a:lnSpc>
                  <a:spcPct val="7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presentation</a:t>
              </a:r>
              <a:endParaRPr/>
            </a:p>
            <a:p>
              <a:pPr indent="0" lvl="0" marL="0" marR="0" rtl="0" algn="ctr">
                <a:lnSpc>
                  <a:spcPct val="7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session</a:t>
              </a:r>
              <a:endParaRPr/>
            </a:p>
            <a:p>
              <a:pPr indent="0" lvl="0" marL="0" marR="0" rtl="0" algn="ctr">
                <a:lnSpc>
                  <a:spcPct val="7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transport</a:t>
              </a:r>
              <a:endParaRPr/>
            </a:p>
            <a:p>
              <a:pPr indent="0" lvl="0" marL="0" marR="0" rtl="0" algn="ctr">
                <a:lnSpc>
                  <a:spcPct val="7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network</a:t>
              </a:r>
              <a:endParaRPr/>
            </a:p>
            <a:p>
              <a:pPr indent="0" lvl="0" marL="0" marR="0" rtl="0" algn="ctr">
                <a:lnSpc>
                  <a:spcPct val="7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link</a:t>
              </a:r>
              <a:endParaRPr/>
            </a:p>
            <a:p>
              <a:pPr indent="0" lvl="0" marL="0" marR="0" rtl="0" algn="ctr">
                <a:lnSpc>
                  <a:spcPct val="7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ctr">
                <a:lnSpc>
                  <a:spcPct val="7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physical</a:t>
              </a:r>
              <a:endParaRPr/>
            </a:p>
          </p:txBody>
        </p:sp>
        <p:cxnSp>
          <p:nvCxnSpPr>
            <p:cNvPr id="5814" name="Google Shape;5814;p65"/>
            <p:cNvCxnSpPr/>
            <p:nvPr/>
          </p:nvCxnSpPr>
          <p:spPr>
            <a:xfrm>
              <a:off x="3297" y="1918"/>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815" name="Google Shape;5815;p65"/>
            <p:cNvCxnSpPr/>
            <p:nvPr/>
          </p:nvCxnSpPr>
          <p:spPr>
            <a:xfrm>
              <a:off x="3306" y="2533"/>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816" name="Google Shape;5816;p65"/>
            <p:cNvCxnSpPr/>
            <p:nvPr/>
          </p:nvCxnSpPr>
          <p:spPr>
            <a:xfrm>
              <a:off x="3306" y="2873"/>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817" name="Google Shape;5817;p65"/>
            <p:cNvCxnSpPr/>
            <p:nvPr/>
          </p:nvCxnSpPr>
          <p:spPr>
            <a:xfrm>
              <a:off x="3307" y="3513"/>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818" name="Google Shape;5818;p65"/>
            <p:cNvCxnSpPr/>
            <p:nvPr/>
          </p:nvCxnSpPr>
          <p:spPr>
            <a:xfrm>
              <a:off x="3297" y="3209"/>
              <a:ext cx="1188" cy="0"/>
            </a:xfrm>
            <a:prstGeom prst="straightConnector1">
              <a:avLst/>
            </a:prstGeom>
            <a:noFill/>
            <a:ln cap="flat" cmpd="sng" w="38100">
              <a:solidFill>
                <a:schemeClr val="accent2"/>
              </a:solidFill>
              <a:prstDash val="solid"/>
              <a:miter lim="800000"/>
              <a:headEnd len="med" w="med" type="none"/>
              <a:tailEnd len="med" w="med" type="none"/>
            </a:ln>
          </p:spPr>
        </p:cxnSp>
        <p:cxnSp>
          <p:nvCxnSpPr>
            <p:cNvPr id="5819" name="Google Shape;5819;p65"/>
            <p:cNvCxnSpPr/>
            <p:nvPr/>
          </p:nvCxnSpPr>
          <p:spPr>
            <a:xfrm>
              <a:off x="3296" y="2245"/>
              <a:ext cx="1188" cy="0"/>
            </a:xfrm>
            <a:prstGeom prst="straightConnector1">
              <a:avLst/>
            </a:prstGeom>
            <a:noFill/>
            <a:ln cap="flat" cmpd="sng" w="38100">
              <a:solidFill>
                <a:schemeClr val="accent2"/>
              </a:solidFill>
              <a:prstDash val="solid"/>
              <a:miter lim="800000"/>
              <a:headEnd len="med" w="med" type="none"/>
              <a:tailEnd len="med" w="med" type="none"/>
            </a:ln>
          </p:spPr>
        </p:cxn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4" name="Shape 5824"/>
        <p:cNvGrpSpPr/>
        <p:nvPr/>
      </p:nvGrpSpPr>
      <p:grpSpPr>
        <a:xfrm>
          <a:off x="0" y="0"/>
          <a:ext cx="0" cy="0"/>
          <a:chOff x="0" y="0"/>
          <a:chExt cx="0" cy="0"/>
        </a:xfrm>
      </p:grpSpPr>
      <p:sp>
        <p:nvSpPr>
          <p:cNvPr id="5825" name="Google Shape;5825;p6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826" name="Google Shape;5826;p6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827" name="Google Shape;5827;p66"/>
          <p:cNvSpPr/>
          <p:nvPr/>
        </p:nvSpPr>
        <p:spPr>
          <a:xfrm>
            <a:off x="3817937" y="1447800"/>
            <a:ext cx="4048125" cy="3833812"/>
          </a:xfrm>
          <a:custGeom>
            <a:rect b="b" l="l" r="r" t="t"/>
            <a:pathLst>
              <a:path extrusionOk="0" h="2415" w="2550">
                <a:moveTo>
                  <a:pt x="592" y="0"/>
                </a:moveTo>
                <a:lnTo>
                  <a:pt x="2544" y="0"/>
                </a:lnTo>
                <a:lnTo>
                  <a:pt x="2550" y="2415"/>
                </a:lnTo>
                <a:lnTo>
                  <a:pt x="0" y="2415"/>
                </a:lnTo>
              </a:path>
            </a:pathLst>
          </a:custGeom>
          <a:noFill/>
          <a:ln cap="flat" cmpd="sng" w="9525">
            <a:solidFill>
              <a:schemeClr val="lt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28" name="Google Shape;5828;p66"/>
          <p:cNvSpPr/>
          <p:nvPr/>
        </p:nvSpPr>
        <p:spPr>
          <a:xfrm>
            <a:off x="7129462" y="2246312"/>
            <a:ext cx="638175" cy="852487"/>
          </a:xfrm>
          <a:custGeom>
            <a:rect b="b" l="l" r="r" t="t"/>
            <a:pathLst>
              <a:path extrusionOk="0" h="537" w="402">
                <a:moveTo>
                  <a:pt x="402" y="363"/>
                </a:moveTo>
                <a:lnTo>
                  <a:pt x="28" y="0"/>
                </a:lnTo>
                <a:lnTo>
                  <a:pt x="0" y="470"/>
                </a:lnTo>
                <a:lnTo>
                  <a:pt x="242" y="537"/>
                </a:lnTo>
                <a:lnTo>
                  <a:pt x="402" y="363"/>
                </a:lnTo>
                <a:close/>
              </a:path>
            </a:pathLst>
          </a:custGeom>
          <a:gradFill>
            <a:gsLst>
              <a:gs pos="0">
                <a:schemeClr val="accent2"/>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29" name="Google Shape;5829;p66"/>
          <p:cNvSpPr txBox="1"/>
          <p:nvPr/>
        </p:nvSpPr>
        <p:spPr>
          <a:xfrm>
            <a:off x="2716212" y="223837"/>
            <a:ext cx="11207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Comic Sans MS"/>
              <a:buNone/>
            </a:pPr>
            <a:r>
              <a:rPr b="0" i="0" lang="en-US" sz="2400" u="none">
                <a:solidFill>
                  <a:schemeClr val="accent2"/>
                </a:solidFill>
                <a:latin typeface="Comic Sans MS"/>
                <a:ea typeface="Comic Sans MS"/>
                <a:cs typeface="Comic Sans MS"/>
                <a:sym typeface="Comic Sans MS"/>
              </a:rPr>
              <a:t>source</a:t>
            </a:r>
            <a:endParaRPr/>
          </a:p>
        </p:txBody>
      </p:sp>
      <p:graphicFrame>
        <p:nvGraphicFramePr>
          <p:cNvPr id="5830" name="Google Shape;5830;p66"/>
          <p:cNvGraphicFramePr/>
          <p:nvPr/>
        </p:nvGraphicFramePr>
        <p:xfrm>
          <a:off x="4098925" y="1201737"/>
          <a:ext cx="646112" cy="533400"/>
        </p:xfrm>
        <a:graphic>
          <a:graphicData uri="http://schemas.openxmlformats.org/presentationml/2006/ole">
            <mc:AlternateContent>
              <mc:Choice Requires="v">
                <p:oleObj r:id="rId4" imgH="533400" imgW="646112" progId="MS_ClipArt_Gallery.2" spid="_x0000_s1">
                  <p:embed/>
                </p:oleObj>
              </mc:Choice>
              <mc:Fallback>
                <p:oleObj r:id="rId5" imgH="533400" imgW="646112" progId="MS_ClipArt_Gallery.2">
                  <p:embed/>
                  <p:pic>
                    <p:nvPicPr>
                      <p:cNvPr id="5830" name="Google Shape;5830;p66"/>
                      <p:cNvPicPr preferRelativeResize="0"/>
                      <p:nvPr/>
                    </p:nvPicPr>
                    <p:blipFill rotWithShape="1">
                      <a:blip r:embed="rId6">
                        <a:alphaModFix/>
                      </a:blip>
                      <a:srcRect b="0" l="0" r="0" t="0"/>
                      <a:stretch/>
                    </p:blipFill>
                    <p:spPr>
                      <a:xfrm>
                        <a:off x="4098925" y="1201737"/>
                        <a:ext cx="646112" cy="533400"/>
                      </a:xfrm>
                      <a:prstGeom prst="rect">
                        <a:avLst/>
                      </a:prstGeom>
                      <a:noFill/>
                      <a:ln>
                        <a:noFill/>
                      </a:ln>
                    </p:spPr>
                  </p:pic>
                </p:oleObj>
              </mc:Fallback>
            </mc:AlternateContent>
          </a:graphicData>
        </a:graphic>
      </p:graphicFrame>
      <p:sp>
        <p:nvSpPr>
          <p:cNvPr id="5831" name="Google Shape;5831;p66"/>
          <p:cNvSpPr/>
          <p:nvPr/>
        </p:nvSpPr>
        <p:spPr>
          <a:xfrm>
            <a:off x="3868737" y="654050"/>
            <a:ext cx="360362" cy="1577975"/>
          </a:xfrm>
          <a:custGeom>
            <a:rect b="b" l="l" r="r" t="t"/>
            <a:pathLst>
              <a:path extrusionOk="0" h="1186" w="267">
                <a:moveTo>
                  <a:pt x="254" y="466"/>
                </a:moveTo>
                <a:lnTo>
                  <a:pt x="0" y="0"/>
                </a:lnTo>
                <a:lnTo>
                  <a:pt x="0" y="1186"/>
                </a:lnTo>
                <a:lnTo>
                  <a:pt x="267" y="652"/>
                </a:lnTo>
                <a:lnTo>
                  <a:pt x="254" y="466"/>
                </a:lnTo>
                <a:close/>
              </a:path>
            </a:pathLst>
          </a:custGeom>
          <a:gradFill>
            <a:gsLst>
              <a:gs pos="0">
                <a:schemeClr val="accent2"/>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832" name="Google Shape;5832;p66"/>
          <p:cNvGrpSpPr/>
          <p:nvPr/>
        </p:nvGrpSpPr>
        <p:grpSpPr>
          <a:xfrm>
            <a:off x="7488237" y="2827337"/>
            <a:ext cx="976312" cy="277812"/>
            <a:chOff x="198" y="3765"/>
            <a:chExt cx="693" cy="287"/>
          </a:xfrm>
        </p:grpSpPr>
        <p:sp>
          <p:nvSpPr>
            <p:cNvPr id="5833" name="Google Shape;5833;p66"/>
            <p:cNvSpPr/>
            <p:nvPr/>
          </p:nvSpPr>
          <p:spPr>
            <a:xfrm>
              <a:off x="198" y="3888"/>
              <a:ext cx="672" cy="164"/>
            </a:xfrm>
            <a:custGeom>
              <a:rect b="b" l="l" r="r" t="t"/>
              <a:pathLst>
                <a:path extrusionOk="0" h="164" w="672">
                  <a:moveTo>
                    <a:pt x="179" y="0"/>
                  </a:moveTo>
                  <a:lnTo>
                    <a:pt x="672" y="0"/>
                  </a:lnTo>
                  <a:lnTo>
                    <a:pt x="508" y="164"/>
                  </a:lnTo>
                  <a:lnTo>
                    <a:pt x="0" y="164"/>
                  </a:lnTo>
                  <a:lnTo>
                    <a:pt x="179" y="0"/>
                  </a:lnTo>
                  <a:close/>
                </a:path>
              </a:pathLst>
            </a:custGeom>
            <a:solidFill>
              <a:schemeClr val="hlink"/>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34" name="Google Shape;5834;p66"/>
            <p:cNvSpPr/>
            <p:nvPr/>
          </p:nvSpPr>
          <p:spPr>
            <a:xfrm>
              <a:off x="213" y="3765"/>
              <a:ext cx="658" cy="281"/>
            </a:xfrm>
            <a:custGeom>
              <a:rect b="b" l="l" r="r" t="t"/>
              <a:pathLst>
                <a:path extrusionOk="0" h="281" w="658">
                  <a:moveTo>
                    <a:pt x="0" y="281"/>
                  </a:moveTo>
                  <a:lnTo>
                    <a:pt x="13" y="150"/>
                  </a:lnTo>
                  <a:lnTo>
                    <a:pt x="658" y="0"/>
                  </a:lnTo>
                  <a:lnTo>
                    <a:pt x="658" y="130"/>
                  </a:lnTo>
                  <a:lnTo>
                    <a:pt x="0" y="281"/>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35" name="Google Shape;5835;p66"/>
            <p:cNvSpPr/>
            <p:nvPr/>
          </p:nvSpPr>
          <p:spPr>
            <a:xfrm>
              <a:off x="219" y="3765"/>
              <a:ext cx="672" cy="164"/>
            </a:xfrm>
            <a:custGeom>
              <a:rect b="b" l="l" r="r" t="t"/>
              <a:pathLst>
                <a:path extrusionOk="0" h="164" w="672">
                  <a:moveTo>
                    <a:pt x="179" y="0"/>
                  </a:moveTo>
                  <a:lnTo>
                    <a:pt x="672" y="0"/>
                  </a:lnTo>
                  <a:lnTo>
                    <a:pt x="508" y="164"/>
                  </a:lnTo>
                  <a:lnTo>
                    <a:pt x="0" y="164"/>
                  </a:lnTo>
                  <a:lnTo>
                    <a:pt x="179" y="0"/>
                  </a:lnTo>
                  <a:close/>
                </a:path>
              </a:pathLst>
            </a:custGeom>
            <a:solidFill>
              <a:schemeClr val="hlink"/>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836" name="Google Shape;5836;p66"/>
            <p:cNvGrpSpPr/>
            <p:nvPr/>
          </p:nvGrpSpPr>
          <p:grpSpPr>
            <a:xfrm>
              <a:off x="423" y="3789"/>
              <a:ext cx="238" cy="103"/>
              <a:chOff x="2848" y="848"/>
              <a:chExt cx="140" cy="98"/>
            </a:xfrm>
          </p:grpSpPr>
          <p:cxnSp>
            <p:nvCxnSpPr>
              <p:cNvPr id="5837" name="Google Shape;5837;p6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838" name="Google Shape;5838;p6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839" name="Google Shape;5839;p6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840" name="Google Shape;5840;p66"/>
            <p:cNvGrpSpPr/>
            <p:nvPr/>
          </p:nvGrpSpPr>
          <p:grpSpPr>
            <a:xfrm flipH="1" rot="10800000">
              <a:off x="437" y="3787"/>
              <a:ext cx="238" cy="103"/>
              <a:chOff x="2848" y="848"/>
              <a:chExt cx="140" cy="98"/>
            </a:xfrm>
          </p:grpSpPr>
          <p:cxnSp>
            <p:nvCxnSpPr>
              <p:cNvPr id="5841" name="Google Shape;5841;p6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842" name="Google Shape;5842;p6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843" name="Google Shape;5843;p6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844" name="Google Shape;5844;p66"/>
          <p:cNvSpPr txBox="1"/>
          <p:nvPr/>
        </p:nvSpPr>
        <p:spPr>
          <a:xfrm>
            <a:off x="2644775" y="660400"/>
            <a:ext cx="1296987" cy="15462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5" name="Google Shape;5845;p66"/>
          <p:cNvSpPr txBox="1"/>
          <p:nvPr/>
        </p:nvSpPr>
        <p:spPr>
          <a:xfrm>
            <a:off x="2597150" y="731837"/>
            <a:ext cx="1273175" cy="15367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846" name="Google Shape;5846;p66"/>
          <p:cNvCxnSpPr/>
          <p:nvPr/>
        </p:nvCxnSpPr>
        <p:spPr>
          <a:xfrm>
            <a:off x="2597150" y="1049337"/>
            <a:ext cx="1263650" cy="3175"/>
          </a:xfrm>
          <a:prstGeom prst="straightConnector1">
            <a:avLst/>
          </a:prstGeom>
          <a:noFill/>
          <a:ln cap="flat" cmpd="sng" w="28575">
            <a:solidFill>
              <a:schemeClr val="dk1"/>
            </a:solidFill>
            <a:prstDash val="solid"/>
            <a:miter lim="800000"/>
            <a:headEnd len="med" w="med" type="none"/>
            <a:tailEnd len="med" w="med" type="none"/>
          </a:ln>
        </p:spPr>
      </p:cxnSp>
      <p:sp>
        <p:nvSpPr>
          <p:cNvPr id="5847" name="Google Shape;5847;p66"/>
          <p:cNvSpPr txBox="1"/>
          <p:nvPr/>
        </p:nvSpPr>
        <p:spPr>
          <a:xfrm>
            <a:off x="2554287" y="698500"/>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application</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transport</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network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link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physical</a:t>
            </a:r>
            <a:endParaRPr/>
          </a:p>
        </p:txBody>
      </p:sp>
      <p:cxnSp>
        <p:nvCxnSpPr>
          <p:cNvPr id="5848" name="Google Shape;5848;p66"/>
          <p:cNvCxnSpPr/>
          <p:nvPr/>
        </p:nvCxnSpPr>
        <p:spPr>
          <a:xfrm>
            <a:off x="2605087" y="1370012"/>
            <a:ext cx="1263650" cy="3175"/>
          </a:xfrm>
          <a:prstGeom prst="straightConnector1">
            <a:avLst/>
          </a:prstGeom>
          <a:noFill/>
          <a:ln cap="flat" cmpd="sng" w="28575">
            <a:solidFill>
              <a:schemeClr val="dk1"/>
            </a:solidFill>
            <a:prstDash val="solid"/>
            <a:miter lim="800000"/>
            <a:headEnd len="med" w="med" type="none"/>
            <a:tailEnd len="med" w="med" type="none"/>
          </a:ln>
        </p:spPr>
      </p:cxnSp>
      <p:cxnSp>
        <p:nvCxnSpPr>
          <p:cNvPr id="5849" name="Google Shape;5849;p66"/>
          <p:cNvCxnSpPr/>
          <p:nvPr/>
        </p:nvCxnSpPr>
        <p:spPr>
          <a:xfrm>
            <a:off x="2609850" y="1651000"/>
            <a:ext cx="1263650" cy="3175"/>
          </a:xfrm>
          <a:prstGeom prst="straightConnector1">
            <a:avLst/>
          </a:prstGeom>
          <a:noFill/>
          <a:ln cap="flat" cmpd="sng" w="28575">
            <a:solidFill>
              <a:schemeClr val="dk1"/>
            </a:solidFill>
            <a:prstDash val="solid"/>
            <a:miter lim="800000"/>
            <a:headEnd len="med" w="med" type="none"/>
            <a:tailEnd len="med" w="med" type="none"/>
          </a:ln>
        </p:spPr>
      </p:cxnSp>
      <p:cxnSp>
        <p:nvCxnSpPr>
          <p:cNvPr id="5850" name="Google Shape;5850;p66"/>
          <p:cNvCxnSpPr/>
          <p:nvPr/>
        </p:nvCxnSpPr>
        <p:spPr>
          <a:xfrm>
            <a:off x="2609850" y="1927225"/>
            <a:ext cx="1263650" cy="3175"/>
          </a:xfrm>
          <a:prstGeom prst="straightConnector1">
            <a:avLst/>
          </a:prstGeom>
          <a:noFill/>
          <a:ln cap="flat" cmpd="sng" w="28575">
            <a:solidFill>
              <a:schemeClr val="dk1"/>
            </a:solidFill>
            <a:prstDash val="solid"/>
            <a:miter lim="800000"/>
            <a:headEnd len="med" w="med" type="none"/>
            <a:tailEnd len="med" w="med" type="none"/>
          </a:ln>
        </p:spPr>
      </p:cxnSp>
      <p:sp>
        <p:nvSpPr>
          <p:cNvPr id="5851" name="Google Shape;5851;p66"/>
          <p:cNvSpPr txBox="1"/>
          <p:nvPr/>
        </p:nvSpPr>
        <p:spPr>
          <a:xfrm>
            <a:off x="395274" y="996950"/>
            <a:ext cx="1005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omic Sans MS"/>
              <a:buNone/>
            </a:pPr>
            <a:r>
              <a:rPr b="0" i="0" lang="en-US" sz="1600" u="none">
                <a:solidFill>
                  <a:srgbClr val="FF0000"/>
                </a:solidFill>
                <a:latin typeface="Comic Sans MS"/>
                <a:ea typeface="Comic Sans MS"/>
                <a:cs typeface="Comic Sans MS"/>
                <a:sym typeface="Comic Sans MS"/>
              </a:rPr>
              <a:t>segment</a:t>
            </a:r>
            <a:endParaRPr/>
          </a:p>
        </p:txBody>
      </p:sp>
      <p:grpSp>
        <p:nvGrpSpPr>
          <p:cNvPr id="5852" name="Google Shape;5852;p66"/>
          <p:cNvGrpSpPr/>
          <p:nvPr/>
        </p:nvGrpSpPr>
        <p:grpSpPr>
          <a:xfrm>
            <a:off x="1533525" y="1033462"/>
            <a:ext cx="301625" cy="292100"/>
            <a:chOff x="1962" y="2058"/>
            <a:chExt cx="190" cy="184"/>
          </a:xfrm>
        </p:grpSpPr>
        <p:sp>
          <p:nvSpPr>
            <p:cNvPr id="5853" name="Google Shape;5853;p66"/>
            <p:cNvSpPr txBox="1"/>
            <p:nvPr/>
          </p:nvSpPr>
          <p:spPr>
            <a:xfrm>
              <a:off x="1962"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4" name="Google Shape;5854;p66"/>
            <p:cNvSpPr txBox="1"/>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endParaRPr/>
            </a:p>
          </p:txBody>
        </p:sp>
      </p:grpSp>
      <p:sp>
        <p:nvSpPr>
          <p:cNvPr id="5855" name="Google Shape;5855;p66"/>
          <p:cNvSpPr txBox="1"/>
          <p:nvPr/>
        </p:nvSpPr>
        <p:spPr>
          <a:xfrm>
            <a:off x="195262" y="1336675"/>
            <a:ext cx="10763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omic Sans MS"/>
              <a:buNone/>
            </a:pPr>
            <a:r>
              <a:rPr b="0" i="0" lang="en-US" sz="1600" u="none">
                <a:solidFill>
                  <a:srgbClr val="FF0000"/>
                </a:solidFill>
                <a:latin typeface="Comic Sans MS"/>
                <a:ea typeface="Comic Sans MS"/>
                <a:cs typeface="Comic Sans MS"/>
                <a:sym typeface="Comic Sans MS"/>
              </a:rPr>
              <a:t>datagram</a:t>
            </a:r>
            <a:endParaRPr/>
          </a:p>
        </p:txBody>
      </p:sp>
      <p:sp>
        <p:nvSpPr>
          <p:cNvPr id="5856" name="Google Shape;5856;p66"/>
          <p:cNvSpPr txBox="1"/>
          <p:nvPr/>
        </p:nvSpPr>
        <p:spPr>
          <a:xfrm>
            <a:off x="1547812" y="4157662"/>
            <a:ext cx="15081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000"/>
              <a:buFont typeface="Comic Sans MS"/>
              <a:buNone/>
            </a:pPr>
            <a:r>
              <a:rPr b="0" i="0" lang="en-US" sz="2000" u="none">
                <a:solidFill>
                  <a:schemeClr val="accent2"/>
                </a:solidFill>
                <a:latin typeface="Comic Sans MS"/>
                <a:ea typeface="Comic Sans MS"/>
                <a:cs typeface="Comic Sans MS"/>
                <a:sym typeface="Comic Sans MS"/>
              </a:rPr>
              <a:t>destination</a:t>
            </a:r>
            <a:endParaRPr/>
          </a:p>
        </p:txBody>
      </p:sp>
      <p:graphicFrame>
        <p:nvGraphicFramePr>
          <p:cNvPr id="5857" name="Google Shape;5857;p66"/>
          <p:cNvGraphicFramePr/>
          <p:nvPr/>
        </p:nvGraphicFramePr>
        <p:xfrm>
          <a:off x="3209925" y="5087937"/>
          <a:ext cx="646112" cy="533400"/>
        </p:xfrm>
        <a:graphic>
          <a:graphicData uri="http://schemas.openxmlformats.org/presentationml/2006/ole">
            <mc:AlternateContent>
              <mc:Choice Requires="v">
                <p:oleObj r:id="rId7" imgH="533400" imgW="646112" progId="MS_ClipArt_Gallery.2" spid="_x0000_s2">
                  <p:embed/>
                </p:oleObj>
              </mc:Choice>
              <mc:Fallback>
                <p:oleObj r:id="rId8" imgH="533400" imgW="646112" progId="MS_ClipArt_Gallery.2">
                  <p:embed/>
                  <p:pic>
                    <p:nvPicPr>
                      <p:cNvPr id="5857" name="Google Shape;5857;p66"/>
                      <p:cNvPicPr preferRelativeResize="0"/>
                      <p:nvPr/>
                    </p:nvPicPr>
                    <p:blipFill rotWithShape="1">
                      <a:blip r:embed="rId6">
                        <a:alphaModFix/>
                      </a:blip>
                      <a:srcRect b="0" l="0" r="0" t="0"/>
                      <a:stretch/>
                    </p:blipFill>
                    <p:spPr>
                      <a:xfrm>
                        <a:off x="3209925" y="5087937"/>
                        <a:ext cx="646112" cy="533400"/>
                      </a:xfrm>
                      <a:prstGeom prst="rect">
                        <a:avLst/>
                      </a:prstGeom>
                      <a:noFill/>
                      <a:ln>
                        <a:noFill/>
                      </a:ln>
                    </p:spPr>
                  </p:pic>
                </p:oleObj>
              </mc:Fallback>
            </mc:AlternateContent>
          </a:graphicData>
        </a:graphic>
      </p:graphicFrame>
      <p:sp>
        <p:nvSpPr>
          <p:cNvPr id="5858" name="Google Shape;5858;p66"/>
          <p:cNvSpPr/>
          <p:nvPr/>
        </p:nvSpPr>
        <p:spPr>
          <a:xfrm>
            <a:off x="2979737" y="4540250"/>
            <a:ext cx="360362" cy="1577975"/>
          </a:xfrm>
          <a:custGeom>
            <a:rect b="b" l="l" r="r" t="t"/>
            <a:pathLst>
              <a:path extrusionOk="0" h="1186" w="267">
                <a:moveTo>
                  <a:pt x="254" y="466"/>
                </a:moveTo>
                <a:lnTo>
                  <a:pt x="0" y="0"/>
                </a:lnTo>
                <a:lnTo>
                  <a:pt x="0" y="1186"/>
                </a:lnTo>
                <a:lnTo>
                  <a:pt x="267" y="652"/>
                </a:lnTo>
                <a:lnTo>
                  <a:pt x="254" y="466"/>
                </a:lnTo>
                <a:close/>
              </a:path>
            </a:pathLst>
          </a:custGeom>
          <a:gradFill>
            <a:gsLst>
              <a:gs pos="0">
                <a:schemeClr val="accent2"/>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9" name="Google Shape;5859;p66"/>
          <p:cNvSpPr txBox="1"/>
          <p:nvPr/>
        </p:nvSpPr>
        <p:spPr>
          <a:xfrm>
            <a:off x="1219200" y="1395425"/>
            <a:ext cx="1068300" cy="292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860" name="Google Shape;5860;p66"/>
          <p:cNvCxnSpPr/>
          <p:nvPr/>
        </p:nvCxnSpPr>
        <p:spPr>
          <a:xfrm>
            <a:off x="1516062" y="1404938"/>
            <a:ext cx="0" cy="476249"/>
          </a:xfrm>
          <a:prstGeom prst="straightConnector1">
            <a:avLst/>
          </a:prstGeom>
          <a:noFill/>
          <a:ln cap="flat" cmpd="sng" w="9525">
            <a:solidFill>
              <a:schemeClr val="dk1"/>
            </a:solidFill>
            <a:prstDash val="solid"/>
            <a:miter lim="800000"/>
            <a:headEnd len="med" w="med" type="none"/>
            <a:tailEnd len="med" w="med" type="none"/>
          </a:ln>
        </p:spPr>
      </p:cxnSp>
      <p:cxnSp>
        <p:nvCxnSpPr>
          <p:cNvPr id="5861" name="Google Shape;5861;p66"/>
          <p:cNvCxnSpPr/>
          <p:nvPr/>
        </p:nvCxnSpPr>
        <p:spPr>
          <a:xfrm>
            <a:off x="1820862" y="1400175"/>
            <a:ext cx="0" cy="476249"/>
          </a:xfrm>
          <a:prstGeom prst="straightConnector1">
            <a:avLst/>
          </a:prstGeom>
          <a:noFill/>
          <a:ln cap="flat" cmpd="sng" w="9525">
            <a:solidFill>
              <a:schemeClr val="dk1"/>
            </a:solidFill>
            <a:prstDash val="solid"/>
            <a:miter lim="800000"/>
            <a:headEnd len="med" w="med" type="none"/>
            <a:tailEnd len="med" w="med" type="none"/>
          </a:ln>
        </p:spPr>
      </p:cxnSp>
      <p:sp>
        <p:nvSpPr>
          <p:cNvPr id="5862" name="Google Shape;5862;p66"/>
          <p:cNvSpPr txBox="1"/>
          <p:nvPr/>
        </p:nvSpPr>
        <p:spPr>
          <a:xfrm>
            <a:off x="1755775" y="4546600"/>
            <a:ext cx="1296987" cy="15462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63" name="Google Shape;5863;p66"/>
          <p:cNvSpPr txBox="1"/>
          <p:nvPr/>
        </p:nvSpPr>
        <p:spPr>
          <a:xfrm>
            <a:off x="1708150" y="4618037"/>
            <a:ext cx="1273175" cy="15367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864" name="Google Shape;5864;p66"/>
          <p:cNvCxnSpPr/>
          <p:nvPr/>
        </p:nvCxnSpPr>
        <p:spPr>
          <a:xfrm>
            <a:off x="1708150" y="4935537"/>
            <a:ext cx="1263650" cy="3175"/>
          </a:xfrm>
          <a:prstGeom prst="straightConnector1">
            <a:avLst/>
          </a:prstGeom>
          <a:noFill/>
          <a:ln cap="flat" cmpd="sng" w="28575">
            <a:solidFill>
              <a:schemeClr val="dk1"/>
            </a:solidFill>
            <a:prstDash val="solid"/>
            <a:miter lim="800000"/>
            <a:headEnd len="med" w="med" type="none"/>
            <a:tailEnd len="med" w="med" type="none"/>
          </a:ln>
        </p:spPr>
      </p:cxnSp>
      <p:sp>
        <p:nvSpPr>
          <p:cNvPr id="5865" name="Google Shape;5865;p66"/>
          <p:cNvSpPr txBox="1"/>
          <p:nvPr/>
        </p:nvSpPr>
        <p:spPr>
          <a:xfrm>
            <a:off x="1665287" y="4584700"/>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application</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transport</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network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link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physical</a:t>
            </a:r>
            <a:endParaRPr/>
          </a:p>
        </p:txBody>
      </p:sp>
      <p:cxnSp>
        <p:nvCxnSpPr>
          <p:cNvPr id="5866" name="Google Shape;5866;p66"/>
          <p:cNvCxnSpPr/>
          <p:nvPr/>
        </p:nvCxnSpPr>
        <p:spPr>
          <a:xfrm>
            <a:off x="1716087" y="5256212"/>
            <a:ext cx="1263650" cy="3175"/>
          </a:xfrm>
          <a:prstGeom prst="straightConnector1">
            <a:avLst/>
          </a:prstGeom>
          <a:noFill/>
          <a:ln cap="flat" cmpd="sng" w="28575">
            <a:solidFill>
              <a:schemeClr val="dk1"/>
            </a:solidFill>
            <a:prstDash val="solid"/>
            <a:miter lim="800000"/>
            <a:headEnd len="med" w="med" type="none"/>
            <a:tailEnd len="med" w="med" type="none"/>
          </a:ln>
        </p:spPr>
      </p:cxnSp>
      <p:cxnSp>
        <p:nvCxnSpPr>
          <p:cNvPr id="5867" name="Google Shape;5867;p66"/>
          <p:cNvCxnSpPr/>
          <p:nvPr/>
        </p:nvCxnSpPr>
        <p:spPr>
          <a:xfrm>
            <a:off x="1720850" y="5537200"/>
            <a:ext cx="1263650" cy="3175"/>
          </a:xfrm>
          <a:prstGeom prst="straightConnector1">
            <a:avLst/>
          </a:prstGeom>
          <a:noFill/>
          <a:ln cap="flat" cmpd="sng" w="28575">
            <a:solidFill>
              <a:schemeClr val="dk1"/>
            </a:solidFill>
            <a:prstDash val="solid"/>
            <a:miter lim="800000"/>
            <a:headEnd len="med" w="med" type="none"/>
            <a:tailEnd len="med" w="med" type="none"/>
          </a:ln>
        </p:spPr>
      </p:cxnSp>
      <p:cxnSp>
        <p:nvCxnSpPr>
          <p:cNvPr id="5868" name="Google Shape;5868;p66"/>
          <p:cNvCxnSpPr/>
          <p:nvPr/>
        </p:nvCxnSpPr>
        <p:spPr>
          <a:xfrm>
            <a:off x="1720850" y="5813425"/>
            <a:ext cx="1263650" cy="3175"/>
          </a:xfrm>
          <a:prstGeom prst="straightConnector1">
            <a:avLst/>
          </a:prstGeom>
          <a:noFill/>
          <a:ln cap="flat" cmpd="sng" w="28575">
            <a:solidFill>
              <a:schemeClr val="dk1"/>
            </a:solidFill>
            <a:prstDash val="solid"/>
            <a:miter lim="800000"/>
            <a:headEnd len="med" w="med" type="none"/>
            <a:tailEnd len="med" w="med" type="none"/>
          </a:ln>
        </p:spPr>
      </p:cxnSp>
      <p:grpSp>
        <p:nvGrpSpPr>
          <p:cNvPr id="5869" name="Google Shape;5869;p66"/>
          <p:cNvGrpSpPr/>
          <p:nvPr/>
        </p:nvGrpSpPr>
        <p:grpSpPr>
          <a:xfrm>
            <a:off x="152400" y="5527675"/>
            <a:ext cx="1479550" cy="303212"/>
            <a:chOff x="332" y="2224"/>
            <a:chExt cx="932" cy="191"/>
          </a:xfrm>
        </p:grpSpPr>
        <p:sp>
          <p:nvSpPr>
            <p:cNvPr id="5870" name="Google Shape;5870;p66"/>
            <p:cNvSpPr txBox="1"/>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71" name="Google Shape;5871;p66"/>
            <p:cNvSpPr txBox="1"/>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sp>
          <p:nvSpPr>
            <p:cNvPr id="5872" name="Google Shape;5872;p66"/>
            <p:cNvSpPr txBox="1"/>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n</a:t>
              </a:r>
              <a:endParaRPr/>
            </a:p>
          </p:txBody>
        </p:sp>
        <p:sp>
          <p:nvSpPr>
            <p:cNvPr id="5873" name="Google Shape;5873;p66"/>
            <p:cNvSpPr txBox="1"/>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l</a:t>
              </a:r>
              <a:endParaRPr/>
            </a:p>
          </p:txBody>
        </p:sp>
        <p:sp>
          <p:nvSpPr>
            <p:cNvPr id="5874" name="Google Shape;5874;p66"/>
            <p:cNvSpPr txBox="1"/>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875" name="Google Shape;5875;p66"/>
            <p:cNvCxnSpPr/>
            <p:nvPr/>
          </p:nvCxnSpPr>
          <p:spPr>
            <a:xfrm>
              <a:off x="510" y="2241"/>
              <a:ext cx="0" cy="162"/>
            </a:xfrm>
            <a:prstGeom prst="straightConnector1">
              <a:avLst/>
            </a:prstGeom>
            <a:noFill/>
            <a:ln cap="flat" cmpd="sng" w="9525">
              <a:solidFill>
                <a:schemeClr val="dk1"/>
              </a:solidFill>
              <a:prstDash val="solid"/>
              <a:miter lim="800000"/>
              <a:headEnd len="med" w="med" type="none"/>
              <a:tailEnd len="med" w="med" type="none"/>
            </a:ln>
          </p:spPr>
        </p:cxnSp>
        <p:cxnSp>
          <p:nvCxnSpPr>
            <p:cNvPr id="5876" name="Google Shape;5876;p66"/>
            <p:cNvCxnSpPr/>
            <p:nvPr/>
          </p:nvCxnSpPr>
          <p:spPr>
            <a:xfrm>
              <a:off x="690" y="2247"/>
              <a:ext cx="0" cy="154"/>
            </a:xfrm>
            <a:prstGeom prst="straightConnector1">
              <a:avLst/>
            </a:prstGeom>
            <a:noFill/>
            <a:ln cap="flat" cmpd="sng" w="9525">
              <a:solidFill>
                <a:schemeClr val="dk1"/>
              </a:solidFill>
              <a:prstDash val="solid"/>
              <a:miter lim="800000"/>
              <a:headEnd len="med" w="med" type="none"/>
              <a:tailEnd len="med" w="med" type="none"/>
            </a:ln>
          </p:spPr>
        </p:cxnSp>
        <p:cxnSp>
          <p:nvCxnSpPr>
            <p:cNvPr id="5877" name="Google Shape;5877;p66"/>
            <p:cNvCxnSpPr/>
            <p:nvPr/>
          </p:nvCxnSpPr>
          <p:spPr>
            <a:xfrm>
              <a:off x="882" y="2244"/>
              <a:ext cx="0" cy="156"/>
            </a:xfrm>
            <a:prstGeom prst="straightConnector1">
              <a:avLst/>
            </a:prstGeom>
            <a:noFill/>
            <a:ln cap="flat" cmpd="sng" w="9525">
              <a:solidFill>
                <a:schemeClr val="dk1"/>
              </a:solidFill>
              <a:prstDash val="solid"/>
              <a:miter lim="800000"/>
              <a:headEnd len="med" w="med" type="none"/>
              <a:tailEnd len="med" w="med" type="none"/>
            </a:ln>
          </p:spPr>
        </p:cxnSp>
      </p:grpSp>
      <p:grpSp>
        <p:nvGrpSpPr>
          <p:cNvPr id="5878" name="Google Shape;5878;p66"/>
          <p:cNvGrpSpPr/>
          <p:nvPr/>
        </p:nvGrpSpPr>
        <p:grpSpPr>
          <a:xfrm>
            <a:off x="420687" y="5229225"/>
            <a:ext cx="1208087" cy="303212"/>
            <a:chOff x="501" y="1990"/>
            <a:chExt cx="761" cy="191"/>
          </a:xfrm>
        </p:grpSpPr>
        <p:sp>
          <p:nvSpPr>
            <p:cNvPr id="5879" name="Google Shape;5879;p66"/>
            <p:cNvSpPr txBox="1"/>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80" name="Google Shape;5880;p66"/>
            <p:cNvSpPr txBox="1"/>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sp>
          <p:nvSpPr>
            <p:cNvPr id="5881" name="Google Shape;5881;p66"/>
            <p:cNvSpPr txBox="1"/>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n</a:t>
              </a:r>
              <a:endParaRPr/>
            </a:p>
          </p:txBody>
        </p:sp>
        <p:sp>
          <p:nvSpPr>
            <p:cNvPr id="5882" name="Google Shape;5882;p66"/>
            <p:cNvSpPr txBox="1"/>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883" name="Google Shape;5883;p66"/>
            <p:cNvCxnSpPr/>
            <p:nvPr/>
          </p:nvCxnSpPr>
          <p:spPr>
            <a:xfrm>
              <a:off x="688" y="2013"/>
              <a:ext cx="0" cy="154"/>
            </a:xfrm>
            <a:prstGeom prst="straightConnector1">
              <a:avLst/>
            </a:prstGeom>
            <a:noFill/>
            <a:ln cap="flat" cmpd="sng" w="9525">
              <a:solidFill>
                <a:schemeClr val="dk1"/>
              </a:solidFill>
              <a:prstDash val="solid"/>
              <a:miter lim="800000"/>
              <a:headEnd len="med" w="med" type="none"/>
              <a:tailEnd len="med" w="med" type="none"/>
            </a:ln>
          </p:spPr>
        </p:cxnSp>
        <p:cxnSp>
          <p:nvCxnSpPr>
            <p:cNvPr id="5884" name="Google Shape;5884;p66"/>
            <p:cNvCxnSpPr/>
            <p:nvPr/>
          </p:nvCxnSpPr>
          <p:spPr>
            <a:xfrm>
              <a:off x="880" y="2010"/>
              <a:ext cx="0" cy="156"/>
            </a:xfrm>
            <a:prstGeom prst="straightConnector1">
              <a:avLst/>
            </a:prstGeom>
            <a:noFill/>
            <a:ln cap="flat" cmpd="sng" w="9525">
              <a:solidFill>
                <a:schemeClr val="dk1"/>
              </a:solidFill>
              <a:prstDash val="solid"/>
              <a:miter lim="800000"/>
              <a:headEnd len="med" w="med" type="none"/>
              <a:tailEnd len="med" w="med" type="none"/>
            </a:ln>
          </p:spPr>
        </p:cxnSp>
      </p:grpSp>
      <p:grpSp>
        <p:nvGrpSpPr>
          <p:cNvPr id="5885" name="Google Shape;5885;p66"/>
          <p:cNvGrpSpPr/>
          <p:nvPr/>
        </p:nvGrpSpPr>
        <p:grpSpPr>
          <a:xfrm>
            <a:off x="723900" y="4921250"/>
            <a:ext cx="890587" cy="303212"/>
            <a:chOff x="645" y="1734"/>
            <a:chExt cx="561" cy="191"/>
          </a:xfrm>
        </p:grpSpPr>
        <p:sp>
          <p:nvSpPr>
            <p:cNvPr id="5886" name="Google Shape;5886;p66"/>
            <p:cNvSpPr txBox="1"/>
            <p:nvPr/>
          </p:nvSpPr>
          <p:spPr>
            <a:xfrm>
              <a:off x="645" y="1751"/>
              <a:ext cx="4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87" name="Google Shape;5887;p66"/>
            <p:cNvSpPr txBox="1"/>
            <p:nvPr/>
          </p:nvSpPr>
          <p:spPr>
            <a:xfrm>
              <a:off x="648" y="173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sp>
          <p:nvSpPr>
            <p:cNvPr id="5888" name="Google Shape;5888;p66"/>
            <p:cNvSpPr txBox="1"/>
            <p:nvPr/>
          </p:nvSpPr>
          <p:spPr>
            <a:xfrm>
              <a:off x="778" y="173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889" name="Google Shape;5889;p66"/>
            <p:cNvCxnSpPr/>
            <p:nvPr/>
          </p:nvCxnSpPr>
          <p:spPr>
            <a:xfrm>
              <a:off x="824" y="1754"/>
              <a:ext cx="0" cy="156"/>
            </a:xfrm>
            <a:prstGeom prst="straightConnector1">
              <a:avLst/>
            </a:prstGeom>
            <a:noFill/>
            <a:ln cap="flat" cmpd="sng" w="9525">
              <a:solidFill>
                <a:schemeClr val="dk1"/>
              </a:solidFill>
              <a:prstDash val="solid"/>
              <a:miter lim="800000"/>
              <a:headEnd len="med" w="med" type="none"/>
              <a:tailEnd len="med" w="med" type="none"/>
            </a:ln>
          </p:spPr>
        </p:cxnSp>
      </p:grpSp>
      <p:grpSp>
        <p:nvGrpSpPr>
          <p:cNvPr id="5890" name="Google Shape;5890;p66"/>
          <p:cNvGrpSpPr/>
          <p:nvPr/>
        </p:nvGrpSpPr>
        <p:grpSpPr>
          <a:xfrm>
            <a:off x="930275" y="4610100"/>
            <a:ext cx="679450" cy="301625"/>
            <a:chOff x="780" y="1553"/>
            <a:chExt cx="428" cy="190"/>
          </a:xfrm>
        </p:grpSpPr>
        <p:sp>
          <p:nvSpPr>
            <p:cNvPr id="5891" name="Google Shape;5891;p66"/>
            <p:cNvSpPr txBox="1"/>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92" name="Google Shape;5892;p66"/>
            <p:cNvSpPr txBox="1"/>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grpSp>
      <p:grpSp>
        <p:nvGrpSpPr>
          <p:cNvPr id="5893" name="Google Shape;5893;p66"/>
          <p:cNvGrpSpPr/>
          <p:nvPr/>
        </p:nvGrpSpPr>
        <p:grpSpPr>
          <a:xfrm>
            <a:off x="5654675" y="4164012"/>
            <a:ext cx="1387476" cy="1035050"/>
            <a:chOff x="3601" y="168"/>
            <a:chExt cx="874" cy="652"/>
          </a:xfrm>
        </p:grpSpPr>
        <p:sp>
          <p:nvSpPr>
            <p:cNvPr id="5894" name="Google Shape;5894;p66"/>
            <p:cNvSpPr txBox="1"/>
            <p:nvPr/>
          </p:nvSpPr>
          <p:spPr>
            <a:xfrm>
              <a:off x="3658" y="168"/>
              <a:ext cx="817" cy="59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95" name="Google Shape;5895;p66"/>
            <p:cNvSpPr txBox="1"/>
            <p:nvPr/>
          </p:nvSpPr>
          <p:spPr>
            <a:xfrm>
              <a:off x="3628" y="213"/>
              <a:ext cx="802" cy="596"/>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896" name="Google Shape;5896;p66"/>
            <p:cNvCxnSpPr/>
            <p:nvPr/>
          </p:nvCxnSpPr>
          <p:spPr>
            <a:xfrm>
              <a:off x="3628" y="413"/>
              <a:ext cx="796" cy="2"/>
            </a:xfrm>
            <a:prstGeom prst="straightConnector1">
              <a:avLst/>
            </a:prstGeom>
            <a:noFill/>
            <a:ln cap="flat" cmpd="sng" w="28575">
              <a:solidFill>
                <a:schemeClr val="dk1"/>
              </a:solidFill>
              <a:prstDash val="solid"/>
              <a:miter lim="800000"/>
              <a:headEnd len="med" w="med" type="none"/>
              <a:tailEnd len="med" w="med" type="none"/>
            </a:ln>
          </p:spPr>
        </p:cxnSp>
        <p:sp>
          <p:nvSpPr>
            <p:cNvPr id="5897" name="Google Shape;5897;p66"/>
            <p:cNvSpPr txBox="1"/>
            <p:nvPr/>
          </p:nvSpPr>
          <p:spPr>
            <a:xfrm>
              <a:off x="3601" y="192"/>
              <a:ext cx="830" cy="62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network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link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physical</a:t>
              </a:r>
              <a:endParaRPr/>
            </a:p>
          </p:txBody>
        </p:sp>
        <p:cxnSp>
          <p:nvCxnSpPr>
            <p:cNvPr id="5898" name="Google Shape;5898;p66"/>
            <p:cNvCxnSpPr/>
            <p:nvPr/>
          </p:nvCxnSpPr>
          <p:spPr>
            <a:xfrm>
              <a:off x="3633" y="615"/>
              <a:ext cx="796" cy="2"/>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899" name="Google Shape;5899;p66"/>
          <p:cNvGrpSpPr/>
          <p:nvPr/>
        </p:nvGrpSpPr>
        <p:grpSpPr>
          <a:xfrm>
            <a:off x="5821362" y="2271712"/>
            <a:ext cx="1387475" cy="733425"/>
            <a:chOff x="4696" y="597"/>
            <a:chExt cx="874" cy="462"/>
          </a:xfrm>
        </p:grpSpPr>
        <p:sp>
          <p:nvSpPr>
            <p:cNvPr id="5900" name="Google Shape;5900;p66"/>
            <p:cNvSpPr txBox="1"/>
            <p:nvPr/>
          </p:nvSpPr>
          <p:spPr>
            <a:xfrm>
              <a:off x="4753" y="597"/>
              <a:ext cx="817" cy="4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01" name="Google Shape;5901;p66"/>
            <p:cNvSpPr txBox="1"/>
            <p:nvPr/>
          </p:nvSpPr>
          <p:spPr>
            <a:xfrm>
              <a:off x="4723" y="642"/>
              <a:ext cx="802" cy="413"/>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902" name="Google Shape;5902;p66"/>
            <p:cNvCxnSpPr/>
            <p:nvPr/>
          </p:nvCxnSpPr>
          <p:spPr>
            <a:xfrm>
              <a:off x="4723" y="842"/>
              <a:ext cx="796" cy="2"/>
            </a:xfrm>
            <a:prstGeom prst="straightConnector1">
              <a:avLst/>
            </a:prstGeom>
            <a:noFill/>
            <a:ln cap="flat" cmpd="sng" w="28575">
              <a:solidFill>
                <a:schemeClr val="dk1"/>
              </a:solidFill>
              <a:prstDash val="solid"/>
              <a:miter lim="800000"/>
              <a:headEnd len="med" w="med" type="none"/>
              <a:tailEnd len="med" w="med" type="none"/>
            </a:ln>
          </p:spPr>
        </p:cxnSp>
        <p:sp>
          <p:nvSpPr>
            <p:cNvPr id="5903" name="Google Shape;5903;p66"/>
            <p:cNvSpPr txBox="1"/>
            <p:nvPr/>
          </p:nvSpPr>
          <p:spPr>
            <a:xfrm>
              <a:off x="4696" y="621"/>
              <a:ext cx="830" cy="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link</a:t>
              </a:r>
              <a:endParaRPr/>
            </a:p>
            <a:p>
              <a:pPr indent="0" lvl="0" marL="0" marR="0" rtl="0" algn="ctr">
                <a:lnSpc>
                  <a:spcPct val="11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physical</a:t>
              </a:r>
              <a:endParaRPr/>
            </a:p>
          </p:txBody>
        </p:sp>
      </p:grpSp>
      <p:sp>
        <p:nvSpPr>
          <p:cNvPr id="5904" name="Google Shape;5904;p66"/>
          <p:cNvSpPr/>
          <p:nvPr/>
        </p:nvSpPr>
        <p:spPr>
          <a:xfrm>
            <a:off x="6978650" y="4156075"/>
            <a:ext cx="655637" cy="1135062"/>
          </a:xfrm>
          <a:custGeom>
            <a:rect b="b" l="l" r="r" t="t"/>
            <a:pathLst>
              <a:path extrusionOk="0" h="715" w="413">
                <a:moveTo>
                  <a:pt x="413" y="570"/>
                </a:moveTo>
                <a:lnTo>
                  <a:pt x="9" y="0"/>
                </a:lnTo>
                <a:lnTo>
                  <a:pt x="0" y="604"/>
                </a:lnTo>
                <a:lnTo>
                  <a:pt x="397" y="715"/>
                </a:lnTo>
                <a:lnTo>
                  <a:pt x="413" y="570"/>
                </a:lnTo>
                <a:close/>
              </a:path>
            </a:pathLst>
          </a:custGeom>
          <a:gradFill>
            <a:gsLst>
              <a:gs pos="0">
                <a:schemeClr val="accent2"/>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905" name="Google Shape;5905;p66"/>
          <p:cNvGrpSpPr/>
          <p:nvPr/>
        </p:nvGrpSpPr>
        <p:grpSpPr>
          <a:xfrm>
            <a:off x="7581900" y="4983162"/>
            <a:ext cx="766762" cy="433387"/>
            <a:chOff x="3600" y="219"/>
            <a:chExt cx="360" cy="175"/>
          </a:xfrm>
        </p:grpSpPr>
        <p:sp>
          <p:nvSpPr>
            <p:cNvPr id="5906" name="Google Shape;5906;p66"/>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907" name="Google Shape;5907;p66"/>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5908" name="Google Shape;5908;p66"/>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5909" name="Google Shape;5909;p66"/>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10" name="Google Shape;5910;p66"/>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911" name="Google Shape;5911;p66"/>
            <p:cNvGrpSpPr/>
            <p:nvPr/>
          </p:nvGrpSpPr>
          <p:grpSpPr>
            <a:xfrm>
              <a:off x="3686" y="244"/>
              <a:ext cx="177" cy="66"/>
              <a:chOff x="2848" y="848"/>
              <a:chExt cx="140" cy="98"/>
            </a:xfrm>
          </p:grpSpPr>
          <p:cxnSp>
            <p:nvCxnSpPr>
              <p:cNvPr id="5912" name="Google Shape;5912;p6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913" name="Google Shape;5913;p6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914" name="Google Shape;5914;p6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5915" name="Google Shape;5915;p66"/>
            <p:cNvGrpSpPr/>
            <p:nvPr/>
          </p:nvGrpSpPr>
          <p:grpSpPr>
            <a:xfrm flipH="1" rot="10800000">
              <a:off x="3686" y="243"/>
              <a:ext cx="177" cy="66"/>
              <a:chOff x="2848" y="848"/>
              <a:chExt cx="140" cy="98"/>
            </a:xfrm>
          </p:grpSpPr>
          <p:cxnSp>
            <p:nvCxnSpPr>
              <p:cNvPr id="5916" name="Google Shape;5916;p66"/>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5917" name="Google Shape;5917;p66"/>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5918" name="Google Shape;5918;p66"/>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sp>
        <p:nvSpPr>
          <p:cNvPr id="5919" name="Google Shape;5919;p66"/>
          <p:cNvSpPr/>
          <p:nvPr/>
        </p:nvSpPr>
        <p:spPr>
          <a:xfrm>
            <a:off x="1828800" y="533400"/>
            <a:ext cx="5264150" cy="5494337"/>
          </a:xfrm>
          <a:custGeom>
            <a:rect b="b" l="l" r="r" t="t"/>
            <a:pathLst>
              <a:path extrusionOk="0" h="3461" w="3316">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cap="flat" cmpd="sng" w="28575">
            <a:solidFill>
              <a:srgbClr val="FF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920" name="Google Shape;5920;p66"/>
          <p:cNvGrpSpPr/>
          <p:nvPr/>
        </p:nvGrpSpPr>
        <p:grpSpPr>
          <a:xfrm>
            <a:off x="4238625" y="4546600"/>
            <a:ext cx="1479550" cy="303212"/>
            <a:chOff x="332" y="2224"/>
            <a:chExt cx="932" cy="191"/>
          </a:xfrm>
        </p:grpSpPr>
        <p:sp>
          <p:nvSpPr>
            <p:cNvPr id="5921" name="Google Shape;5921;p66"/>
            <p:cNvSpPr txBox="1"/>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22" name="Google Shape;5922;p66"/>
            <p:cNvSpPr txBox="1"/>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sp>
          <p:nvSpPr>
            <p:cNvPr id="5923" name="Google Shape;5923;p66"/>
            <p:cNvSpPr txBox="1"/>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n</a:t>
              </a:r>
              <a:endParaRPr/>
            </a:p>
          </p:txBody>
        </p:sp>
        <p:sp>
          <p:nvSpPr>
            <p:cNvPr id="5924" name="Google Shape;5924;p66"/>
            <p:cNvSpPr txBox="1"/>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l</a:t>
              </a:r>
              <a:endParaRPr/>
            </a:p>
          </p:txBody>
        </p:sp>
        <p:sp>
          <p:nvSpPr>
            <p:cNvPr id="5925" name="Google Shape;5925;p66"/>
            <p:cNvSpPr txBox="1"/>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926" name="Google Shape;5926;p66"/>
            <p:cNvCxnSpPr/>
            <p:nvPr/>
          </p:nvCxnSpPr>
          <p:spPr>
            <a:xfrm>
              <a:off x="510" y="2241"/>
              <a:ext cx="0" cy="162"/>
            </a:xfrm>
            <a:prstGeom prst="straightConnector1">
              <a:avLst/>
            </a:prstGeom>
            <a:noFill/>
            <a:ln cap="flat" cmpd="sng" w="9525">
              <a:solidFill>
                <a:schemeClr val="dk1"/>
              </a:solidFill>
              <a:prstDash val="solid"/>
              <a:miter lim="800000"/>
              <a:headEnd len="med" w="med" type="none"/>
              <a:tailEnd len="med" w="med" type="none"/>
            </a:ln>
          </p:spPr>
        </p:cxnSp>
        <p:cxnSp>
          <p:nvCxnSpPr>
            <p:cNvPr id="5927" name="Google Shape;5927;p66"/>
            <p:cNvCxnSpPr/>
            <p:nvPr/>
          </p:nvCxnSpPr>
          <p:spPr>
            <a:xfrm>
              <a:off x="690" y="2247"/>
              <a:ext cx="0" cy="154"/>
            </a:xfrm>
            <a:prstGeom prst="straightConnector1">
              <a:avLst/>
            </a:prstGeom>
            <a:noFill/>
            <a:ln cap="flat" cmpd="sng" w="9525">
              <a:solidFill>
                <a:schemeClr val="dk1"/>
              </a:solidFill>
              <a:prstDash val="solid"/>
              <a:miter lim="800000"/>
              <a:headEnd len="med" w="med" type="none"/>
              <a:tailEnd len="med" w="med" type="none"/>
            </a:ln>
          </p:spPr>
        </p:cxnSp>
        <p:cxnSp>
          <p:nvCxnSpPr>
            <p:cNvPr id="5928" name="Google Shape;5928;p66"/>
            <p:cNvCxnSpPr/>
            <p:nvPr/>
          </p:nvCxnSpPr>
          <p:spPr>
            <a:xfrm>
              <a:off x="882" y="2244"/>
              <a:ext cx="0" cy="156"/>
            </a:xfrm>
            <a:prstGeom prst="straightConnector1">
              <a:avLst/>
            </a:prstGeom>
            <a:noFill/>
            <a:ln cap="flat" cmpd="sng" w="9525">
              <a:solidFill>
                <a:schemeClr val="dk1"/>
              </a:solidFill>
              <a:prstDash val="solid"/>
              <a:miter lim="800000"/>
              <a:headEnd len="med" w="med" type="none"/>
              <a:tailEnd len="med" w="med" type="none"/>
            </a:ln>
          </p:spPr>
        </p:cxnSp>
      </p:grpSp>
      <p:grpSp>
        <p:nvGrpSpPr>
          <p:cNvPr id="5929" name="Google Shape;5929;p66"/>
          <p:cNvGrpSpPr/>
          <p:nvPr/>
        </p:nvGrpSpPr>
        <p:grpSpPr>
          <a:xfrm>
            <a:off x="4497387" y="4240212"/>
            <a:ext cx="1208087" cy="303212"/>
            <a:chOff x="501" y="1990"/>
            <a:chExt cx="761" cy="191"/>
          </a:xfrm>
        </p:grpSpPr>
        <p:sp>
          <p:nvSpPr>
            <p:cNvPr id="5930" name="Google Shape;5930;p66"/>
            <p:cNvSpPr txBox="1"/>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31" name="Google Shape;5931;p66"/>
            <p:cNvSpPr txBox="1"/>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sp>
          <p:nvSpPr>
            <p:cNvPr id="5932" name="Google Shape;5932;p66"/>
            <p:cNvSpPr txBox="1"/>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n</a:t>
              </a:r>
              <a:endParaRPr/>
            </a:p>
          </p:txBody>
        </p:sp>
        <p:sp>
          <p:nvSpPr>
            <p:cNvPr id="5933" name="Google Shape;5933;p66"/>
            <p:cNvSpPr txBox="1"/>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934" name="Google Shape;5934;p66"/>
            <p:cNvCxnSpPr/>
            <p:nvPr/>
          </p:nvCxnSpPr>
          <p:spPr>
            <a:xfrm>
              <a:off x="688" y="2013"/>
              <a:ext cx="0" cy="154"/>
            </a:xfrm>
            <a:prstGeom prst="straightConnector1">
              <a:avLst/>
            </a:prstGeom>
            <a:noFill/>
            <a:ln cap="flat" cmpd="sng" w="9525">
              <a:solidFill>
                <a:schemeClr val="dk1"/>
              </a:solidFill>
              <a:prstDash val="solid"/>
              <a:miter lim="800000"/>
              <a:headEnd len="med" w="med" type="none"/>
              <a:tailEnd len="med" w="med" type="none"/>
            </a:ln>
          </p:spPr>
        </p:cxnSp>
        <p:cxnSp>
          <p:nvCxnSpPr>
            <p:cNvPr id="5935" name="Google Shape;5935;p66"/>
            <p:cNvCxnSpPr/>
            <p:nvPr/>
          </p:nvCxnSpPr>
          <p:spPr>
            <a:xfrm>
              <a:off x="880" y="2010"/>
              <a:ext cx="0" cy="156"/>
            </a:xfrm>
            <a:prstGeom prst="straightConnector1">
              <a:avLst/>
            </a:prstGeom>
            <a:noFill/>
            <a:ln cap="flat" cmpd="sng" w="9525">
              <a:solidFill>
                <a:schemeClr val="dk1"/>
              </a:solidFill>
              <a:prstDash val="solid"/>
              <a:miter lim="800000"/>
              <a:headEnd len="med" w="med" type="none"/>
              <a:tailEnd len="med" w="med" type="none"/>
            </a:ln>
          </p:spPr>
        </p:cxnSp>
      </p:grpSp>
      <p:grpSp>
        <p:nvGrpSpPr>
          <p:cNvPr id="5936" name="Google Shape;5936;p66"/>
          <p:cNvGrpSpPr/>
          <p:nvPr/>
        </p:nvGrpSpPr>
        <p:grpSpPr>
          <a:xfrm>
            <a:off x="7269162" y="4606925"/>
            <a:ext cx="1208087" cy="303212"/>
            <a:chOff x="501" y="1990"/>
            <a:chExt cx="761" cy="191"/>
          </a:xfrm>
        </p:grpSpPr>
        <p:sp>
          <p:nvSpPr>
            <p:cNvPr id="5937" name="Google Shape;5937;p66"/>
            <p:cNvSpPr txBox="1"/>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38" name="Google Shape;5938;p66"/>
            <p:cNvSpPr txBox="1"/>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sp>
          <p:nvSpPr>
            <p:cNvPr id="5939" name="Google Shape;5939;p66"/>
            <p:cNvSpPr txBox="1"/>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n</a:t>
              </a:r>
              <a:endParaRPr/>
            </a:p>
          </p:txBody>
        </p:sp>
        <p:sp>
          <p:nvSpPr>
            <p:cNvPr id="5940" name="Google Shape;5940;p66"/>
            <p:cNvSpPr txBox="1"/>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941" name="Google Shape;5941;p66"/>
            <p:cNvCxnSpPr/>
            <p:nvPr/>
          </p:nvCxnSpPr>
          <p:spPr>
            <a:xfrm>
              <a:off x="688" y="2013"/>
              <a:ext cx="0" cy="154"/>
            </a:xfrm>
            <a:prstGeom prst="straightConnector1">
              <a:avLst/>
            </a:prstGeom>
            <a:noFill/>
            <a:ln cap="flat" cmpd="sng" w="9525">
              <a:solidFill>
                <a:schemeClr val="dk1"/>
              </a:solidFill>
              <a:prstDash val="solid"/>
              <a:miter lim="800000"/>
              <a:headEnd len="med" w="med" type="none"/>
              <a:tailEnd len="med" w="med" type="none"/>
            </a:ln>
          </p:spPr>
        </p:cxnSp>
        <p:cxnSp>
          <p:nvCxnSpPr>
            <p:cNvPr id="5942" name="Google Shape;5942;p66"/>
            <p:cNvCxnSpPr/>
            <p:nvPr/>
          </p:nvCxnSpPr>
          <p:spPr>
            <a:xfrm>
              <a:off x="880" y="2010"/>
              <a:ext cx="0" cy="156"/>
            </a:xfrm>
            <a:prstGeom prst="straightConnector1">
              <a:avLst/>
            </a:prstGeom>
            <a:noFill/>
            <a:ln cap="flat" cmpd="sng" w="9525">
              <a:solidFill>
                <a:schemeClr val="dk1"/>
              </a:solidFill>
              <a:prstDash val="solid"/>
              <a:miter lim="800000"/>
              <a:headEnd len="med" w="med" type="none"/>
              <a:tailEnd len="med" w="med" type="none"/>
            </a:ln>
          </p:spPr>
        </p:cxnSp>
      </p:grpSp>
      <p:grpSp>
        <p:nvGrpSpPr>
          <p:cNvPr id="5943" name="Google Shape;5943;p66"/>
          <p:cNvGrpSpPr/>
          <p:nvPr/>
        </p:nvGrpSpPr>
        <p:grpSpPr>
          <a:xfrm>
            <a:off x="938212" y="1665287"/>
            <a:ext cx="1479550" cy="303212"/>
            <a:chOff x="332" y="2224"/>
            <a:chExt cx="932" cy="191"/>
          </a:xfrm>
        </p:grpSpPr>
        <p:sp>
          <p:nvSpPr>
            <p:cNvPr id="5944" name="Google Shape;5944;p66"/>
            <p:cNvSpPr txBox="1"/>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45" name="Google Shape;5945;p66"/>
            <p:cNvSpPr txBox="1"/>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700" u="none">
                  <a:solidFill>
                    <a:schemeClr val="dk1"/>
                  </a:solidFill>
                  <a:latin typeface="Comic Sans MS"/>
                  <a:ea typeface="Comic Sans MS"/>
                  <a:cs typeface="Comic Sans MS"/>
                  <a:sym typeface="Comic Sans MS"/>
                </a:rPr>
                <a:t>H</a:t>
              </a:r>
              <a:r>
                <a:rPr b="0" baseline="-25000" i="0" lang="en-US" sz="1100" u="none">
                  <a:solidFill>
                    <a:schemeClr val="dk1"/>
                  </a:solidFill>
                  <a:latin typeface="Comic Sans MS"/>
                  <a:ea typeface="Comic Sans MS"/>
                  <a:cs typeface="Comic Sans MS"/>
                  <a:sym typeface="Comic Sans MS"/>
                </a:rPr>
                <a:t>t</a:t>
              </a:r>
              <a:endParaRPr sz="700"/>
            </a:p>
          </p:txBody>
        </p:sp>
        <p:sp>
          <p:nvSpPr>
            <p:cNvPr id="5946" name="Google Shape;5946;p66"/>
            <p:cNvSpPr txBox="1"/>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700" u="none">
                  <a:solidFill>
                    <a:schemeClr val="dk1"/>
                  </a:solidFill>
                  <a:latin typeface="Comic Sans MS"/>
                  <a:ea typeface="Comic Sans MS"/>
                  <a:cs typeface="Comic Sans MS"/>
                  <a:sym typeface="Comic Sans MS"/>
                </a:rPr>
                <a:t>H</a:t>
              </a:r>
              <a:r>
                <a:rPr b="0" baseline="-25000" i="0" lang="en-US" sz="1100" u="none">
                  <a:solidFill>
                    <a:schemeClr val="dk1"/>
                  </a:solidFill>
                  <a:latin typeface="Comic Sans MS"/>
                  <a:ea typeface="Comic Sans MS"/>
                  <a:cs typeface="Comic Sans MS"/>
                  <a:sym typeface="Comic Sans MS"/>
                </a:rPr>
                <a:t>n</a:t>
              </a:r>
              <a:endParaRPr sz="700"/>
            </a:p>
          </p:txBody>
        </p:sp>
        <p:sp>
          <p:nvSpPr>
            <p:cNvPr id="5947" name="Google Shape;5947;p66"/>
            <p:cNvSpPr txBox="1"/>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800" u="none">
                  <a:solidFill>
                    <a:schemeClr val="dk1"/>
                  </a:solidFill>
                  <a:latin typeface="Comic Sans MS"/>
                  <a:ea typeface="Comic Sans MS"/>
                  <a:cs typeface="Comic Sans MS"/>
                  <a:sym typeface="Comic Sans MS"/>
                </a:rPr>
                <a:t>H</a:t>
              </a:r>
              <a:r>
                <a:rPr b="0" baseline="-25000" i="0" lang="en-US" sz="1200" u="none">
                  <a:solidFill>
                    <a:schemeClr val="dk1"/>
                  </a:solidFill>
                  <a:latin typeface="Comic Sans MS"/>
                  <a:ea typeface="Comic Sans MS"/>
                  <a:cs typeface="Comic Sans MS"/>
                  <a:sym typeface="Comic Sans MS"/>
                </a:rPr>
                <a:t>l</a:t>
              </a:r>
              <a:endParaRPr sz="800"/>
            </a:p>
          </p:txBody>
        </p:sp>
        <p:sp>
          <p:nvSpPr>
            <p:cNvPr id="5948" name="Google Shape;5948;p66"/>
            <p:cNvSpPr txBox="1"/>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cxnSp>
          <p:nvCxnSpPr>
            <p:cNvPr id="5949" name="Google Shape;5949;p66"/>
            <p:cNvCxnSpPr/>
            <p:nvPr/>
          </p:nvCxnSpPr>
          <p:spPr>
            <a:xfrm>
              <a:off x="510" y="2241"/>
              <a:ext cx="0" cy="162"/>
            </a:xfrm>
            <a:prstGeom prst="straightConnector1">
              <a:avLst/>
            </a:prstGeom>
            <a:noFill/>
            <a:ln cap="flat" cmpd="sng" w="9525">
              <a:solidFill>
                <a:schemeClr val="dk1"/>
              </a:solidFill>
              <a:prstDash val="solid"/>
              <a:miter lim="800000"/>
              <a:headEnd len="med" w="med" type="none"/>
              <a:tailEnd len="med" w="med" type="none"/>
            </a:ln>
          </p:spPr>
        </p:cxnSp>
        <p:cxnSp>
          <p:nvCxnSpPr>
            <p:cNvPr id="5950" name="Google Shape;5950;p66"/>
            <p:cNvCxnSpPr/>
            <p:nvPr/>
          </p:nvCxnSpPr>
          <p:spPr>
            <a:xfrm>
              <a:off x="690" y="2247"/>
              <a:ext cx="0" cy="154"/>
            </a:xfrm>
            <a:prstGeom prst="straightConnector1">
              <a:avLst/>
            </a:prstGeom>
            <a:noFill/>
            <a:ln cap="flat" cmpd="sng" w="9525">
              <a:solidFill>
                <a:schemeClr val="dk1"/>
              </a:solidFill>
              <a:prstDash val="solid"/>
              <a:miter lim="800000"/>
              <a:headEnd len="med" w="med" type="none"/>
              <a:tailEnd len="med" w="med" type="none"/>
            </a:ln>
          </p:spPr>
        </p:cxnSp>
        <p:cxnSp>
          <p:nvCxnSpPr>
            <p:cNvPr id="5951" name="Google Shape;5951;p66"/>
            <p:cNvCxnSpPr/>
            <p:nvPr/>
          </p:nvCxnSpPr>
          <p:spPr>
            <a:xfrm>
              <a:off x="882" y="2244"/>
              <a:ext cx="0" cy="156"/>
            </a:xfrm>
            <a:prstGeom prst="straightConnector1">
              <a:avLst/>
            </a:prstGeom>
            <a:noFill/>
            <a:ln cap="flat" cmpd="sng" w="9525">
              <a:solidFill>
                <a:schemeClr val="dk1"/>
              </a:solidFill>
              <a:prstDash val="solid"/>
              <a:miter lim="800000"/>
              <a:headEnd len="med" w="med" type="none"/>
              <a:tailEnd len="med" w="med" type="none"/>
            </a:ln>
          </p:spPr>
        </p:cxnSp>
      </p:grpSp>
      <p:sp>
        <p:nvSpPr>
          <p:cNvPr id="5952" name="Google Shape;5952;p66"/>
          <p:cNvSpPr txBox="1"/>
          <p:nvPr/>
        </p:nvSpPr>
        <p:spPr>
          <a:xfrm>
            <a:off x="7921625" y="5411787"/>
            <a:ext cx="879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1" i="0" lang="en-US" sz="1800" u="none">
                <a:solidFill>
                  <a:schemeClr val="dk1"/>
                </a:solidFill>
                <a:latin typeface="Comic Sans MS"/>
                <a:ea typeface="Comic Sans MS"/>
                <a:cs typeface="Comic Sans MS"/>
                <a:sym typeface="Comic Sans MS"/>
              </a:rPr>
              <a:t>router</a:t>
            </a:r>
            <a:endParaRPr/>
          </a:p>
        </p:txBody>
      </p:sp>
      <p:sp>
        <p:nvSpPr>
          <p:cNvPr id="5953" name="Google Shape;5953;p66"/>
          <p:cNvSpPr txBox="1"/>
          <p:nvPr/>
        </p:nvSpPr>
        <p:spPr>
          <a:xfrm>
            <a:off x="7935912" y="3098800"/>
            <a:ext cx="8731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1" i="0" lang="en-US" sz="1800" u="none">
                <a:solidFill>
                  <a:schemeClr val="dk1"/>
                </a:solidFill>
                <a:latin typeface="Comic Sans MS"/>
                <a:ea typeface="Comic Sans MS"/>
                <a:cs typeface="Comic Sans MS"/>
                <a:sym typeface="Comic Sans MS"/>
              </a:rPr>
              <a:t>switch</a:t>
            </a:r>
            <a:endParaRPr/>
          </a:p>
        </p:txBody>
      </p:sp>
      <p:sp>
        <p:nvSpPr>
          <p:cNvPr id="5954" name="Google Shape;5954;p66"/>
          <p:cNvSpPr txBox="1"/>
          <p:nvPr>
            <p:ph type="title"/>
          </p:nvPr>
        </p:nvSpPr>
        <p:spPr>
          <a:xfrm>
            <a:off x="4995862" y="0"/>
            <a:ext cx="3805237"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Encapsulation</a:t>
            </a:r>
            <a:endParaRPr/>
          </a:p>
        </p:txBody>
      </p:sp>
      <p:sp>
        <p:nvSpPr>
          <p:cNvPr id="5955" name="Google Shape;5955;p66"/>
          <p:cNvSpPr txBox="1"/>
          <p:nvPr/>
        </p:nvSpPr>
        <p:spPr>
          <a:xfrm>
            <a:off x="703262" y="692150"/>
            <a:ext cx="97313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omic Sans MS"/>
              <a:buNone/>
            </a:pPr>
            <a:r>
              <a:rPr b="0" i="0" lang="en-US" sz="1600" u="none">
                <a:solidFill>
                  <a:srgbClr val="FF0000"/>
                </a:solidFill>
                <a:latin typeface="Comic Sans MS"/>
                <a:ea typeface="Comic Sans MS"/>
                <a:cs typeface="Comic Sans MS"/>
                <a:sym typeface="Comic Sans MS"/>
              </a:rPr>
              <a:t>message</a:t>
            </a:r>
            <a:endParaRPr/>
          </a:p>
        </p:txBody>
      </p:sp>
      <p:grpSp>
        <p:nvGrpSpPr>
          <p:cNvPr id="5956" name="Google Shape;5956;p66"/>
          <p:cNvGrpSpPr/>
          <p:nvPr/>
        </p:nvGrpSpPr>
        <p:grpSpPr>
          <a:xfrm>
            <a:off x="1763712" y="719137"/>
            <a:ext cx="679450" cy="301625"/>
            <a:chOff x="780" y="1553"/>
            <a:chExt cx="428" cy="190"/>
          </a:xfrm>
        </p:grpSpPr>
        <p:sp>
          <p:nvSpPr>
            <p:cNvPr id="5957" name="Google Shape;5957;p66"/>
            <p:cNvSpPr txBox="1"/>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58" name="Google Shape;5958;p66"/>
            <p:cNvSpPr txBox="1"/>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grpSp>
      <p:sp>
        <p:nvSpPr>
          <p:cNvPr id="5959" name="Google Shape;5959;p66"/>
          <p:cNvSpPr txBox="1"/>
          <p:nvPr/>
        </p:nvSpPr>
        <p:spPr>
          <a:xfrm>
            <a:off x="157162" y="1643062"/>
            <a:ext cx="7588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omic Sans MS"/>
              <a:buNone/>
            </a:pPr>
            <a:r>
              <a:rPr b="0" i="0" lang="en-US" sz="1600" u="none">
                <a:solidFill>
                  <a:srgbClr val="FF0000"/>
                </a:solidFill>
                <a:latin typeface="Comic Sans MS"/>
                <a:ea typeface="Comic Sans MS"/>
                <a:cs typeface="Comic Sans MS"/>
                <a:sym typeface="Comic Sans MS"/>
              </a:rPr>
              <a:t>frame</a:t>
            </a:r>
            <a:endParaRPr/>
          </a:p>
        </p:txBody>
      </p:sp>
      <p:grpSp>
        <p:nvGrpSpPr>
          <p:cNvPr id="5960" name="Google Shape;5960;p66"/>
          <p:cNvGrpSpPr/>
          <p:nvPr/>
        </p:nvGrpSpPr>
        <p:grpSpPr>
          <a:xfrm>
            <a:off x="1763700" y="1039800"/>
            <a:ext cx="523875" cy="276075"/>
            <a:chOff x="780" y="1553"/>
            <a:chExt cx="337" cy="316"/>
          </a:xfrm>
        </p:grpSpPr>
        <p:sp>
          <p:nvSpPr>
            <p:cNvPr id="5961" name="Google Shape;5961;p66"/>
            <p:cNvSpPr txBox="1"/>
            <p:nvPr/>
          </p:nvSpPr>
          <p:spPr>
            <a:xfrm>
              <a:off x="817" y="1569"/>
              <a:ext cx="300" cy="3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62" name="Google Shape;5962;p66"/>
            <p:cNvSpPr txBox="1"/>
            <p:nvPr/>
          </p:nvSpPr>
          <p:spPr>
            <a:xfrm>
              <a:off x="780" y="1553"/>
              <a:ext cx="300" cy="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grpSp>
      <p:sp>
        <p:nvSpPr>
          <p:cNvPr id="5963" name="Google Shape;5963;p66"/>
          <p:cNvSpPr txBox="1"/>
          <p:nvPr/>
        </p:nvSpPr>
        <p:spPr>
          <a:xfrm>
            <a:off x="1837989" y="1040680"/>
            <a:ext cx="0" cy="262099"/>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H</a:t>
            </a:r>
            <a:r>
              <a:rPr b="0" baseline="-25000" i="0" lang="en-US" sz="1800" u="none">
                <a:solidFill>
                  <a:schemeClr val="dk1"/>
                </a:solidFill>
                <a:latin typeface="Comic Sans MS"/>
                <a:ea typeface="Comic Sans MS"/>
                <a:cs typeface="Comic Sans MS"/>
                <a:sym typeface="Comic Sans MS"/>
              </a:rPr>
              <a:t>t</a:t>
            </a:r>
            <a:endParaRPr/>
          </a:p>
        </p:txBody>
      </p:sp>
      <p:grpSp>
        <p:nvGrpSpPr>
          <p:cNvPr id="5964" name="Google Shape;5964;p66"/>
          <p:cNvGrpSpPr/>
          <p:nvPr/>
        </p:nvGrpSpPr>
        <p:grpSpPr>
          <a:xfrm>
            <a:off x="1219200" y="1395475"/>
            <a:ext cx="977900" cy="292100"/>
            <a:chOff x="520" y="2224"/>
            <a:chExt cx="616" cy="301"/>
          </a:xfrm>
        </p:grpSpPr>
        <p:sp>
          <p:nvSpPr>
            <p:cNvPr id="5965" name="Google Shape;5965;p66"/>
            <p:cNvSpPr txBox="1"/>
            <p:nvPr/>
          </p:nvSpPr>
          <p:spPr>
            <a:xfrm>
              <a:off x="706" y="2224"/>
              <a:ext cx="300" cy="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700" u="none">
                  <a:solidFill>
                    <a:schemeClr val="dk1"/>
                  </a:solidFill>
                  <a:latin typeface="Comic Sans MS"/>
                  <a:ea typeface="Comic Sans MS"/>
                  <a:cs typeface="Comic Sans MS"/>
                  <a:sym typeface="Comic Sans MS"/>
                </a:rPr>
                <a:t>H</a:t>
              </a:r>
              <a:r>
                <a:rPr b="0" baseline="-25000" i="0" lang="en-US" sz="1100" u="none">
                  <a:solidFill>
                    <a:schemeClr val="dk1"/>
                  </a:solidFill>
                  <a:latin typeface="Comic Sans MS"/>
                  <a:ea typeface="Comic Sans MS"/>
                  <a:cs typeface="Comic Sans MS"/>
                  <a:sym typeface="Comic Sans MS"/>
                </a:rPr>
                <a:t>t</a:t>
              </a:r>
              <a:endParaRPr sz="700"/>
            </a:p>
          </p:txBody>
        </p:sp>
        <p:sp>
          <p:nvSpPr>
            <p:cNvPr id="5966" name="Google Shape;5966;p66"/>
            <p:cNvSpPr txBox="1"/>
            <p:nvPr/>
          </p:nvSpPr>
          <p:spPr>
            <a:xfrm>
              <a:off x="520" y="2224"/>
              <a:ext cx="300" cy="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700" u="none">
                  <a:solidFill>
                    <a:schemeClr val="dk1"/>
                  </a:solidFill>
                  <a:latin typeface="Comic Sans MS"/>
                  <a:ea typeface="Comic Sans MS"/>
                  <a:cs typeface="Comic Sans MS"/>
                  <a:sym typeface="Comic Sans MS"/>
                </a:rPr>
                <a:t>H</a:t>
              </a:r>
              <a:r>
                <a:rPr b="0" baseline="-25000" i="0" lang="en-US" sz="1100" u="none">
                  <a:solidFill>
                    <a:schemeClr val="dk1"/>
                  </a:solidFill>
                  <a:latin typeface="Comic Sans MS"/>
                  <a:ea typeface="Comic Sans MS"/>
                  <a:cs typeface="Comic Sans MS"/>
                  <a:sym typeface="Comic Sans MS"/>
                </a:rPr>
                <a:t>n</a:t>
              </a:r>
              <a:endParaRPr sz="700"/>
            </a:p>
          </p:txBody>
        </p:sp>
        <p:sp>
          <p:nvSpPr>
            <p:cNvPr id="5967" name="Google Shape;5967;p66"/>
            <p:cNvSpPr txBox="1"/>
            <p:nvPr/>
          </p:nvSpPr>
          <p:spPr>
            <a:xfrm>
              <a:off x="836" y="2225"/>
              <a:ext cx="300" cy="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M</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5955"/>
                                        </p:tgtEl>
                                      </p:cBhvr>
                                    </p:animEffect>
                                    <p:set>
                                      <p:cBhvr>
                                        <p:cTn dur="1" fill="hold">
                                          <p:stCondLst>
                                            <p:cond delay="2000"/>
                                          </p:stCondLst>
                                        </p:cTn>
                                        <p:tgtEl>
                                          <p:spTgt spid="59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8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8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9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72" name="Shape 5972"/>
        <p:cNvGrpSpPr/>
        <p:nvPr/>
      </p:nvGrpSpPr>
      <p:grpSpPr>
        <a:xfrm>
          <a:off x="0" y="0"/>
          <a:ext cx="0" cy="0"/>
          <a:chOff x="0" y="0"/>
          <a:chExt cx="0" cy="0"/>
        </a:xfrm>
      </p:grpSpPr>
      <p:sp>
        <p:nvSpPr>
          <p:cNvPr id="5973" name="Google Shape;5973;p6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974" name="Google Shape;5974;p6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975" name="Google Shape;5975;p67"/>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5976" name="Google Shape;5976;p67"/>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chemeClr val="accent2"/>
                </a:solidFill>
                <a:latin typeface="Comic Sans MS"/>
                <a:ea typeface="Comic Sans MS"/>
                <a:cs typeface="Comic Sans MS"/>
                <a:sym typeface="Comic Sans MS"/>
              </a:rPr>
              <a:t>1.1 </a:t>
            </a:r>
            <a:r>
              <a:rPr b="0" i="0" lang="en-US" sz="2400" u="none">
                <a:solidFill>
                  <a:schemeClr val="dk1"/>
                </a:solidFill>
                <a:latin typeface="Comic Sans MS"/>
                <a:ea typeface="Comic Sans MS"/>
                <a:cs typeface="Comic Sans MS"/>
                <a:sym typeface="Comic Sans MS"/>
              </a:rPr>
              <a:t>What </a:t>
            </a:r>
            <a:r>
              <a:rPr b="0" i="1" lang="en-US" sz="2400" u="none">
                <a:solidFill>
                  <a:schemeClr val="dk1"/>
                </a:solidFill>
                <a:latin typeface="Comic Sans MS"/>
                <a:ea typeface="Comic Sans MS"/>
                <a:cs typeface="Comic Sans MS"/>
                <a:sym typeface="Comic Sans MS"/>
              </a:rPr>
              <a:t>is</a:t>
            </a:r>
            <a:r>
              <a:rPr b="0" i="0" lang="en-US" sz="2400" u="none">
                <a:solidFill>
                  <a:schemeClr val="dk1"/>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1.2</a:t>
            </a:r>
            <a:r>
              <a:rPr b="0" i="0" lang="en-US" sz="2400" u="none">
                <a:solidFill>
                  <a:schemeClr val="dk1"/>
                </a:solidFill>
                <a:latin typeface="Comic Sans MS"/>
                <a:ea typeface="Comic Sans MS"/>
                <a:cs typeface="Comic Sans MS"/>
                <a:sym typeface="Comic Sans MS"/>
              </a:rPr>
              <a:t> Network edge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1.3</a:t>
            </a:r>
            <a:r>
              <a:rPr b="0" i="0" lang="en-US" sz="2400" u="none">
                <a:solidFill>
                  <a:schemeClr val="dk1"/>
                </a:solidFill>
                <a:latin typeface="Comic Sans MS"/>
                <a:ea typeface="Comic Sans MS"/>
                <a:cs typeface="Comic Sans MS"/>
                <a:sym typeface="Comic Sans MS"/>
              </a:rPr>
              <a:t> Network core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1.4 </a:t>
            </a:r>
            <a:r>
              <a:rPr b="0" i="0" lang="en-US" sz="2400" u="none">
                <a:solidFill>
                  <a:schemeClr val="dk1"/>
                </a:solidFill>
                <a:latin typeface="Comic Sans MS"/>
                <a:ea typeface="Comic Sans MS"/>
                <a:cs typeface="Comic Sans MS"/>
                <a:sym typeface="Comic Sans MS"/>
              </a:rPr>
              <a:t>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1.5</a:t>
            </a:r>
            <a:r>
              <a:rPr b="0" i="0" lang="en-US" sz="2400" u="none">
                <a:solidFill>
                  <a:schemeClr val="dk1"/>
                </a:solidFill>
                <a:latin typeface="Comic Sans MS"/>
                <a:ea typeface="Comic Sans MS"/>
                <a:cs typeface="Comic Sans MS"/>
                <a:sym typeface="Comic Sans MS"/>
              </a:rPr>
              <a:t> Protocol layers, service models</a:t>
            </a:r>
            <a:endParaRPr/>
          </a:p>
          <a:p>
            <a:pPr indent="-285750" lvl="1" marL="742950" rtl="0" algn="l">
              <a:lnSpc>
                <a:spcPct val="100000"/>
              </a:lnSpc>
              <a:spcBef>
                <a:spcPts val="480"/>
              </a:spcBef>
              <a:spcAft>
                <a:spcPts val="0"/>
              </a:spcAft>
              <a:buSzPts val="1800"/>
              <a:buNone/>
            </a:pPr>
            <a:r>
              <a:rPr b="0" i="0" lang="en-US" sz="2400" u="none">
                <a:solidFill>
                  <a:srgbClr val="FF3300"/>
                </a:solidFill>
                <a:latin typeface="Comic Sans MS"/>
                <a:ea typeface="Comic Sans MS"/>
                <a:cs typeface="Comic Sans MS"/>
                <a:sym typeface="Comic Sans MS"/>
              </a:rPr>
              <a:t>1.6 Networks under attack: security</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1.7</a:t>
            </a:r>
            <a:r>
              <a:rPr b="0" i="0" lang="en-US" sz="2400" u="none">
                <a:solidFill>
                  <a:schemeClr val="dk1"/>
                </a:solidFill>
                <a:latin typeface="Comic Sans MS"/>
                <a:ea typeface="Comic Sans MS"/>
                <a:cs typeface="Comic Sans MS"/>
                <a:sym typeface="Comic Sans MS"/>
              </a:rPr>
              <a:t> History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80" name="Shape 5980"/>
        <p:cNvGrpSpPr/>
        <p:nvPr/>
      </p:nvGrpSpPr>
      <p:grpSpPr>
        <a:xfrm>
          <a:off x="0" y="0"/>
          <a:ext cx="0" cy="0"/>
          <a:chOff x="0" y="0"/>
          <a:chExt cx="0" cy="0"/>
        </a:xfrm>
      </p:grpSpPr>
      <p:sp>
        <p:nvSpPr>
          <p:cNvPr id="5981" name="Google Shape;5981;p6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982" name="Google Shape;5982;p6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983" name="Google Shape;5983;p68"/>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Network Security</a:t>
            </a:r>
            <a:endParaRPr/>
          </a:p>
        </p:txBody>
      </p:sp>
      <p:sp>
        <p:nvSpPr>
          <p:cNvPr id="5984" name="Google Shape;5984;p68"/>
          <p:cNvSpPr txBox="1"/>
          <p:nvPr>
            <p:ph idx="1" type="body"/>
          </p:nvPr>
        </p:nvSpPr>
        <p:spPr>
          <a:xfrm>
            <a:off x="533400" y="1365250"/>
            <a:ext cx="7772400" cy="5119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rgbClr val="FF3300"/>
                </a:solidFill>
                <a:latin typeface="Comic Sans MS"/>
                <a:ea typeface="Comic Sans MS"/>
                <a:cs typeface="Comic Sans MS"/>
                <a:sym typeface="Comic Sans MS"/>
              </a:rPr>
              <a:t>The field of network security is about:</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how bad guys can attack computer networks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how we can defend networks against attacks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how to design architectures that are immune to attacks</a:t>
            </a:r>
            <a:endParaRPr/>
          </a:p>
          <a:p>
            <a:pPr indent="-342900" lvl="0" marL="342900" rtl="0" algn="l">
              <a:lnSpc>
                <a:spcPct val="100000"/>
              </a:lnSpc>
              <a:spcBef>
                <a:spcPts val="560"/>
              </a:spcBef>
              <a:spcAft>
                <a:spcPts val="0"/>
              </a:spcAft>
              <a:buClr>
                <a:schemeClr val="accent2"/>
              </a:buClr>
              <a:buSzPts val="2380"/>
              <a:buFont typeface="Noto Sans Symbols"/>
              <a:buChar char="❑"/>
            </a:pPr>
            <a:r>
              <a:rPr b="0" i="0" lang="en-US" sz="2800" u="none">
                <a:solidFill>
                  <a:srgbClr val="FF3300"/>
                </a:solidFill>
                <a:latin typeface="Comic Sans MS"/>
                <a:ea typeface="Comic Sans MS"/>
                <a:cs typeface="Comic Sans MS"/>
                <a:sym typeface="Comic Sans MS"/>
              </a:rPr>
              <a:t>Internet not originally designed with (much) security in mind</a:t>
            </a:r>
            <a:endParaRPr/>
          </a:p>
          <a:p>
            <a:pPr indent="-285750" lvl="1" marL="742950" rtl="0" algn="l">
              <a:lnSpc>
                <a:spcPct val="100000"/>
              </a:lnSpc>
              <a:spcBef>
                <a:spcPts val="480"/>
              </a:spcBef>
              <a:spcAft>
                <a:spcPts val="0"/>
              </a:spcAft>
              <a:buClr>
                <a:schemeClr val="accent2"/>
              </a:buClr>
              <a:buSzPts val="1800"/>
              <a:buFont typeface="Noto Sans Symbols"/>
              <a:buChar char="❖"/>
            </a:pPr>
            <a:r>
              <a:rPr b="0" i="1" lang="en-US" sz="2400" u="none">
                <a:solidFill>
                  <a:schemeClr val="dk1"/>
                </a:solidFill>
                <a:latin typeface="Comic Sans MS"/>
                <a:ea typeface="Comic Sans MS"/>
                <a:cs typeface="Comic Sans MS"/>
                <a:sym typeface="Comic Sans MS"/>
              </a:rPr>
              <a:t>original vision:</a:t>
            </a:r>
            <a:r>
              <a:rPr b="0" i="0" lang="en-US" sz="2400" u="none">
                <a:solidFill>
                  <a:schemeClr val="dk1"/>
                </a:solidFill>
                <a:latin typeface="Comic Sans MS"/>
                <a:ea typeface="Comic Sans MS"/>
                <a:cs typeface="Comic Sans MS"/>
                <a:sym typeface="Comic Sans MS"/>
              </a:rPr>
              <a:t> “a group of mutually trusting users attached to a transparent network” ☺</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Internet protocol designers playing “catch-up”</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Security considerations in all layers!</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88" name="Shape 5988"/>
        <p:cNvGrpSpPr/>
        <p:nvPr/>
      </p:nvGrpSpPr>
      <p:grpSpPr>
        <a:xfrm>
          <a:off x="0" y="0"/>
          <a:ext cx="0" cy="0"/>
          <a:chOff x="0" y="0"/>
          <a:chExt cx="0" cy="0"/>
        </a:xfrm>
      </p:grpSpPr>
      <p:sp>
        <p:nvSpPr>
          <p:cNvPr id="5989" name="Google Shape;5989;p6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990" name="Google Shape;5990;p6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991" name="Google Shape;5991;p69"/>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Bad guys can put malware into hosts via Internet</a:t>
            </a:r>
            <a:endParaRPr/>
          </a:p>
        </p:txBody>
      </p:sp>
      <p:sp>
        <p:nvSpPr>
          <p:cNvPr id="5992" name="Google Shape;5992;p69"/>
          <p:cNvSpPr txBox="1"/>
          <p:nvPr>
            <p:ph idx="1" type="body"/>
          </p:nvPr>
        </p:nvSpPr>
        <p:spPr>
          <a:xfrm>
            <a:off x="574675" y="1489075"/>
            <a:ext cx="7710487" cy="47720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Malware can get in host from a </a:t>
            </a:r>
            <a:r>
              <a:rPr b="0" i="0" lang="en-US" sz="2400" u="none">
                <a:solidFill>
                  <a:schemeClr val="accent2"/>
                </a:solidFill>
                <a:latin typeface="Comic Sans MS"/>
                <a:ea typeface="Comic Sans MS"/>
                <a:cs typeface="Comic Sans MS"/>
                <a:sym typeface="Comic Sans MS"/>
              </a:rPr>
              <a:t>virus</a:t>
            </a:r>
            <a:r>
              <a:rPr b="0" i="0" lang="en-US" sz="2400" u="none">
                <a:solidFill>
                  <a:schemeClr val="dk1"/>
                </a:solidFill>
                <a:latin typeface="Comic Sans MS"/>
                <a:ea typeface="Comic Sans MS"/>
                <a:cs typeface="Comic Sans MS"/>
                <a:sym typeface="Comic Sans MS"/>
              </a:rPr>
              <a:t>, </a:t>
            </a:r>
            <a:r>
              <a:rPr b="0" i="0" lang="en-US" sz="2400" u="none">
                <a:solidFill>
                  <a:schemeClr val="accent2"/>
                </a:solidFill>
                <a:latin typeface="Comic Sans MS"/>
                <a:ea typeface="Comic Sans MS"/>
                <a:cs typeface="Comic Sans MS"/>
                <a:sym typeface="Comic Sans MS"/>
              </a:rPr>
              <a:t>worm</a:t>
            </a:r>
            <a:r>
              <a:rPr b="0" i="0" lang="en-US" sz="2400" u="none">
                <a:solidFill>
                  <a:schemeClr val="dk1"/>
                </a:solidFill>
                <a:latin typeface="Comic Sans MS"/>
                <a:ea typeface="Comic Sans MS"/>
                <a:cs typeface="Comic Sans MS"/>
                <a:sym typeface="Comic Sans MS"/>
              </a:rPr>
              <a:t>, or </a:t>
            </a:r>
            <a:r>
              <a:rPr b="0" i="0" lang="en-US" sz="2400" u="none">
                <a:solidFill>
                  <a:schemeClr val="accent2"/>
                </a:solidFill>
                <a:latin typeface="Comic Sans MS"/>
                <a:ea typeface="Comic Sans MS"/>
                <a:cs typeface="Comic Sans MS"/>
                <a:sym typeface="Comic Sans MS"/>
              </a:rPr>
              <a:t>trojan horse</a:t>
            </a:r>
            <a:r>
              <a:rPr b="0" i="0" lang="en-US" sz="2400" u="none">
                <a:solidFill>
                  <a:schemeClr val="dk1"/>
                </a:solidFill>
                <a:latin typeface="Comic Sans MS"/>
                <a:ea typeface="Comic Sans MS"/>
                <a:cs typeface="Comic Sans MS"/>
                <a:sym typeface="Comic Sans MS"/>
              </a:rPr>
              <a:t>.</a:t>
            </a:r>
            <a:br>
              <a:rPr b="0" i="0" lang="en-US" sz="2400" u="none">
                <a:solidFill>
                  <a:schemeClr val="dk1"/>
                </a:solidFill>
                <a:latin typeface="Comic Sans MS"/>
                <a:ea typeface="Comic Sans MS"/>
                <a:cs typeface="Comic Sans MS"/>
                <a:sym typeface="Comic Sans MS"/>
              </a:rPr>
            </a:b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Spyware malware</a:t>
            </a:r>
            <a:r>
              <a:rPr b="0" i="0" lang="en-US" sz="2400" u="none">
                <a:solidFill>
                  <a:schemeClr val="dk1"/>
                </a:solidFill>
                <a:latin typeface="Comic Sans MS"/>
                <a:ea typeface="Comic Sans MS"/>
                <a:cs typeface="Comic Sans MS"/>
                <a:sym typeface="Comic Sans MS"/>
              </a:rPr>
              <a:t> can record keystrokes, web sites visited, upload info to collection site.</a:t>
            </a:r>
            <a:br>
              <a:rPr b="0" i="0" lang="en-US" sz="2400" u="none">
                <a:solidFill>
                  <a:schemeClr val="dk1"/>
                </a:solidFill>
                <a:latin typeface="Comic Sans MS"/>
                <a:ea typeface="Comic Sans MS"/>
                <a:cs typeface="Comic Sans MS"/>
                <a:sym typeface="Comic Sans MS"/>
              </a:rPr>
            </a:b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Infected host can be enrolled in a </a:t>
            </a:r>
            <a:r>
              <a:rPr b="0" i="0" lang="en-US" sz="2400" u="none">
                <a:solidFill>
                  <a:schemeClr val="accent2"/>
                </a:solidFill>
                <a:latin typeface="Comic Sans MS"/>
                <a:ea typeface="Comic Sans MS"/>
                <a:cs typeface="Comic Sans MS"/>
                <a:sym typeface="Comic Sans MS"/>
              </a:rPr>
              <a:t>botnet</a:t>
            </a:r>
            <a:r>
              <a:rPr b="0" i="0" lang="en-US" sz="2400" u="none">
                <a:solidFill>
                  <a:schemeClr val="dk1"/>
                </a:solidFill>
                <a:latin typeface="Comic Sans MS"/>
                <a:ea typeface="Comic Sans MS"/>
                <a:cs typeface="Comic Sans MS"/>
                <a:sym typeface="Comic Sans MS"/>
              </a:rPr>
              <a:t>, used for spam and DDoS attacks.</a:t>
            </a:r>
            <a:br>
              <a:rPr b="0" i="0" lang="en-US" sz="2400" u="none">
                <a:solidFill>
                  <a:schemeClr val="dk1"/>
                </a:solidFill>
                <a:latin typeface="Comic Sans MS"/>
                <a:ea typeface="Comic Sans MS"/>
                <a:cs typeface="Comic Sans MS"/>
                <a:sym typeface="Comic Sans MS"/>
              </a:rPr>
            </a:b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Malware is often </a:t>
            </a:r>
            <a:r>
              <a:rPr b="0" i="0" lang="en-US" sz="2400" u="none">
                <a:solidFill>
                  <a:schemeClr val="accent2"/>
                </a:solidFill>
                <a:latin typeface="Comic Sans MS"/>
                <a:ea typeface="Comic Sans MS"/>
                <a:cs typeface="Comic Sans MS"/>
                <a:sym typeface="Comic Sans MS"/>
              </a:rPr>
              <a:t>self-replicating</a:t>
            </a:r>
            <a:r>
              <a:rPr b="0" i="0" lang="en-US" sz="2400" u="none">
                <a:solidFill>
                  <a:schemeClr val="dk1"/>
                </a:solidFill>
                <a:latin typeface="Comic Sans MS"/>
                <a:ea typeface="Comic Sans MS"/>
                <a:cs typeface="Comic Sans MS"/>
                <a:sym typeface="Comic Sans MS"/>
              </a:rPr>
              <a:t>: from an infected host, seeks entry into other hosts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96" name="Shape 5996"/>
        <p:cNvGrpSpPr/>
        <p:nvPr/>
      </p:nvGrpSpPr>
      <p:grpSpPr>
        <a:xfrm>
          <a:off x="0" y="0"/>
          <a:ext cx="0" cy="0"/>
          <a:chOff x="0" y="0"/>
          <a:chExt cx="0" cy="0"/>
        </a:xfrm>
      </p:grpSpPr>
      <p:sp>
        <p:nvSpPr>
          <p:cNvPr id="5997" name="Google Shape;5997;p7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5998" name="Google Shape;5998;p7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999" name="Google Shape;5999;p7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Bad guys can put malware into hosts via Internet</a:t>
            </a:r>
            <a:endParaRPr/>
          </a:p>
        </p:txBody>
      </p:sp>
      <p:sp>
        <p:nvSpPr>
          <p:cNvPr id="6000" name="Google Shape;6000;p70"/>
          <p:cNvSpPr txBox="1"/>
          <p:nvPr>
            <p:ph idx="1" type="body"/>
          </p:nvPr>
        </p:nvSpPr>
        <p:spPr>
          <a:xfrm>
            <a:off x="574675" y="1489075"/>
            <a:ext cx="3863975" cy="47720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rgbClr val="FF3300"/>
                </a:solidFill>
                <a:latin typeface="Comic Sans MS"/>
                <a:ea typeface="Comic Sans MS"/>
                <a:cs typeface="Comic Sans MS"/>
                <a:sym typeface="Comic Sans MS"/>
              </a:rPr>
              <a:t>Trojan horse</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Hidden part of some otherwise useful software</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Today often on a Web page (Active-X, plugin)</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rgbClr val="FF3300"/>
                </a:solidFill>
                <a:latin typeface="Comic Sans MS"/>
                <a:ea typeface="Comic Sans MS"/>
                <a:cs typeface="Comic Sans MS"/>
                <a:sym typeface="Comic Sans MS"/>
              </a:rPr>
              <a:t>Virus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infection by receiving object (e.g., e-mail attachment), actively executing</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self-replicating: propagate itself to other hosts, users</a:t>
            </a:r>
            <a:endParaRPr/>
          </a:p>
        </p:txBody>
      </p:sp>
      <p:sp>
        <p:nvSpPr>
          <p:cNvPr id="6001" name="Google Shape;6001;p70"/>
          <p:cNvSpPr txBox="1"/>
          <p:nvPr/>
        </p:nvSpPr>
        <p:spPr>
          <a:xfrm>
            <a:off x="4419600" y="1516062"/>
            <a:ext cx="4452937" cy="4067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Noto Sans Symbols"/>
              <a:buChar char="❑"/>
            </a:pPr>
            <a:r>
              <a:rPr b="0" i="0" lang="en-US" sz="2400" u="none">
                <a:solidFill>
                  <a:srgbClr val="FF3300"/>
                </a:solidFill>
                <a:latin typeface="Comic Sans MS"/>
                <a:ea typeface="Comic Sans MS"/>
                <a:cs typeface="Comic Sans MS"/>
                <a:sym typeface="Comic Sans MS"/>
              </a:rPr>
              <a:t>Worm:</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infection by passively receiving object that gets itself executed</a:t>
            </a:r>
            <a:endParaRPr/>
          </a:p>
          <a:p>
            <a:pPr indent="-285750" lvl="1" marL="742950" marR="0" rtl="0" algn="l">
              <a:lnSpc>
                <a:spcPct val="100000"/>
              </a:lnSpc>
              <a:spcBef>
                <a:spcPts val="400"/>
              </a:spcBef>
              <a:spcAft>
                <a:spcPts val="0"/>
              </a:spcAft>
              <a:buClr>
                <a:schemeClr val="accent2"/>
              </a:buClr>
              <a:buSzPts val="1500"/>
              <a:buFont typeface="Noto Sans Symbols"/>
              <a:buChar char="❖"/>
            </a:pPr>
            <a:r>
              <a:rPr b="0" i="0" lang="en-US" sz="2000" u="none" cap="none" strike="noStrike">
                <a:solidFill>
                  <a:schemeClr val="dk1"/>
                </a:solidFill>
                <a:latin typeface="Comic Sans MS"/>
                <a:ea typeface="Comic Sans MS"/>
                <a:cs typeface="Comic Sans MS"/>
                <a:sym typeface="Comic Sans MS"/>
              </a:rPr>
              <a:t>self- replicating: propagates to other hosts, users</a:t>
            </a:r>
            <a:endParaRPr/>
          </a:p>
        </p:txBody>
      </p:sp>
      <p:pic>
        <p:nvPicPr>
          <p:cNvPr id="6002" name="Google Shape;6002;p70"/>
          <p:cNvPicPr preferRelativeResize="0"/>
          <p:nvPr/>
        </p:nvPicPr>
        <p:blipFill rotWithShape="1">
          <a:blip r:embed="rId3">
            <a:alphaModFix/>
          </a:blip>
          <a:srcRect b="0" l="0" r="0" t="0"/>
          <a:stretch/>
        </p:blipFill>
        <p:spPr>
          <a:xfrm>
            <a:off x="4937125" y="3787775"/>
            <a:ext cx="3502025" cy="2870200"/>
          </a:xfrm>
          <a:prstGeom prst="rect">
            <a:avLst/>
          </a:prstGeom>
          <a:noFill/>
          <a:ln>
            <a:noFill/>
          </a:ln>
        </p:spPr>
      </p:pic>
      <p:sp>
        <p:nvSpPr>
          <p:cNvPr id="6003" name="Google Shape;6003;p70"/>
          <p:cNvSpPr txBox="1"/>
          <p:nvPr/>
        </p:nvSpPr>
        <p:spPr>
          <a:xfrm>
            <a:off x="4621212" y="3722687"/>
            <a:ext cx="4176712" cy="5175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Sapphire Worm: aggregate scans/sec</a:t>
            </a:r>
            <a:endParaRPr/>
          </a:p>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in first 5 minutes of outbreak (CAIDA, UWisc data)</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07" name="Shape 6007"/>
        <p:cNvGrpSpPr/>
        <p:nvPr/>
      </p:nvGrpSpPr>
      <p:grpSpPr>
        <a:xfrm>
          <a:off x="0" y="0"/>
          <a:ext cx="0" cy="0"/>
          <a:chOff x="0" y="0"/>
          <a:chExt cx="0" cy="0"/>
        </a:xfrm>
      </p:grpSpPr>
      <p:sp>
        <p:nvSpPr>
          <p:cNvPr id="6008" name="Google Shape;6008;p7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009" name="Google Shape;6009;p7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010" name="Google Shape;6010;p7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Bad guys can attack servers and network infrastructure</a:t>
            </a:r>
            <a:endParaRPr/>
          </a:p>
        </p:txBody>
      </p:sp>
      <p:sp>
        <p:nvSpPr>
          <p:cNvPr id="6011" name="Google Shape;6011;p71"/>
          <p:cNvSpPr txBox="1"/>
          <p:nvPr>
            <p:ph idx="1" type="body"/>
          </p:nvPr>
        </p:nvSpPr>
        <p:spPr>
          <a:xfrm>
            <a:off x="422275" y="1584325"/>
            <a:ext cx="8132762" cy="11715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Denial of service (DoS): attackers make resources (server, bandwidth) unavailable to legitimate traffic by overwhelming resource with bogus traffic</a:t>
            </a:r>
            <a:endParaRPr/>
          </a:p>
        </p:txBody>
      </p:sp>
      <p:sp>
        <p:nvSpPr>
          <p:cNvPr id="6012" name="Google Shape;6012;p71"/>
          <p:cNvSpPr txBox="1"/>
          <p:nvPr/>
        </p:nvSpPr>
        <p:spPr>
          <a:xfrm>
            <a:off x="287337" y="2786062"/>
            <a:ext cx="4114800" cy="5334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accent2"/>
              </a:buClr>
              <a:buSzPts val="2040"/>
              <a:buFont typeface="Arial"/>
              <a:buAutoNum type="arabicPeriod"/>
            </a:pPr>
            <a:r>
              <a:rPr b="0" i="0" lang="en-US" sz="2400" u="none">
                <a:solidFill>
                  <a:schemeClr val="dk1"/>
                </a:solidFill>
                <a:latin typeface="Comic Sans MS"/>
                <a:ea typeface="Comic Sans MS"/>
                <a:cs typeface="Comic Sans MS"/>
                <a:sym typeface="Comic Sans MS"/>
              </a:rPr>
              <a:t>select target</a:t>
            </a:r>
            <a:endParaRPr/>
          </a:p>
        </p:txBody>
      </p:sp>
      <p:sp>
        <p:nvSpPr>
          <p:cNvPr id="6013" name="Google Shape;6013;p71"/>
          <p:cNvSpPr txBox="1"/>
          <p:nvPr/>
        </p:nvSpPr>
        <p:spPr>
          <a:xfrm>
            <a:off x="247650" y="3305175"/>
            <a:ext cx="3795712" cy="9144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accent2"/>
              </a:buClr>
              <a:buSzPts val="2040"/>
              <a:buFont typeface="Arial"/>
              <a:buAutoNum type="arabicPeriod" startAt="2"/>
            </a:pPr>
            <a:r>
              <a:rPr b="0" i="0" lang="en-US" sz="2400" u="none">
                <a:solidFill>
                  <a:schemeClr val="dk1"/>
                </a:solidFill>
                <a:latin typeface="Comic Sans MS"/>
                <a:ea typeface="Comic Sans MS"/>
                <a:cs typeface="Comic Sans MS"/>
                <a:sym typeface="Comic Sans MS"/>
              </a:rPr>
              <a:t>break into hosts around the network (see botnet)</a:t>
            </a:r>
            <a:endParaRPr/>
          </a:p>
          <a:p>
            <a:pPr indent="0" lvl="0" marL="0" marR="0" rtl="0" algn="l">
              <a:lnSpc>
                <a:spcPct val="100000"/>
              </a:lnSpc>
              <a:spcBef>
                <a:spcPts val="0"/>
              </a:spcBef>
              <a:spcAft>
                <a:spcPts val="0"/>
              </a:spcAft>
              <a:buNone/>
            </a:pPr>
            <a:r>
              <a:t/>
            </a:r>
            <a:endParaRPr b="0" i="0" sz="2400" u="none">
              <a:solidFill>
                <a:schemeClr val="dk1"/>
              </a:solidFill>
              <a:latin typeface="Comic Sans MS"/>
              <a:ea typeface="Comic Sans MS"/>
              <a:cs typeface="Comic Sans MS"/>
              <a:sym typeface="Comic Sans MS"/>
            </a:endParaRPr>
          </a:p>
        </p:txBody>
      </p:sp>
      <p:sp>
        <p:nvSpPr>
          <p:cNvPr id="6014" name="Google Shape;6014;p71"/>
          <p:cNvSpPr txBox="1"/>
          <p:nvPr/>
        </p:nvSpPr>
        <p:spPr>
          <a:xfrm>
            <a:off x="261937" y="4440237"/>
            <a:ext cx="4114800" cy="1219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accent2"/>
              </a:buClr>
              <a:buSzPts val="2040"/>
              <a:buFont typeface="Arial"/>
              <a:buAutoNum type="arabicPeriod" startAt="3"/>
            </a:pPr>
            <a:r>
              <a:rPr b="0" i="0" lang="en-US" sz="2400" u="none">
                <a:solidFill>
                  <a:schemeClr val="dk1"/>
                </a:solidFill>
                <a:latin typeface="Comic Sans MS"/>
                <a:ea typeface="Comic Sans MS"/>
                <a:cs typeface="Comic Sans MS"/>
                <a:sym typeface="Comic Sans MS"/>
              </a:rPr>
              <a:t>send packets toward target from compromised hosts</a:t>
            </a:r>
            <a:endParaRPr/>
          </a:p>
        </p:txBody>
      </p:sp>
      <p:grpSp>
        <p:nvGrpSpPr>
          <p:cNvPr id="6015" name="Google Shape;6015;p71"/>
          <p:cNvGrpSpPr/>
          <p:nvPr/>
        </p:nvGrpSpPr>
        <p:grpSpPr>
          <a:xfrm>
            <a:off x="4519612" y="2995612"/>
            <a:ext cx="3641725" cy="3559175"/>
            <a:chOff x="2820" y="1549"/>
            <a:chExt cx="2294" cy="2242"/>
          </a:xfrm>
        </p:grpSpPr>
        <p:grpSp>
          <p:nvGrpSpPr>
            <p:cNvPr id="6016" name="Google Shape;6016;p71"/>
            <p:cNvGrpSpPr/>
            <p:nvPr/>
          </p:nvGrpSpPr>
          <p:grpSpPr>
            <a:xfrm>
              <a:off x="4029" y="2155"/>
              <a:ext cx="233" cy="530"/>
              <a:chOff x="5086" y="1108"/>
              <a:chExt cx="198" cy="417"/>
            </a:xfrm>
          </p:grpSpPr>
          <p:sp>
            <p:nvSpPr>
              <p:cNvPr id="6017" name="Google Shape;6017;p71"/>
              <p:cNvSpPr/>
              <p:nvPr/>
            </p:nvSpPr>
            <p:spPr>
              <a:xfrm>
                <a:off x="5086" y="1428"/>
                <a:ext cx="198" cy="97"/>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18" name="Google Shape;6018;p71"/>
              <p:cNvSpPr txBox="1"/>
              <p:nvPr/>
            </p:nvSpPr>
            <p:spPr>
              <a:xfrm>
                <a:off x="5186" y="1111"/>
                <a:ext cx="91" cy="32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19" name="Google Shape;6019;p71"/>
              <p:cNvSpPr txBox="1"/>
              <p:nvPr/>
            </p:nvSpPr>
            <p:spPr>
              <a:xfrm>
                <a:off x="5087" y="1202"/>
                <a:ext cx="126" cy="320"/>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20" name="Google Shape;6020;p71"/>
              <p:cNvSpPr/>
              <p:nvPr/>
            </p:nvSpPr>
            <p:spPr>
              <a:xfrm>
                <a:off x="5086" y="1108"/>
                <a:ext cx="198" cy="97"/>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021" name="Google Shape;6021;p71"/>
              <p:cNvCxnSpPr/>
              <p:nvPr/>
            </p:nvCxnSpPr>
            <p:spPr>
              <a:xfrm>
                <a:off x="5284" y="1115"/>
                <a:ext cx="0" cy="313"/>
              </a:xfrm>
              <a:prstGeom prst="straightConnector1">
                <a:avLst/>
              </a:prstGeom>
              <a:noFill/>
              <a:ln cap="flat" cmpd="sng" w="9525">
                <a:solidFill>
                  <a:schemeClr val="dk1"/>
                </a:solidFill>
                <a:prstDash val="solid"/>
                <a:miter lim="800000"/>
                <a:headEnd len="med" w="med" type="none"/>
                <a:tailEnd len="med" w="med" type="none"/>
              </a:ln>
            </p:spPr>
          </p:cxnSp>
          <p:cxnSp>
            <p:nvCxnSpPr>
              <p:cNvPr id="6022" name="Google Shape;6022;p71"/>
              <p:cNvCxnSpPr/>
              <p:nvPr/>
            </p:nvCxnSpPr>
            <p:spPr>
              <a:xfrm flipH="1">
                <a:off x="5213" y="1428"/>
                <a:ext cx="71" cy="94"/>
              </a:xfrm>
              <a:prstGeom prst="straightConnector1">
                <a:avLst/>
              </a:prstGeom>
              <a:noFill/>
              <a:ln cap="flat" cmpd="sng" w="9525">
                <a:solidFill>
                  <a:schemeClr val="dk1"/>
                </a:solidFill>
                <a:prstDash val="solid"/>
                <a:miter lim="800000"/>
                <a:headEnd len="med" w="med" type="none"/>
                <a:tailEnd len="med" w="med" type="none"/>
              </a:ln>
            </p:spPr>
          </p:cxnSp>
          <p:sp>
            <p:nvSpPr>
              <p:cNvPr id="6023" name="Google Shape;6023;p71"/>
              <p:cNvSpPr txBox="1"/>
              <p:nvPr/>
            </p:nvSpPr>
            <p:spPr>
              <a:xfrm>
                <a:off x="5104" y="1244"/>
                <a:ext cx="82" cy="18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24" name="Google Shape;6024;p71"/>
              <p:cNvSpPr txBox="1"/>
              <p:nvPr/>
            </p:nvSpPr>
            <p:spPr>
              <a:xfrm>
                <a:off x="5115" y="1300"/>
                <a:ext cx="63" cy="6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aphicFrame>
          <p:nvGraphicFramePr>
            <p:cNvPr id="6025" name="Google Shape;6025;p71"/>
            <p:cNvGraphicFramePr/>
            <p:nvPr/>
          </p:nvGraphicFramePr>
          <p:xfrm>
            <a:off x="4513" y="1549"/>
            <a:ext cx="344" cy="334"/>
          </p:xfrm>
          <a:graphic>
            <a:graphicData uri="http://schemas.openxmlformats.org/presentationml/2006/ole">
              <mc:AlternateContent>
                <mc:Choice Requires="v">
                  <p:oleObj r:id="rId4" imgH="334" imgW="344" progId="MS_ClipArt_Gallery.2" spid="_x0000_s1">
                    <p:embed/>
                  </p:oleObj>
                </mc:Choice>
                <mc:Fallback>
                  <p:oleObj r:id="rId5" imgH="334" imgW="344" progId="MS_ClipArt_Gallery.2">
                    <p:embed/>
                    <p:pic>
                      <p:nvPicPr>
                        <p:cNvPr id="6025" name="Google Shape;6025;p71"/>
                        <p:cNvPicPr preferRelativeResize="0"/>
                        <p:nvPr/>
                      </p:nvPicPr>
                      <p:blipFill rotWithShape="1">
                        <a:blip r:embed="rId6">
                          <a:alphaModFix/>
                        </a:blip>
                        <a:srcRect b="0" l="0" r="0" t="0"/>
                        <a:stretch/>
                      </p:blipFill>
                      <p:spPr>
                        <a:xfrm>
                          <a:off x="4513" y="1549"/>
                          <a:ext cx="344" cy="334"/>
                        </a:xfrm>
                        <a:prstGeom prst="rect">
                          <a:avLst/>
                        </a:prstGeom>
                        <a:noFill/>
                        <a:ln>
                          <a:noFill/>
                        </a:ln>
                      </p:spPr>
                    </p:pic>
                  </p:oleObj>
                </mc:Fallback>
              </mc:AlternateContent>
            </a:graphicData>
          </a:graphic>
        </p:graphicFrame>
        <p:sp>
          <p:nvSpPr>
            <p:cNvPr id="6026" name="Google Shape;6026;p71"/>
            <p:cNvSpPr txBox="1"/>
            <p:nvPr/>
          </p:nvSpPr>
          <p:spPr>
            <a:xfrm>
              <a:off x="3895" y="2707"/>
              <a:ext cx="598"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target</a:t>
              </a:r>
              <a:endParaRPr/>
            </a:p>
          </p:txBody>
        </p:sp>
        <p:graphicFrame>
          <p:nvGraphicFramePr>
            <p:cNvPr id="6027" name="Google Shape;6027;p71"/>
            <p:cNvGraphicFramePr/>
            <p:nvPr/>
          </p:nvGraphicFramePr>
          <p:xfrm>
            <a:off x="3894" y="1633"/>
            <a:ext cx="344" cy="334"/>
          </p:xfrm>
          <a:graphic>
            <a:graphicData uri="http://schemas.openxmlformats.org/presentationml/2006/ole">
              <mc:AlternateContent>
                <mc:Choice Requires="v">
                  <p:oleObj r:id="rId7" imgH="334" imgW="344" progId="MS_ClipArt_Gallery.2" spid="_x0000_s2">
                    <p:embed/>
                  </p:oleObj>
                </mc:Choice>
                <mc:Fallback>
                  <p:oleObj r:id="rId8" imgH="334" imgW="344" progId="MS_ClipArt_Gallery.2">
                    <p:embed/>
                    <p:pic>
                      <p:nvPicPr>
                        <p:cNvPr id="6027" name="Google Shape;6027;p71"/>
                        <p:cNvPicPr preferRelativeResize="0"/>
                        <p:nvPr/>
                      </p:nvPicPr>
                      <p:blipFill rotWithShape="1">
                        <a:blip r:embed="rId6">
                          <a:alphaModFix/>
                        </a:blip>
                        <a:srcRect b="0" l="0" r="0" t="0"/>
                        <a:stretch/>
                      </p:blipFill>
                      <p:spPr>
                        <a:xfrm>
                          <a:off x="3894" y="1633"/>
                          <a:ext cx="344" cy="334"/>
                        </a:xfrm>
                        <a:prstGeom prst="rect">
                          <a:avLst/>
                        </a:prstGeom>
                        <a:noFill/>
                        <a:ln>
                          <a:noFill/>
                        </a:ln>
                      </p:spPr>
                    </p:pic>
                  </p:oleObj>
                </mc:Fallback>
              </mc:AlternateContent>
            </a:graphicData>
          </a:graphic>
        </p:graphicFrame>
        <p:graphicFrame>
          <p:nvGraphicFramePr>
            <p:cNvPr id="6028" name="Google Shape;6028;p71"/>
            <p:cNvGraphicFramePr/>
            <p:nvPr/>
          </p:nvGraphicFramePr>
          <p:xfrm>
            <a:off x="3274" y="1651"/>
            <a:ext cx="344" cy="334"/>
          </p:xfrm>
          <a:graphic>
            <a:graphicData uri="http://schemas.openxmlformats.org/presentationml/2006/ole">
              <mc:AlternateContent>
                <mc:Choice Requires="v">
                  <p:oleObj r:id="rId9" imgH="334" imgW="344" progId="MS_ClipArt_Gallery.2" spid="_x0000_s3">
                    <p:embed/>
                  </p:oleObj>
                </mc:Choice>
                <mc:Fallback>
                  <p:oleObj r:id="rId10" imgH="334" imgW="344" progId="MS_ClipArt_Gallery.2">
                    <p:embed/>
                    <p:pic>
                      <p:nvPicPr>
                        <p:cNvPr id="6028" name="Google Shape;6028;p71"/>
                        <p:cNvPicPr preferRelativeResize="0"/>
                        <p:nvPr/>
                      </p:nvPicPr>
                      <p:blipFill rotWithShape="1">
                        <a:blip r:embed="rId6">
                          <a:alphaModFix/>
                        </a:blip>
                        <a:srcRect b="0" l="0" r="0" t="0"/>
                        <a:stretch/>
                      </p:blipFill>
                      <p:spPr>
                        <a:xfrm>
                          <a:off x="3274" y="1651"/>
                          <a:ext cx="344" cy="334"/>
                        </a:xfrm>
                        <a:prstGeom prst="rect">
                          <a:avLst/>
                        </a:prstGeom>
                        <a:noFill/>
                        <a:ln>
                          <a:noFill/>
                        </a:ln>
                      </p:spPr>
                    </p:pic>
                  </p:oleObj>
                </mc:Fallback>
              </mc:AlternateContent>
            </a:graphicData>
          </a:graphic>
        </p:graphicFrame>
        <p:graphicFrame>
          <p:nvGraphicFramePr>
            <p:cNvPr id="6029" name="Google Shape;6029;p71"/>
            <p:cNvGraphicFramePr/>
            <p:nvPr/>
          </p:nvGraphicFramePr>
          <p:xfrm>
            <a:off x="3553" y="2069"/>
            <a:ext cx="344" cy="334"/>
          </p:xfrm>
          <a:graphic>
            <a:graphicData uri="http://schemas.openxmlformats.org/presentationml/2006/ole">
              <mc:AlternateContent>
                <mc:Choice Requires="v">
                  <p:oleObj r:id="rId11" imgH="334" imgW="344" progId="MS_ClipArt_Gallery.2" spid="_x0000_s4">
                    <p:embed/>
                  </p:oleObj>
                </mc:Choice>
                <mc:Fallback>
                  <p:oleObj r:id="rId12" imgH="334" imgW="344" progId="MS_ClipArt_Gallery.2">
                    <p:embed/>
                    <p:pic>
                      <p:nvPicPr>
                        <p:cNvPr id="6029" name="Google Shape;6029;p71"/>
                        <p:cNvPicPr preferRelativeResize="0"/>
                        <p:nvPr/>
                      </p:nvPicPr>
                      <p:blipFill rotWithShape="1">
                        <a:blip r:embed="rId6">
                          <a:alphaModFix/>
                        </a:blip>
                        <a:srcRect b="0" l="0" r="0" t="0"/>
                        <a:stretch/>
                      </p:blipFill>
                      <p:spPr>
                        <a:xfrm>
                          <a:off x="3553" y="2069"/>
                          <a:ext cx="344" cy="334"/>
                        </a:xfrm>
                        <a:prstGeom prst="rect">
                          <a:avLst/>
                        </a:prstGeom>
                        <a:noFill/>
                        <a:ln>
                          <a:noFill/>
                        </a:ln>
                      </p:spPr>
                    </p:pic>
                  </p:oleObj>
                </mc:Fallback>
              </mc:AlternateContent>
            </a:graphicData>
          </a:graphic>
        </p:graphicFrame>
        <p:graphicFrame>
          <p:nvGraphicFramePr>
            <p:cNvPr id="6030" name="Google Shape;6030;p71"/>
            <p:cNvGraphicFramePr/>
            <p:nvPr/>
          </p:nvGraphicFramePr>
          <p:xfrm>
            <a:off x="4679" y="2070"/>
            <a:ext cx="344" cy="334"/>
          </p:xfrm>
          <a:graphic>
            <a:graphicData uri="http://schemas.openxmlformats.org/presentationml/2006/ole">
              <mc:AlternateContent>
                <mc:Choice Requires="v">
                  <p:oleObj r:id="rId13" imgH="334" imgW="344" progId="MS_ClipArt_Gallery.2" spid="_x0000_s5">
                    <p:embed/>
                  </p:oleObj>
                </mc:Choice>
                <mc:Fallback>
                  <p:oleObj r:id="rId14" imgH="334" imgW="344" progId="MS_ClipArt_Gallery.2">
                    <p:embed/>
                    <p:pic>
                      <p:nvPicPr>
                        <p:cNvPr id="6030" name="Google Shape;6030;p71"/>
                        <p:cNvPicPr preferRelativeResize="0"/>
                        <p:nvPr/>
                      </p:nvPicPr>
                      <p:blipFill rotWithShape="1">
                        <a:blip r:embed="rId6">
                          <a:alphaModFix/>
                        </a:blip>
                        <a:srcRect b="0" l="0" r="0" t="0"/>
                        <a:stretch/>
                      </p:blipFill>
                      <p:spPr>
                        <a:xfrm>
                          <a:off x="4679" y="2070"/>
                          <a:ext cx="344" cy="334"/>
                        </a:xfrm>
                        <a:prstGeom prst="rect">
                          <a:avLst/>
                        </a:prstGeom>
                        <a:noFill/>
                        <a:ln>
                          <a:noFill/>
                        </a:ln>
                      </p:spPr>
                    </p:pic>
                  </p:oleObj>
                </mc:Fallback>
              </mc:AlternateContent>
            </a:graphicData>
          </a:graphic>
        </p:graphicFrame>
        <p:graphicFrame>
          <p:nvGraphicFramePr>
            <p:cNvPr id="6031" name="Google Shape;6031;p71"/>
            <p:cNvGraphicFramePr/>
            <p:nvPr/>
          </p:nvGraphicFramePr>
          <p:xfrm>
            <a:off x="4733" y="3029"/>
            <a:ext cx="344" cy="334"/>
          </p:xfrm>
          <a:graphic>
            <a:graphicData uri="http://schemas.openxmlformats.org/presentationml/2006/ole">
              <mc:AlternateContent>
                <mc:Choice Requires="v">
                  <p:oleObj r:id="rId15" imgH="334" imgW="344" progId="MS_ClipArt_Gallery.2" spid="_x0000_s6">
                    <p:embed/>
                  </p:oleObj>
                </mc:Choice>
                <mc:Fallback>
                  <p:oleObj r:id="rId16" imgH="334" imgW="344" progId="MS_ClipArt_Gallery.2">
                    <p:embed/>
                    <p:pic>
                      <p:nvPicPr>
                        <p:cNvPr id="6031" name="Google Shape;6031;p71"/>
                        <p:cNvPicPr preferRelativeResize="0"/>
                        <p:nvPr/>
                      </p:nvPicPr>
                      <p:blipFill rotWithShape="1">
                        <a:blip r:embed="rId6">
                          <a:alphaModFix/>
                        </a:blip>
                        <a:srcRect b="0" l="0" r="0" t="0"/>
                        <a:stretch/>
                      </p:blipFill>
                      <p:spPr>
                        <a:xfrm>
                          <a:off x="4733" y="3029"/>
                          <a:ext cx="344" cy="334"/>
                        </a:xfrm>
                        <a:prstGeom prst="rect">
                          <a:avLst/>
                        </a:prstGeom>
                        <a:noFill/>
                        <a:ln>
                          <a:noFill/>
                        </a:ln>
                      </p:spPr>
                    </p:pic>
                  </p:oleObj>
                </mc:Fallback>
              </mc:AlternateContent>
            </a:graphicData>
          </a:graphic>
        </p:graphicFrame>
        <p:graphicFrame>
          <p:nvGraphicFramePr>
            <p:cNvPr id="6032" name="Google Shape;6032;p71"/>
            <p:cNvGraphicFramePr/>
            <p:nvPr/>
          </p:nvGraphicFramePr>
          <p:xfrm>
            <a:off x="2820" y="2096"/>
            <a:ext cx="344" cy="334"/>
          </p:xfrm>
          <a:graphic>
            <a:graphicData uri="http://schemas.openxmlformats.org/presentationml/2006/ole">
              <mc:AlternateContent>
                <mc:Choice Requires="v">
                  <p:oleObj r:id="rId17" imgH="334" imgW="344" progId="MS_ClipArt_Gallery.2" spid="_x0000_s7">
                    <p:embed/>
                  </p:oleObj>
                </mc:Choice>
                <mc:Fallback>
                  <p:oleObj r:id="rId18" imgH="334" imgW="344" progId="MS_ClipArt_Gallery.2">
                    <p:embed/>
                    <p:pic>
                      <p:nvPicPr>
                        <p:cNvPr id="6032" name="Google Shape;6032;p71"/>
                        <p:cNvPicPr preferRelativeResize="0"/>
                        <p:nvPr/>
                      </p:nvPicPr>
                      <p:blipFill rotWithShape="1">
                        <a:blip r:embed="rId6">
                          <a:alphaModFix/>
                        </a:blip>
                        <a:srcRect b="0" l="0" r="0" t="0"/>
                        <a:stretch/>
                      </p:blipFill>
                      <p:spPr>
                        <a:xfrm>
                          <a:off x="2820" y="2096"/>
                          <a:ext cx="344" cy="334"/>
                        </a:xfrm>
                        <a:prstGeom prst="rect">
                          <a:avLst/>
                        </a:prstGeom>
                        <a:noFill/>
                        <a:ln>
                          <a:noFill/>
                        </a:ln>
                      </p:spPr>
                    </p:pic>
                  </p:oleObj>
                </mc:Fallback>
              </mc:AlternateContent>
            </a:graphicData>
          </a:graphic>
        </p:graphicFrame>
        <p:graphicFrame>
          <p:nvGraphicFramePr>
            <p:cNvPr id="6033" name="Google Shape;6033;p71"/>
            <p:cNvGraphicFramePr/>
            <p:nvPr/>
          </p:nvGraphicFramePr>
          <p:xfrm>
            <a:off x="3230" y="2558"/>
            <a:ext cx="344" cy="334"/>
          </p:xfrm>
          <a:graphic>
            <a:graphicData uri="http://schemas.openxmlformats.org/presentationml/2006/ole">
              <mc:AlternateContent>
                <mc:Choice Requires="v">
                  <p:oleObj r:id="rId19" imgH="334" imgW="344" progId="MS_ClipArt_Gallery.2" spid="_x0000_s8">
                    <p:embed/>
                  </p:oleObj>
                </mc:Choice>
                <mc:Fallback>
                  <p:oleObj r:id="rId20" imgH="334" imgW="344" progId="MS_ClipArt_Gallery.2">
                    <p:embed/>
                    <p:pic>
                      <p:nvPicPr>
                        <p:cNvPr id="6033" name="Google Shape;6033;p71"/>
                        <p:cNvPicPr preferRelativeResize="0"/>
                        <p:nvPr/>
                      </p:nvPicPr>
                      <p:blipFill rotWithShape="1">
                        <a:blip r:embed="rId6">
                          <a:alphaModFix/>
                        </a:blip>
                        <a:srcRect b="0" l="0" r="0" t="0"/>
                        <a:stretch/>
                      </p:blipFill>
                      <p:spPr>
                        <a:xfrm>
                          <a:off x="3230" y="2558"/>
                          <a:ext cx="344" cy="334"/>
                        </a:xfrm>
                        <a:prstGeom prst="rect">
                          <a:avLst/>
                        </a:prstGeom>
                        <a:noFill/>
                        <a:ln>
                          <a:noFill/>
                        </a:ln>
                      </p:spPr>
                    </p:pic>
                  </p:oleObj>
                </mc:Fallback>
              </mc:AlternateContent>
            </a:graphicData>
          </a:graphic>
        </p:graphicFrame>
        <p:graphicFrame>
          <p:nvGraphicFramePr>
            <p:cNvPr id="6034" name="Google Shape;6034;p71"/>
            <p:cNvGraphicFramePr/>
            <p:nvPr/>
          </p:nvGraphicFramePr>
          <p:xfrm>
            <a:off x="3545" y="2951"/>
            <a:ext cx="344" cy="334"/>
          </p:xfrm>
          <a:graphic>
            <a:graphicData uri="http://schemas.openxmlformats.org/presentationml/2006/ole">
              <mc:AlternateContent>
                <mc:Choice Requires="v">
                  <p:oleObj r:id="rId21" imgH="334" imgW="344" progId="MS_ClipArt_Gallery.2" spid="_x0000_s9">
                    <p:embed/>
                  </p:oleObj>
                </mc:Choice>
                <mc:Fallback>
                  <p:oleObj r:id="rId22" imgH="334" imgW="344" progId="MS_ClipArt_Gallery.2">
                    <p:embed/>
                    <p:pic>
                      <p:nvPicPr>
                        <p:cNvPr id="6034" name="Google Shape;6034;p71"/>
                        <p:cNvPicPr preferRelativeResize="0"/>
                        <p:nvPr/>
                      </p:nvPicPr>
                      <p:blipFill rotWithShape="1">
                        <a:blip r:embed="rId6">
                          <a:alphaModFix/>
                        </a:blip>
                        <a:srcRect b="0" l="0" r="0" t="0"/>
                        <a:stretch/>
                      </p:blipFill>
                      <p:spPr>
                        <a:xfrm>
                          <a:off x="3545" y="2951"/>
                          <a:ext cx="344" cy="334"/>
                        </a:xfrm>
                        <a:prstGeom prst="rect">
                          <a:avLst/>
                        </a:prstGeom>
                        <a:noFill/>
                        <a:ln>
                          <a:noFill/>
                        </a:ln>
                      </p:spPr>
                    </p:pic>
                  </p:oleObj>
                </mc:Fallback>
              </mc:AlternateContent>
            </a:graphicData>
          </a:graphic>
        </p:graphicFrame>
        <p:graphicFrame>
          <p:nvGraphicFramePr>
            <p:cNvPr id="6035" name="Google Shape;6035;p71"/>
            <p:cNvGraphicFramePr/>
            <p:nvPr/>
          </p:nvGraphicFramePr>
          <p:xfrm>
            <a:off x="4713" y="2506"/>
            <a:ext cx="344" cy="334"/>
          </p:xfrm>
          <a:graphic>
            <a:graphicData uri="http://schemas.openxmlformats.org/presentationml/2006/ole">
              <mc:AlternateContent>
                <mc:Choice Requires="v">
                  <p:oleObj r:id="rId23" imgH="334" imgW="344" progId="MS_ClipArt_Gallery.2" spid="_x0000_s10">
                    <p:embed/>
                  </p:oleObj>
                </mc:Choice>
                <mc:Fallback>
                  <p:oleObj r:id="rId24" imgH="334" imgW="344" progId="MS_ClipArt_Gallery.2">
                    <p:embed/>
                    <p:pic>
                      <p:nvPicPr>
                        <p:cNvPr id="6035" name="Google Shape;6035;p71"/>
                        <p:cNvPicPr preferRelativeResize="0"/>
                        <p:nvPr/>
                      </p:nvPicPr>
                      <p:blipFill rotWithShape="1">
                        <a:blip r:embed="rId6">
                          <a:alphaModFix/>
                        </a:blip>
                        <a:srcRect b="0" l="0" r="0" t="0"/>
                        <a:stretch/>
                      </p:blipFill>
                      <p:spPr>
                        <a:xfrm>
                          <a:off x="4713" y="2506"/>
                          <a:ext cx="344" cy="334"/>
                        </a:xfrm>
                        <a:prstGeom prst="rect">
                          <a:avLst/>
                        </a:prstGeom>
                        <a:noFill/>
                        <a:ln>
                          <a:noFill/>
                        </a:ln>
                      </p:spPr>
                    </p:pic>
                  </p:oleObj>
                </mc:Fallback>
              </mc:AlternateContent>
            </a:graphicData>
          </a:graphic>
        </p:graphicFrame>
        <p:graphicFrame>
          <p:nvGraphicFramePr>
            <p:cNvPr id="6036" name="Google Shape;6036;p71"/>
            <p:cNvGraphicFramePr/>
            <p:nvPr/>
          </p:nvGraphicFramePr>
          <p:xfrm>
            <a:off x="4113" y="3196"/>
            <a:ext cx="344" cy="334"/>
          </p:xfrm>
          <a:graphic>
            <a:graphicData uri="http://schemas.openxmlformats.org/presentationml/2006/ole">
              <mc:AlternateContent>
                <mc:Choice Requires="v">
                  <p:oleObj r:id="rId25" imgH="334" imgW="344" progId="MS_ClipArt_Gallery.2" spid="_x0000_s11">
                    <p:embed/>
                  </p:oleObj>
                </mc:Choice>
                <mc:Fallback>
                  <p:oleObj r:id="rId26" imgH="334" imgW="344" progId="MS_ClipArt_Gallery.2">
                    <p:embed/>
                    <p:pic>
                      <p:nvPicPr>
                        <p:cNvPr id="6036" name="Google Shape;6036;p71"/>
                        <p:cNvPicPr preferRelativeResize="0"/>
                        <p:nvPr/>
                      </p:nvPicPr>
                      <p:blipFill rotWithShape="1">
                        <a:blip r:embed="rId6">
                          <a:alphaModFix/>
                        </a:blip>
                        <a:srcRect b="0" l="0" r="0" t="0"/>
                        <a:stretch/>
                      </p:blipFill>
                      <p:spPr>
                        <a:xfrm>
                          <a:off x="4113" y="3196"/>
                          <a:ext cx="344" cy="334"/>
                        </a:xfrm>
                        <a:prstGeom prst="rect">
                          <a:avLst/>
                        </a:prstGeom>
                        <a:noFill/>
                        <a:ln>
                          <a:noFill/>
                        </a:ln>
                      </p:spPr>
                    </p:pic>
                  </p:oleObj>
                </mc:Fallback>
              </mc:AlternateContent>
            </a:graphicData>
          </a:graphic>
        </p:graphicFrame>
        <p:graphicFrame>
          <p:nvGraphicFramePr>
            <p:cNvPr id="6037" name="Google Shape;6037;p71"/>
            <p:cNvGraphicFramePr/>
            <p:nvPr/>
          </p:nvGraphicFramePr>
          <p:xfrm>
            <a:off x="3719" y="3457"/>
            <a:ext cx="344" cy="334"/>
          </p:xfrm>
          <a:graphic>
            <a:graphicData uri="http://schemas.openxmlformats.org/presentationml/2006/ole">
              <mc:AlternateContent>
                <mc:Choice Requires="v">
                  <p:oleObj r:id="rId27" imgH="334" imgW="344" progId="MS_ClipArt_Gallery.2" spid="_x0000_s12">
                    <p:embed/>
                  </p:oleObj>
                </mc:Choice>
                <mc:Fallback>
                  <p:oleObj r:id="rId28" imgH="334" imgW="344" progId="MS_ClipArt_Gallery.2">
                    <p:embed/>
                    <p:pic>
                      <p:nvPicPr>
                        <p:cNvPr id="6037" name="Google Shape;6037;p71"/>
                        <p:cNvPicPr preferRelativeResize="0"/>
                        <p:nvPr/>
                      </p:nvPicPr>
                      <p:blipFill rotWithShape="1">
                        <a:blip r:embed="rId6">
                          <a:alphaModFix/>
                        </a:blip>
                        <a:srcRect b="0" l="0" r="0" t="0"/>
                        <a:stretch/>
                      </p:blipFill>
                      <p:spPr>
                        <a:xfrm>
                          <a:off x="3719" y="3457"/>
                          <a:ext cx="344" cy="334"/>
                        </a:xfrm>
                        <a:prstGeom prst="rect">
                          <a:avLst/>
                        </a:prstGeom>
                        <a:noFill/>
                        <a:ln>
                          <a:noFill/>
                        </a:ln>
                      </p:spPr>
                    </p:pic>
                  </p:oleObj>
                </mc:Fallback>
              </mc:AlternateContent>
            </a:graphicData>
          </a:graphic>
        </p:graphicFrame>
        <p:graphicFrame>
          <p:nvGraphicFramePr>
            <p:cNvPr id="6038" name="Google Shape;6038;p71"/>
            <p:cNvGraphicFramePr/>
            <p:nvPr/>
          </p:nvGraphicFramePr>
          <p:xfrm>
            <a:off x="2951" y="3126"/>
            <a:ext cx="344" cy="334"/>
          </p:xfrm>
          <a:graphic>
            <a:graphicData uri="http://schemas.openxmlformats.org/presentationml/2006/ole">
              <mc:AlternateContent>
                <mc:Choice Requires="v">
                  <p:oleObj r:id="rId29" imgH="334" imgW="344" progId="MS_ClipArt_Gallery.2" spid="_x0000_s13">
                    <p:embed/>
                  </p:oleObj>
                </mc:Choice>
                <mc:Fallback>
                  <p:oleObj r:id="rId30" imgH="334" imgW="344" progId="MS_ClipArt_Gallery.2">
                    <p:embed/>
                    <p:pic>
                      <p:nvPicPr>
                        <p:cNvPr id="6038" name="Google Shape;6038;p71"/>
                        <p:cNvPicPr preferRelativeResize="0"/>
                        <p:nvPr/>
                      </p:nvPicPr>
                      <p:blipFill rotWithShape="1">
                        <a:blip r:embed="rId6">
                          <a:alphaModFix/>
                        </a:blip>
                        <a:srcRect b="0" l="0" r="0" t="0"/>
                        <a:stretch/>
                      </p:blipFill>
                      <p:spPr>
                        <a:xfrm>
                          <a:off x="2951" y="3126"/>
                          <a:ext cx="344" cy="334"/>
                        </a:xfrm>
                        <a:prstGeom prst="rect">
                          <a:avLst/>
                        </a:prstGeom>
                        <a:noFill/>
                        <a:ln>
                          <a:noFill/>
                        </a:ln>
                      </p:spPr>
                    </p:pic>
                  </p:oleObj>
                </mc:Fallback>
              </mc:AlternateContent>
            </a:graphicData>
          </a:graphic>
        </p:graphicFrame>
        <p:pic>
          <p:nvPicPr>
            <p:cNvPr id="6039" name="Google Shape;6039;p71"/>
            <p:cNvPicPr preferRelativeResize="0"/>
            <p:nvPr/>
          </p:nvPicPr>
          <p:blipFill rotWithShape="1">
            <a:blip r:embed="rId31">
              <a:alphaModFix/>
            </a:blip>
            <a:srcRect b="0" l="0" r="0" t="0"/>
            <a:stretch/>
          </p:blipFill>
          <p:spPr>
            <a:xfrm>
              <a:off x="3940" y="1668"/>
              <a:ext cx="297" cy="279"/>
            </a:xfrm>
            <a:prstGeom prst="rect">
              <a:avLst/>
            </a:prstGeom>
            <a:noFill/>
            <a:ln>
              <a:noFill/>
            </a:ln>
          </p:spPr>
        </p:pic>
        <p:pic>
          <p:nvPicPr>
            <p:cNvPr id="6040" name="Google Shape;6040;p71"/>
            <p:cNvPicPr preferRelativeResize="0"/>
            <p:nvPr/>
          </p:nvPicPr>
          <p:blipFill rotWithShape="1">
            <a:blip r:embed="rId31">
              <a:alphaModFix/>
            </a:blip>
            <a:srcRect b="0" l="0" r="0" t="0"/>
            <a:stretch/>
          </p:blipFill>
          <p:spPr>
            <a:xfrm>
              <a:off x="3294" y="1668"/>
              <a:ext cx="297" cy="279"/>
            </a:xfrm>
            <a:prstGeom prst="rect">
              <a:avLst/>
            </a:prstGeom>
            <a:noFill/>
            <a:ln>
              <a:noFill/>
            </a:ln>
          </p:spPr>
        </p:pic>
        <p:pic>
          <p:nvPicPr>
            <p:cNvPr id="6041" name="Google Shape;6041;p71"/>
            <p:cNvPicPr preferRelativeResize="0"/>
            <p:nvPr/>
          </p:nvPicPr>
          <p:blipFill rotWithShape="1">
            <a:blip r:embed="rId31">
              <a:alphaModFix/>
            </a:blip>
            <a:srcRect b="0" l="0" r="0" t="0"/>
            <a:stretch/>
          </p:blipFill>
          <p:spPr>
            <a:xfrm>
              <a:off x="2893" y="2122"/>
              <a:ext cx="297" cy="279"/>
            </a:xfrm>
            <a:prstGeom prst="rect">
              <a:avLst/>
            </a:prstGeom>
            <a:noFill/>
            <a:ln>
              <a:noFill/>
            </a:ln>
          </p:spPr>
        </p:pic>
        <p:pic>
          <p:nvPicPr>
            <p:cNvPr id="6042" name="Google Shape;6042;p71"/>
            <p:cNvPicPr preferRelativeResize="0"/>
            <p:nvPr/>
          </p:nvPicPr>
          <p:blipFill rotWithShape="1">
            <a:blip r:embed="rId31">
              <a:alphaModFix/>
            </a:blip>
            <a:srcRect b="0" l="0" r="0" t="0"/>
            <a:stretch/>
          </p:blipFill>
          <p:spPr>
            <a:xfrm>
              <a:off x="3243" y="2549"/>
              <a:ext cx="297" cy="279"/>
            </a:xfrm>
            <a:prstGeom prst="rect">
              <a:avLst/>
            </a:prstGeom>
            <a:noFill/>
            <a:ln>
              <a:noFill/>
            </a:ln>
          </p:spPr>
        </p:pic>
        <p:pic>
          <p:nvPicPr>
            <p:cNvPr id="6043" name="Google Shape;6043;p71"/>
            <p:cNvPicPr preferRelativeResize="0"/>
            <p:nvPr/>
          </p:nvPicPr>
          <p:blipFill rotWithShape="1">
            <a:blip r:embed="rId31">
              <a:alphaModFix/>
            </a:blip>
            <a:srcRect b="0" l="0" r="0" t="0"/>
            <a:stretch/>
          </p:blipFill>
          <p:spPr>
            <a:xfrm>
              <a:off x="3593" y="2976"/>
              <a:ext cx="297" cy="279"/>
            </a:xfrm>
            <a:prstGeom prst="rect">
              <a:avLst/>
            </a:prstGeom>
            <a:noFill/>
            <a:ln>
              <a:noFill/>
            </a:ln>
          </p:spPr>
        </p:pic>
        <p:pic>
          <p:nvPicPr>
            <p:cNvPr id="6044" name="Google Shape;6044;p71"/>
            <p:cNvPicPr preferRelativeResize="0"/>
            <p:nvPr/>
          </p:nvPicPr>
          <p:blipFill rotWithShape="1">
            <a:blip r:embed="rId31">
              <a:alphaModFix/>
            </a:blip>
            <a:srcRect b="0" l="0" r="0" t="0"/>
            <a:stretch/>
          </p:blipFill>
          <p:spPr>
            <a:xfrm>
              <a:off x="3760" y="3438"/>
              <a:ext cx="297" cy="279"/>
            </a:xfrm>
            <a:prstGeom prst="rect">
              <a:avLst/>
            </a:prstGeom>
            <a:noFill/>
            <a:ln>
              <a:noFill/>
            </a:ln>
          </p:spPr>
        </p:pic>
        <p:pic>
          <p:nvPicPr>
            <p:cNvPr id="6045" name="Google Shape;6045;p71"/>
            <p:cNvPicPr preferRelativeResize="0"/>
            <p:nvPr/>
          </p:nvPicPr>
          <p:blipFill rotWithShape="1">
            <a:blip r:embed="rId31">
              <a:alphaModFix/>
            </a:blip>
            <a:srcRect b="0" l="0" r="0" t="0"/>
            <a:stretch/>
          </p:blipFill>
          <p:spPr>
            <a:xfrm>
              <a:off x="4817" y="3054"/>
              <a:ext cx="297" cy="279"/>
            </a:xfrm>
            <a:prstGeom prst="rect">
              <a:avLst/>
            </a:prstGeom>
            <a:noFill/>
            <a:ln>
              <a:noFill/>
            </a:ln>
          </p:spPr>
        </p:pic>
        <p:pic>
          <p:nvPicPr>
            <p:cNvPr id="6046" name="Google Shape;6046;p71"/>
            <p:cNvPicPr preferRelativeResize="0"/>
            <p:nvPr/>
          </p:nvPicPr>
          <p:blipFill rotWithShape="1">
            <a:blip r:embed="rId31">
              <a:alphaModFix/>
            </a:blip>
            <a:srcRect b="0" l="0" r="0" t="0"/>
            <a:stretch/>
          </p:blipFill>
          <p:spPr>
            <a:xfrm>
              <a:off x="4731" y="2085"/>
              <a:ext cx="297" cy="279"/>
            </a:xfrm>
            <a:prstGeom prst="rect">
              <a:avLst/>
            </a:prstGeom>
            <a:noFill/>
            <a:ln>
              <a:noFill/>
            </a:ln>
          </p:spPr>
        </p:pic>
        <p:pic>
          <p:nvPicPr>
            <p:cNvPr id="6047" name="Google Shape;6047;p71"/>
            <p:cNvPicPr preferRelativeResize="0"/>
            <p:nvPr/>
          </p:nvPicPr>
          <p:blipFill rotWithShape="1">
            <a:blip r:embed="rId31">
              <a:alphaModFix/>
            </a:blip>
            <a:srcRect b="0" l="0" r="0" t="0"/>
            <a:stretch/>
          </p:blipFill>
          <p:spPr>
            <a:xfrm>
              <a:off x="2987" y="3141"/>
              <a:ext cx="297" cy="279"/>
            </a:xfrm>
            <a:prstGeom prst="rect">
              <a:avLst/>
            </a:prstGeom>
            <a:noFill/>
            <a:ln>
              <a:noFill/>
            </a:ln>
          </p:spPr>
        </p:pic>
        <p:pic>
          <p:nvPicPr>
            <p:cNvPr id="6048" name="Google Shape;6048;p71"/>
            <p:cNvPicPr preferRelativeResize="0"/>
            <p:nvPr/>
          </p:nvPicPr>
          <p:blipFill rotWithShape="1">
            <a:blip r:embed="rId31">
              <a:alphaModFix/>
            </a:blip>
            <a:srcRect b="0" l="0" r="0" t="0"/>
            <a:stretch/>
          </p:blipFill>
          <p:spPr>
            <a:xfrm>
              <a:off x="4525" y="1570"/>
              <a:ext cx="297" cy="279"/>
            </a:xfrm>
            <a:prstGeom prst="rect">
              <a:avLst/>
            </a:prstGeom>
            <a:noFill/>
            <a:ln>
              <a:noFill/>
            </a:ln>
          </p:spPr>
        </p:pic>
        <p:cxnSp>
          <p:nvCxnSpPr>
            <p:cNvPr id="6049" name="Google Shape;6049;p71"/>
            <p:cNvCxnSpPr/>
            <p:nvPr/>
          </p:nvCxnSpPr>
          <p:spPr>
            <a:xfrm flipH="1" rot="10800000">
              <a:off x="3570" y="2487"/>
              <a:ext cx="436" cy="166"/>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0" name="Google Shape;6050;p71"/>
            <p:cNvCxnSpPr/>
            <p:nvPr/>
          </p:nvCxnSpPr>
          <p:spPr>
            <a:xfrm flipH="1" rot="10800000">
              <a:off x="3823" y="2696"/>
              <a:ext cx="226" cy="324"/>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1" name="Google Shape;6051;p71"/>
            <p:cNvCxnSpPr/>
            <p:nvPr/>
          </p:nvCxnSpPr>
          <p:spPr>
            <a:xfrm rot="10800000">
              <a:off x="4267" y="2643"/>
              <a:ext cx="595" cy="456"/>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2" name="Google Shape;6052;p71"/>
            <p:cNvCxnSpPr/>
            <p:nvPr/>
          </p:nvCxnSpPr>
          <p:spPr>
            <a:xfrm>
              <a:off x="4145" y="1781"/>
              <a:ext cx="16" cy="460"/>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3" name="Google Shape;6053;p71"/>
            <p:cNvCxnSpPr/>
            <p:nvPr/>
          </p:nvCxnSpPr>
          <p:spPr>
            <a:xfrm flipH="1">
              <a:off x="4239" y="2237"/>
              <a:ext cx="473" cy="181"/>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4" name="Google Shape;6054;p71"/>
            <p:cNvCxnSpPr/>
            <p:nvPr/>
          </p:nvCxnSpPr>
          <p:spPr>
            <a:xfrm>
              <a:off x="3148" y="2309"/>
              <a:ext cx="879" cy="111"/>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5" name="Google Shape;6055;p71"/>
            <p:cNvCxnSpPr/>
            <p:nvPr/>
          </p:nvCxnSpPr>
          <p:spPr>
            <a:xfrm flipH="1" rot="10800000">
              <a:off x="3209" y="2588"/>
              <a:ext cx="800" cy="649"/>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6" name="Google Shape;6056;p71"/>
            <p:cNvCxnSpPr/>
            <p:nvPr/>
          </p:nvCxnSpPr>
          <p:spPr>
            <a:xfrm flipH="1">
              <a:off x="4262" y="1849"/>
              <a:ext cx="352" cy="398"/>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7" name="Google Shape;6057;p71"/>
            <p:cNvCxnSpPr/>
            <p:nvPr/>
          </p:nvCxnSpPr>
          <p:spPr>
            <a:xfrm flipH="1" rot="10800000">
              <a:off x="3904" y="2808"/>
              <a:ext cx="198" cy="658"/>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8" name="Google Shape;6058;p71"/>
            <p:cNvCxnSpPr/>
            <p:nvPr/>
          </p:nvCxnSpPr>
          <p:spPr>
            <a:xfrm>
              <a:off x="3572" y="1964"/>
              <a:ext cx="416" cy="258"/>
            </a:xfrm>
            <a:prstGeom prst="straightConnector1">
              <a:avLst/>
            </a:prstGeom>
            <a:noFill/>
            <a:ln cap="flat" cmpd="sng" w="57150">
              <a:solidFill>
                <a:srgbClr val="FF3300"/>
              </a:solidFill>
              <a:prstDash val="solid"/>
              <a:miter lim="800000"/>
              <a:headEnd len="med" w="med" type="none"/>
              <a:tailEnd len="med" w="med" type="triangle"/>
            </a:ln>
          </p:spPr>
        </p:cxnSp>
        <p:cxnSp>
          <p:nvCxnSpPr>
            <p:cNvPr id="6059" name="Google Shape;6059;p71"/>
            <p:cNvCxnSpPr/>
            <p:nvPr/>
          </p:nvCxnSpPr>
          <p:spPr>
            <a:xfrm rot="10800000">
              <a:off x="4319" y="2514"/>
              <a:ext cx="419" cy="113"/>
            </a:xfrm>
            <a:prstGeom prst="straightConnector1">
              <a:avLst/>
            </a:prstGeom>
            <a:noFill/>
            <a:ln cap="flat" cmpd="sng" w="57150">
              <a:solidFill>
                <a:schemeClr val="dk1"/>
              </a:solidFill>
              <a:prstDash val="solid"/>
              <a:miter lim="800000"/>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63" name="Shape 6063"/>
        <p:cNvGrpSpPr/>
        <p:nvPr/>
      </p:nvGrpSpPr>
      <p:grpSpPr>
        <a:xfrm>
          <a:off x="0" y="0"/>
          <a:ext cx="0" cy="0"/>
          <a:chOff x="0" y="0"/>
          <a:chExt cx="0" cy="0"/>
        </a:xfrm>
      </p:grpSpPr>
      <p:sp>
        <p:nvSpPr>
          <p:cNvPr id="6064" name="Google Shape;6064;p7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065" name="Google Shape;6065;p7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066" name="Google Shape;6066;p7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The bad guys can sniff packets</a:t>
            </a:r>
            <a:endParaRPr/>
          </a:p>
        </p:txBody>
      </p:sp>
      <p:sp>
        <p:nvSpPr>
          <p:cNvPr id="6067" name="Google Shape;6067;p72"/>
          <p:cNvSpPr txBox="1"/>
          <p:nvPr>
            <p:ph idx="1" type="body"/>
          </p:nvPr>
        </p:nvSpPr>
        <p:spPr>
          <a:xfrm>
            <a:off x="493712" y="1355725"/>
            <a:ext cx="8077200" cy="14843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80"/>
              <a:buNone/>
            </a:pPr>
            <a:r>
              <a:rPr b="0" i="1" lang="en-US" sz="2800" u="none">
                <a:solidFill>
                  <a:srgbClr val="FF3300"/>
                </a:solidFill>
                <a:latin typeface="Comic Sans MS"/>
                <a:ea typeface="Comic Sans MS"/>
                <a:cs typeface="Comic Sans MS"/>
                <a:sym typeface="Comic Sans MS"/>
              </a:rPr>
              <a:t>Packet sniffing: </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broadcast media (shared Ethernet, wireless)</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promiscuous network interface reads/records all packets (e.g., including passwords!) passing by</a:t>
            </a:r>
            <a:endParaRPr/>
          </a:p>
        </p:txBody>
      </p:sp>
      <p:graphicFrame>
        <p:nvGraphicFramePr>
          <p:cNvPr id="6068" name="Google Shape;6068;p72"/>
          <p:cNvGraphicFramePr/>
          <p:nvPr/>
        </p:nvGraphicFramePr>
        <p:xfrm>
          <a:off x="6294437" y="4791075"/>
          <a:ext cx="668337" cy="530225"/>
        </p:xfrm>
        <a:graphic>
          <a:graphicData uri="http://schemas.openxmlformats.org/presentationml/2006/ole">
            <mc:AlternateContent>
              <mc:Choice Requires="v">
                <p:oleObj r:id="rId4" imgH="530225" imgW="668337" progId="MS_ClipArt_Gallery.2" spid="_x0000_s1">
                  <p:embed/>
                </p:oleObj>
              </mc:Choice>
              <mc:Fallback>
                <p:oleObj r:id="rId5" imgH="530225" imgW="668337" progId="MS_ClipArt_Gallery.2">
                  <p:embed/>
                  <p:pic>
                    <p:nvPicPr>
                      <p:cNvPr id="6068" name="Google Shape;6068;p72"/>
                      <p:cNvPicPr preferRelativeResize="0"/>
                      <p:nvPr/>
                    </p:nvPicPr>
                    <p:blipFill rotWithShape="1">
                      <a:blip r:embed="rId6">
                        <a:alphaModFix/>
                      </a:blip>
                      <a:srcRect b="0" l="0" r="0" t="0"/>
                      <a:stretch/>
                    </p:blipFill>
                    <p:spPr>
                      <a:xfrm>
                        <a:off x="6294437" y="4791075"/>
                        <a:ext cx="668337" cy="530225"/>
                      </a:xfrm>
                      <a:prstGeom prst="rect">
                        <a:avLst/>
                      </a:prstGeom>
                      <a:noFill/>
                      <a:ln>
                        <a:noFill/>
                      </a:ln>
                    </p:spPr>
                  </p:pic>
                </p:oleObj>
              </mc:Fallback>
            </mc:AlternateContent>
          </a:graphicData>
        </a:graphic>
      </p:graphicFrame>
      <p:grpSp>
        <p:nvGrpSpPr>
          <p:cNvPr id="6069" name="Google Shape;6069;p72"/>
          <p:cNvGrpSpPr/>
          <p:nvPr/>
        </p:nvGrpSpPr>
        <p:grpSpPr>
          <a:xfrm>
            <a:off x="1905000" y="3360737"/>
            <a:ext cx="384175" cy="723900"/>
            <a:chOff x="4180" y="783"/>
            <a:chExt cx="150" cy="307"/>
          </a:xfrm>
        </p:grpSpPr>
        <p:sp>
          <p:nvSpPr>
            <p:cNvPr id="6070" name="Google Shape;6070;p72"/>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71" name="Google Shape;6071;p72"/>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72" name="Google Shape;6072;p72"/>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73" name="Google Shape;6073;p72"/>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074" name="Google Shape;6074;p72"/>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6075" name="Google Shape;6075;p72"/>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6076" name="Google Shape;6076;p72"/>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77" name="Google Shape;6077;p72"/>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078" name="Google Shape;6078;p72"/>
          <p:cNvGrpSpPr/>
          <p:nvPr/>
        </p:nvGrpSpPr>
        <p:grpSpPr>
          <a:xfrm>
            <a:off x="2859087" y="4851400"/>
            <a:ext cx="642937" cy="328612"/>
            <a:chOff x="3600" y="219"/>
            <a:chExt cx="360" cy="175"/>
          </a:xfrm>
        </p:grpSpPr>
        <p:sp>
          <p:nvSpPr>
            <p:cNvPr id="6079" name="Google Shape;6079;p72"/>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080" name="Google Shape;6080;p72"/>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6081" name="Google Shape;6081;p72"/>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6082" name="Google Shape;6082;p72"/>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83" name="Google Shape;6083;p72"/>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084" name="Google Shape;6084;p72"/>
            <p:cNvGrpSpPr/>
            <p:nvPr/>
          </p:nvGrpSpPr>
          <p:grpSpPr>
            <a:xfrm>
              <a:off x="3686" y="244"/>
              <a:ext cx="177" cy="66"/>
              <a:chOff x="2848" y="848"/>
              <a:chExt cx="140" cy="98"/>
            </a:xfrm>
          </p:grpSpPr>
          <p:cxnSp>
            <p:nvCxnSpPr>
              <p:cNvPr id="6085" name="Google Shape;6085;p7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086" name="Google Shape;6086;p7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087" name="Google Shape;6087;p7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6088" name="Google Shape;6088;p72"/>
            <p:cNvGrpSpPr/>
            <p:nvPr/>
          </p:nvGrpSpPr>
          <p:grpSpPr>
            <a:xfrm flipH="1" rot="10800000">
              <a:off x="3686" y="243"/>
              <a:ext cx="177" cy="66"/>
              <a:chOff x="2848" y="848"/>
              <a:chExt cx="140" cy="98"/>
            </a:xfrm>
          </p:grpSpPr>
          <p:cxnSp>
            <p:nvCxnSpPr>
              <p:cNvPr id="6089" name="Google Shape;6089;p72"/>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090" name="Google Shape;6090;p72"/>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091" name="Google Shape;6091;p72"/>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6092" name="Google Shape;6092;p72"/>
          <p:cNvGraphicFramePr/>
          <p:nvPr/>
        </p:nvGraphicFramePr>
        <p:xfrm>
          <a:off x="4437062" y="3422650"/>
          <a:ext cx="668337" cy="530225"/>
        </p:xfrm>
        <a:graphic>
          <a:graphicData uri="http://schemas.openxmlformats.org/presentationml/2006/ole">
            <mc:AlternateContent>
              <mc:Choice Requires="v">
                <p:oleObj r:id="rId7" imgH="530225" imgW="668337" progId="MS_ClipArt_Gallery.2" spid="_x0000_s2">
                  <p:embed/>
                </p:oleObj>
              </mc:Choice>
              <mc:Fallback>
                <p:oleObj r:id="rId8" imgH="530225" imgW="668337" progId="MS_ClipArt_Gallery.2">
                  <p:embed/>
                  <p:pic>
                    <p:nvPicPr>
                      <p:cNvPr id="6092" name="Google Shape;6092;p72"/>
                      <p:cNvPicPr preferRelativeResize="0"/>
                      <p:nvPr/>
                    </p:nvPicPr>
                    <p:blipFill rotWithShape="1">
                      <a:blip r:embed="rId6">
                        <a:alphaModFix/>
                      </a:blip>
                      <a:srcRect b="0" l="0" r="0" t="0"/>
                      <a:stretch/>
                    </p:blipFill>
                    <p:spPr>
                      <a:xfrm>
                        <a:off x="4437062" y="3422650"/>
                        <a:ext cx="668337" cy="530225"/>
                      </a:xfrm>
                      <a:prstGeom prst="rect">
                        <a:avLst/>
                      </a:prstGeom>
                      <a:noFill/>
                      <a:ln>
                        <a:noFill/>
                      </a:ln>
                    </p:spPr>
                  </p:pic>
                </p:oleObj>
              </mc:Fallback>
            </mc:AlternateContent>
          </a:graphicData>
        </a:graphic>
      </p:graphicFrame>
      <p:sp>
        <p:nvSpPr>
          <p:cNvPr id="6093" name="Google Shape;6093;p72"/>
          <p:cNvSpPr/>
          <p:nvPr/>
        </p:nvSpPr>
        <p:spPr>
          <a:xfrm>
            <a:off x="2005012" y="4086225"/>
            <a:ext cx="4587875" cy="728662"/>
          </a:xfrm>
          <a:custGeom>
            <a:rect b="b" l="l" r="r" t="t"/>
            <a:pathLst>
              <a:path extrusionOk="0" h="459" w="2620">
                <a:moveTo>
                  <a:pt x="2" y="0"/>
                </a:moveTo>
                <a:lnTo>
                  <a:pt x="0" y="253"/>
                </a:lnTo>
                <a:lnTo>
                  <a:pt x="2620" y="253"/>
                </a:lnTo>
                <a:lnTo>
                  <a:pt x="2620" y="459"/>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94" name="Google Shape;6094;p72"/>
          <p:cNvSpPr/>
          <p:nvPr/>
        </p:nvSpPr>
        <p:spPr>
          <a:xfrm>
            <a:off x="4837112" y="3956050"/>
            <a:ext cx="4762" cy="522287"/>
          </a:xfrm>
          <a:custGeom>
            <a:rect b="b" l="l" r="r" t="t"/>
            <a:pathLst>
              <a:path extrusionOk="0" h="329" w="3">
                <a:moveTo>
                  <a:pt x="0" y="329"/>
                </a:moveTo>
                <a:lnTo>
                  <a:pt x="3" y="0"/>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095" name="Google Shape;6095;p72"/>
          <p:cNvCxnSpPr/>
          <p:nvPr/>
        </p:nvCxnSpPr>
        <p:spPr>
          <a:xfrm rot="10800000">
            <a:off x="3179762" y="4478337"/>
            <a:ext cx="0" cy="374650"/>
          </a:xfrm>
          <a:prstGeom prst="straightConnector1">
            <a:avLst/>
          </a:prstGeom>
          <a:noFill/>
          <a:ln cap="flat" cmpd="sng" w="19050">
            <a:solidFill>
              <a:schemeClr val="dk1"/>
            </a:solidFill>
            <a:prstDash val="solid"/>
            <a:miter lim="800000"/>
            <a:headEnd len="med" w="med" type="none"/>
            <a:tailEnd len="med" w="med" type="none"/>
          </a:ln>
        </p:spPr>
      </p:cxnSp>
      <p:cxnSp>
        <p:nvCxnSpPr>
          <p:cNvPr id="6096" name="Google Shape;6096;p72"/>
          <p:cNvCxnSpPr/>
          <p:nvPr/>
        </p:nvCxnSpPr>
        <p:spPr>
          <a:xfrm rot="10800000">
            <a:off x="3198812" y="5189537"/>
            <a:ext cx="0" cy="241300"/>
          </a:xfrm>
          <a:prstGeom prst="straightConnector1">
            <a:avLst/>
          </a:prstGeom>
          <a:noFill/>
          <a:ln cap="flat" cmpd="sng" w="19050">
            <a:solidFill>
              <a:schemeClr val="dk1"/>
            </a:solidFill>
            <a:prstDash val="solid"/>
            <a:miter lim="800000"/>
            <a:headEnd len="med" w="med" type="none"/>
            <a:tailEnd len="med" w="med" type="none"/>
          </a:ln>
        </p:spPr>
      </p:cxnSp>
      <p:sp>
        <p:nvSpPr>
          <p:cNvPr id="6097" name="Google Shape;6097;p72"/>
          <p:cNvSpPr txBox="1"/>
          <p:nvPr/>
        </p:nvSpPr>
        <p:spPr>
          <a:xfrm>
            <a:off x="1452562" y="3375025"/>
            <a:ext cx="406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a:t>
            </a:r>
            <a:endParaRPr/>
          </a:p>
        </p:txBody>
      </p:sp>
      <p:sp>
        <p:nvSpPr>
          <p:cNvPr id="6098" name="Google Shape;6098;p72"/>
          <p:cNvSpPr txBox="1"/>
          <p:nvPr/>
        </p:nvSpPr>
        <p:spPr>
          <a:xfrm>
            <a:off x="6937375" y="4838700"/>
            <a:ext cx="3762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a:t>
            </a:r>
            <a:endParaRPr/>
          </a:p>
        </p:txBody>
      </p:sp>
      <p:sp>
        <p:nvSpPr>
          <p:cNvPr id="6099" name="Google Shape;6099;p72"/>
          <p:cNvSpPr txBox="1"/>
          <p:nvPr/>
        </p:nvSpPr>
        <p:spPr>
          <a:xfrm>
            <a:off x="5046662" y="3352800"/>
            <a:ext cx="3683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C</a:t>
            </a:r>
            <a:endParaRPr/>
          </a:p>
        </p:txBody>
      </p:sp>
      <p:grpSp>
        <p:nvGrpSpPr>
          <p:cNvPr id="6100" name="Google Shape;6100;p72"/>
          <p:cNvGrpSpPr/>
          <p:nvPr/>
        </p:nvGrpSpPr>
        <p:grpSpPr>
          <a:xfrm>
            <a:off x="3833812" y="4605337"/>
            <a:ext cx="2295525" cy="336550"/>
            <a:chOff x="2418" y="3342"/>
            <a:chExt cx="1446" cy="212"/>
          </a:xfrm>
        </p:grpSpPr>
        <p:sp>
          <p:nvSpPr>
            <p:cNvPr id="6101" name="Google Shape;6101;p72"/>
            <p:cNvSpPr txBox="1"/>
            <p:nvPr/>
          </p:nvSpPr>
          <p:spPr>
            <a:xfrm>
              <a:off x="2463" y="3366"/>
              <a:ext cx="1356" cy="174"/>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02" name="Google Shape;6102;p72"/>
            <p:cNvCxnSpPr/>
            <p:nvPr/>
          </p:nvCxnSpPr>
          <p:spPr>
            <a:xfrm>
              <a:off x="2784" y="3372"/>
              <a:ext cx="0" cy="168"/>
            </a:xfrm>
            <a:prstGeom prst="straightConnector1">
              <a:avLst/>
            </a:prstGeom>
            <a:noFill/>
            <a:ln cap="flat" cmpd="sng" w="12700">
              <a:solidFill>
                <a:schemeClr val="dk1"/>
              </a:solidFill>
              <a:prstDash val="solid"/>
              <a:miter lim="800000"/>
              <a:headEnd len="med" w="med" type="none"/>
              <a:tailEnd len="med" w="med" type="none"/>
            </a:ln>
          </p:spPr>
        </p:cxnSp>
        <p:cxnSp>
          <p:nvCxnSpPr>
            <p:cNvPr id="6103" name="Google Shape;6103;p72"/>
            <p:cNvCxnSpPr/>
            <p:nvPr/>
          </p:nvCxnSpPr>
          <p:spPr>
            <a:xfrm>
              <a:off x="3186" y="3375"/>
              <a:ext cx="0" cy="168"/>
            </a:xfrm>
            <a:prstGeom prst="straightConnector1">
              <a:avLst/>
            </a:prstGeom>
            <a:noFill/>
            <a:ln cap="flat" cmpd="sng" w="12700">
              <a:solidFill>
                <a:schemeClr val="dk1"/>
              </a:solidFill>
              <a:prstDash val="solid"/>
              <a:miter lim="800000"/>
              <a:headEnd len="med" w="med" type="none"/>
              <a:tailEnd len="med" w="med" type="none"/>
            </a:ln>
          </p:spPr>
        </p:cxnSp>
        <p:cxnSp>
          <p:nvCxnSpPr>
            <p:cNvPr id="6104" name="Google Shape;6104;p72"/>
            <p:cNvCxnSpPr/>
            <p:nvPr/>
          </p:nvCxnSpPr>
          <p:spPr>
            <a:xfrm>
              <a:off x="3321" y="3375"/>
              <a:ext cx="0" cy="168"/>
            </a:xfrm>
            <a:prstGeom prst="straightConnector1">
              <a:avLst/>
            </a:prstGeom>
            <a:noFill/>
            <a:ln cap="flat" cmpd="sng" w="12700">
              <a:solidFill>
                <a:schemeClr val="dk1"/>
              </a:solidFill>
              <a:prstDash val="solid"/>
              <a:miter lim="800000"/>
              <a:headEnd len="med" w="med" type="none"/>
              <a:tailEnd len="med" w="med" type="none"/>
            </a:ln>
          </p:spPr>
        </p:cxnSp>
        <p:sp>
          <p:nvSpPr>
            <p:cNvPr id="6105" name="Google Shape;6105;p72"/>
            <p:cNvSpPr txBox="1"/>
            <p:nvPr/>
          </p:nvSpPr>
          <p:spPr>
            <a:xfrm>
              <a:off x="2418" y="3342"/>
              <a:ext cx="144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src:B dest:A     payload</a:t>
              </a:r>
              <a:endParaRPr/>
            </a:p>
          </p:txBody>
        </p:sp>
      </p:grpSp>
      <p:sp>
        <p:nvSpPr>
          <p:cNvPr id="6106" name="Google Shape;6106;p72"/>
          <p:cNvSpPr/>
          <p:nvPr/>
        </p:nvSpPr>
        <p:spPr>
          <a:xfrm>
            <a:off x="3802062" y="4560887"/>
            <a:ext cx="2635250" cy="241300"/>
          </a:xfrm>
          <a:custGeom>
            <a:rect b="b" l="l" r="r" t="t"/>
            <a:pathLst>
              <a:path extrusionOk="0" h="152" w="1660">
                <a:moveTo>
                  <a:pt x="1660" y="152"/>
                </a:moveTo>
                <a:lnTo>
                  <a:pt x="1660" y="0"/>
                </a:lnTo>
                <a:lnTo>
                  <a:pt x="0" y="4"/>
                </a:lnTo>
              </a:path>
            </a:pathLst>
          </a:custGeom>
          <a:noFill/>
          <a:ln cap="flat" cmpd="sng" w="28575">
            <a:solidFill>
              <a:srgbClr val="FF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07" name="Google Shape;6107;p72"/>
          <p:cNvCxnSpPr/>
          <p:nvPr/>
        </p:nvCxnSpPr>
        <p:spPr>
          <a:xfrm rot="10800000">
            <a:off x="4945062" y="3957637"/>
            <a:ext cx="0" cy="603250"/>
          </a:xfrm>
          <a:prstGeom prst="straightConnector1">
            <a:avLst/>
          </a:prstGeom>
          <a:noFill/>
          <a:ln cap="flat" cmpd="sng" w="28575">
            <a:solidFill>
              <a:srgbClr val="FF0000"/>
            </a:solidFill>
            <a:prstDash val="solid"/>
            <a:miter lim="800000"/>
            <a:headEnd len="med" w="med" type="none"/>
            <a:tailEnd len="med" w="med" type="triangle"/>
          </a:ln>
        </p:spPr>
      </p:cxnSp>
      <p:sp>
        <p:nvSpPr>
          <p:cNvPr id="6108" name="Google Shape;6108;p72"/>
          <p:cNvSpPr txBox="1"/>
          <p:nvPr/>
        </p:nvSpPr>
        <p:spPr>
          <a:xfrm>
            <a:off x="573087" y="5360987"/>
            <a:ext cx="7772400" cy="915987"/>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2"/>
              </a:buClr>
              <a:buSzPts val="1800"/>
              <a:buFont typeface="Noto Sans Symbols"/>
              <a:buChar char="❖"/>
            </a:pPr>
            <a:r>
              <a:rPr b="0" i="0" lang="en-US" sz="2400" u="none" cap="none" strike="noStrike">
                <a:solidFill>
                  <a:schemeClr val="dk1"/>
                </a:solidFill>
                <a:latin typeface="Comic Sans MS"/>
                <a:ea typeface="Comic Sans MS"/>
                <a:cs typeface="Comic Sans MS"/>
                <a:sym typeface="Comic Sans MS"/>
              </a:rPr>
              <a:t>Wireshark software used for end-of-chapter labs is a (free) packet-sniffer</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pic>
        <p:nvPicPr>
          <p:cNvPr id="6109" name="Google Shape;6109;p72"/>
          <p:cNvPicPr preferRelativeResize="0"/>
          <p:nvPr/>
        </p:nvPicPr>
        <p:blipFill rotWithShape="1">
          <a:blip r:embed="rId9">
            <a:alphaModFix/>
          </a:blip>
          <a:srcRect b="0" l="0" r="0" t="0"/>
          <a:stretch/>
        </p:blipFill>
        <p:spPr>
          <a:xfrm>
            <a:off x="4537075" y="3419475"/>
            <a:ext cx="471487" cy="44291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13" name="Shape 6113"/>
        <p:cNvGrpSpPr/>
        <p:nvPr/>
      </p:nvGrpSpPr>
      <p:grpSpPr>
        <a:xfrm>
          <a:off x="0" y="0"/>
          <a:ext cx="0" cy="0"/>
          <a:chOff x="0" y="0"/>
          <a:chExt cx="0" cy="0"/>
        </a:xfrm>
      </p:grpSpPr>
      <p:sp>
        <p:nvSpPr>
          <p:cNvPr id="6114" name="Google Shape;6114;p73"/>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115" name="Google Shape;6115;p73"/>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116" name="Google Shape;6116;p7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The bad guys can use false source addresses</a:t>
            </a:r>
            <a:endParaRPr/>
          </a:p>
        </p:txBody>
      </p:sp>
      <p:sp>
        <p:nvSpPr>
          <p:cNvPr id="6117" name="Google Shape;6117;p73"/>
          <p:cNvSpPr txBox="1"/>
          <p:nvPr>
            <p:ph idx="1" type="body"/>
          </p:nvPr>
        </p:nvSpPr>
        <p:spPr>
          <a:xfrm>
            <a:off x="493712" y="1558925"/>
            <a:ext cx="8077200" cy="14843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1" lang="en-US" sz="2800" u="none">
                <a:solidFill>
                  <a:srgbClr val="FF3300"/>
                </a:solidFill>
                <a:latin typeface="Comic Sans MS"/>
                <a:ea typeface="Comic Sans MS"/>
                <a:cs typeface="Comic Sans MS"/>
                <a:sym typeface="Comic Sans MS"/>
              </a:rPr>
              <a:t>IP spoofing: </a:t>
            </a:r>
            <a:r>
              <a:rPr b="0" i="0" lang="en-US" sz="2400" u="none">
                <a:solidFill>
                  <a:schemeClr val="dk1"/>
                </a:solidFill>
                <a:latin typeface="Comic Sans MS"/>
                <a:ea typeface="Comic Sans MS"/>
                <a:cs typeface="Comic Sans MS"/>
                <a:sym typeface="Comic Sans MS"/>
              </a:rPr>
              <a:t>send packet with false source address</a:t>
            </a:r>
            <a:endParaRPr/>
          </a:p>
        </p:txBody>
      </p:sp>
      <p:graphicFrame>
        <p:nvGraphicFramePr>
          <p:cNvPr id="6118" name="Google Shape;6118;p73"/>
          <p:cNvGraphicFramePr/>
          <p:nvPr/>
        </p:nvGraphicFramePr>
        <p:xfrm>
          <a:off x="6411912" y="3695700"/>
          <a:ext cx="668337" cy="530225"/>
        </p:xfrm>
        <a:graphic>
          <a:graphicData uri="http://schemas.openxmlformats.org/presentationml/2006/ole">
            <mc:AlternateContent>
              <mc:Choice Requires="v">
                <p:oleObj r:id="rId4" imgH="530225" imgW="668337" progId="MS_ClipArt_Gallery.2" spid="_x0000_s1">
                  <p:embed/>
                </p:oleObj>
              </mc:Choice>
              <mc:Fallback>
                <p:oleObj r:id="rId5" imgH="530225" imgW="668337" progId="MS_ClipArt_Gallery.2">
                  <p:embed/>
                  <p:pic>
                    <p:nvPicPr>
                      <p:cNvPr id="6118" name="Google Shape;6118;p73"/>
                      <p:cNvPicPr preferRelativeResize="0"/>
                      <p:nvPr/>
                    </p:nvPicPr>
                    <p:blipFill rotWithShape="1">
                      <a:blip r:embed="rId6">
                        <a:alphaModFix/>
                      </a:blip>
                      <a:srcRect b="0" l="0" r="0" t="0"/>
                      <a:stretch/>
                    </p:blipFill>
                    <p:spPr>
                      <a:xfrm>
                        <a:off x="6411912" y="3695700"/>
                        <a:ext cx="668337" cy="530225"/>
                      </a:xfrm>
                      <a:prstGeom prst="rect">
                        <a:avLst/>
                      </a:prstGeom>
                      <a:noFill/>
                      <a:ln>
                        <a:noFill/>
                      </a:ln>
                    </p:spPr>
                  </p:pic>
                </p:oleObj>
              </mc:Fallback>
            </mc:AlternateContent>
          </a:graphicData>
        </a:graphic>
      </p:graphicFrame>
      <p:grpSp>
        <p:nvGrpSpPr>
          <p:cNvPr id="6119" name="Google Shape;6119;p73"/>
          <p:cNvGrpSpPr/>
          <p:nvPr/>
        </p:nvGrpSpPr>
        <p:grpSpPr>
          <a:xfrm>
            <a:off x="2022475" y="2265362"/>
            <a:ext cx="384175" cy="723900"/>
            <a:chOff x="4180" y="783"/>
            <a:chExt cx="150" cy="307"/>
          </a:xfrm>
        </p:grpSpPr>
        <p:sp>
          <p:nvSpPr>
            <p:cNvPr id="6120" name="Google Shape;6120;p73"/>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1" name="Google Shape;6121;p73"/>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2" name="Google Shape;6122;p73"/>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3" name="Google Shape;6123;p73"/>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24" name="Google Shape;6124;p73"/>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6125" name="Google Shape;6125;p73"/>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6126" name="Google Shape;6126;p73"/>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7" name="Google Shape;6127;p73"/>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128" name="Google Shape;6128;p73"/>
          <p:cNvGrpSpPr/>
          <p:nvPr/>
        </p:nvGrpSpPr>
        <p:grpSpPr>
          <a:xfrm>
            <a:off x="2976562" y="3756025"/>
            <a:ext cx="642937" cy="328612"/>
            <a:chOff x="3600" y="219"/>
            <a:chExt cx="360" cy="175"/>
          </a:xfrm>
        </p:grpSpPr>
        <p:sp>
          <p:nvSpPr>
            <p:cNvPr id="6129" name="Google Shape;6129;p73"/>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30" name="Google Shape;6130;p73"/>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6131" name="Google Shape;6131;p73"/>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6132" name="Google Shape;6132;p73"/>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33" name="Google Shape;6133;p73"/>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134" name="Google Shape;6134;p73"/>
            <p:cNvGrpSpPr/>
            <p:nvPr/>
          </p:nvGrpSpPr>
          <p:grpSpPr>
            <a:xfrm>
              <a:off x="3686" y="244"/>
              <a:ext cx="177" cy="66"/>
              <a:chOff x="2848" y="848"/>
              <a:chExt cx="140" cy="98"/>
            </a:xfrm>
          </p:grpSpPr>
          <p:cxnSp>
            <p:nvCxnSpPr>
              <p:cNvPr id="6135" name="Google Shape;6135;p7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136" name="Google Shape;6136;p7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137" name="Google Shape;6137;p7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6138" name="Google Shape;6138;p73"/>
            <p:cNvGrpSpPr/>
            <p:nvPr/>
          </p:nvGrpSpPr>
          <p:grpSpPr>
            <a:xfrm flipH="1" rot="10800000">
              <a:off x="3686" y="243"/>
              <a:ext cx="177" cy="66"/>
              <a:chOff x="2848" y="848"/>
              <a:chExt cx="140" cy="98"/>
            </a:xfrm>
          </p:grpSpPr>
          <p:cxnSp>
            <p:nvCxnSpPr>
              <p:cNvPr id="6139" name="Google Shape;6139;p73"/>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140" name="Google Shape;6140;p73"/>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141" name="Google Shape;6141;p73"/>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6142" name="Google Shape;6142;p73"/>
          <p:cNvGraphicFramePr/>
          <p:nvPr/>
        </p:nvGraphicFramePr>
        <p:xfrm>
          <a:off x="4554537" y="2327275"/>
          <a:ext cx="668337" cy="530225"/>
        </p:xfrm>
        <a:graphic>
          <a:graphicData uri="http://schemas.openxmlformats.org/presentationml/2006/ole">
            <mc:AlternateContent>
              <mc:Choice Requires="v">
                <p:oleObj r:id="rId7" imgH="530225" imgW="668337" progId="MS_ClipArt_Gallery.2" spid="_x0000_s2">
                  <p:embed/>
                </p:oleObj>
              </mc:Choice>
              <mc:Fallback>
                <p:oleObj r:id="rId8" imgH="530225" imgW="668337" progId="MS_ClipArt_Gallery.2">
                  <p:embed/>
                  <p:pic>
                    <p:nvPicPr>
                      <p:cNvPr id="6142" name="Google Shape;6142;p73"/>
                      <p:cNvPicPr preferRelativeResize="0"/>
                      <p:nvPr/>
                    </p:nvPicPr>
                    <p:blipFill rotWithShape="1">
                      <a:blip r:embed="rId6">
                        <a:alphaModFix/>
                      </a:blip>
                      <a:srcRect b="0" l="0" r="0" t="0"/>
                      <a:stretch/>
                    </p:blipFill>
                    <p:spPr>
                      <a:xfrm>
                        <a:off x="4554537" y="2327275"/>
                        <a:ext cx="668337" cy="530225"/>
                      </a:xfrm>
                      <a:prstGeom prst="rect">
                        <a:avLst/>
                      </a:prstGeom>
                      <a:noFill/>
                      <a:ln>
                        <a:noFill/>
                      </a:ln>
                    </p:spPr>
                  </p:pic>
                </p:oleObj>
              </mc:Fallback>
            </mc:AlternateContent>
          </a:graphicData>
        </a:graphic>
      </p:graphicFrame>
      <p:sp>
        <p:nvSpPr>
          <p:cNvPr id="6143" name="Google Shape;6143;p73"/>
          <p:cNvSpPr/>
          <p:nvPr/>
        </p:nvSpPr>
        <p:spPr>
          <a:xfrm>
            <a:off x="2122487" y="2990850"/>
            <a:ext cx="4587875" cy="728662"/>
          </a:xfrm>
          <a:custGeom>
            <a:rect b="b" l="l" r="r" t="t"/>
            <a:pathLst>
              <a:path extrusionOk="0" h="459" w="2620">
                <a:moveTo>
                  <a:pt x="2" y="0"/>
                </a:moveTo>
                <a:lnTo>
                  <a:pt x="0" y="253"/>
                </a:lnTo>
                <a:lnTo>
                  <a:pt x="2620" y="253"/>
                </a:lnTo>
                <a:lnTo>
                  <a:pt x="2620" y="459"/>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44" name="Google Shape;6144;p73"/>
          <p:cNvSpPr/>
          <p:nvPr/>
        </p:nvSpPr>
        <p:spPr>
          <a:xfrm>
            <a:off x="4954587" y="2860675"/>
            <a:ext cx="4762" cy="522287"/>
          </a:xfrm>
          <a:custGeom>
            <a:rect b="b" l="l" r="r" t="t"/>
            <a:pathLst>
              <a:path extrusionOk="0" h="329" w="3">
                <a:moveTo>
                  <a:pt x="0" y="329"/>
                </a:moveTo>
                <a:lnTo>
                  <a:pt x="3" y="0"/>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45" name="Google Shape;6145;p73"/>
          <p:cNvCxnSpPr/>
          <p:nvPr/>
        </p:nvCxnSpPr>
        <p:spPr>
          <a:xfrm rot="10800000">
            <a:off x="3297237" y="3382962"/>
            <a:ext cx="0" cy="374650"/>
          </a:xfrm>
          <a:prstGeom prst="straightConnector1">
            <a:avLst/>
          </a:prstGeom>
          <a:noFill/>
          <a:ln cap="flat" cmpd="sng" w="19050">
            <a:solidFill>
              <a:schemeClr val="dk1"/>
            </a:solidFill>
            <a:prstDash val="solid"/>
            <a:miter lim="800000"/>
            <a:headEnd len="med" w="med" type="none"/>
            <a:tailEnd len="med" w="med" type="none"/>
          </a:ln>
        </p:spPr>
      </p:cxnSp>
      <p:cxnSp>
        <p:nvCxnSpPr>
          <p:cNvPr id="6146" name="Google Shape;6146;p73"/>
          <p:cNvCxnSpPr/>
          <p:nvPr/>
        </p:nvCxnSpPr>
        <p:spPr>
          <a:xfrm rot="10800000">
            <a:off x="3316287" y="4094162"/>
            <a:ext cx="0" cy="241300"/>
          </a:xfrm>
          <a:prstGeom prst="straightConnector1">
            <a:avLst/>
          </a:prstGeom>
          <a:noFill/>
          <a:ln cap="flat" cmpd="sng" w="19050">
            <a:solidFill>
              <a:schemeClr val="dk1"/>
            </a:solidFill>
            <a:prstDash val="solid"/>
            <a:miter lim="800000"/>
            <a:headEnd len="med" w="med" type="none"/>
            <a:tailEnd len="med" w="med" type="none"/>
          </a:ln>
        </p:spPr>
      </p:cxnSp>
      <p:sp>
        <p:nvSpPr>
          <p:cNvPr id="6147" name="Google Shape;6147;p73"/>
          <p:cNvSpPr txBox="1"/>
          <p:nvPr/>
        </p:nvSpPr>
        <p:spPr>
          <a:xfrm>
            <a:off x="1570037" y="2279650"/>
            <a:ext cx="406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a:t>
            </a:r>
            <a:endParaRPr/>
          </a:p>
        </p:txBody>
      </p:sp>
      <p:sp>
        <p:nvSpPr>
          <p:cNvPr id="6148" name="Google Shape;6148;p73"/>
          <p:cNvSpPr txBox="1"/>
          <p:nvPr/>
        </p:nvSpPr>
        <p:spPr>
          <a:xfrm>
            <a:off x="7054850" y="3743325"/>
            <a:ext cx="3762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a:t>
            </a:r>
            <a:endParaRPr/>
          </a:p>
        </p:txBody>
      </p:sp>
      <p:sp>
        <p:nvSpPr>
          <p:cNvPr id="6149" name="Google Shape;6149;p73"/>
          <p:cNvSpPr txBox="1"/>
          <p:nvPr/>
        </p:nvSpPr>
        <p:spPr>
          <a:xfrm>
            <a:off x="5164137" y="2257425"/>
            <a:ext cx="3683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C</a:t>
            </a:r>
            <a:endParaRPr/>
          </a:p>
        </p:txBody>
      </p:sp>
      <p:sp>
        <p:nvSpPr>
          <p:cNvPr id="6150" name="Google Shape;6150;p73"/>
          <p:cNvSpPr/>
          <p:nvPr/>
        </p:nvSpPr>
        <p:spPr>
          <a:xfrm>
            <a:off x="2132012" y="2838450"/>
            <a:ext cx="2967037" cy="704850"/>
          </a:xfrm>
          <a:custGeom>
            <a:rect b="b" l="l" r="r" t="t"/>
            <a:pathLst>
              <a:path extrusionOk="0" h="444" w="1869">
                <a:moveTo>
                  <a:pt x="1869" y="0"/>
                </a:moveTo>
                <a:lnTo>
                  <a:pt x="1869" y="444"/>
                </a:lnTo>
                <a:lnTo>
                  <a:pt x="0" y="444"/>
                </a:lnTo>
              </a:path>
            </a:pathLst>
          </a:custGeom>
          <a:noFill/>
          <a:ln cap="flat" cmpd="sng" w="28575">
            <a:solidFill>
              <a:srgbClr val="FF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151" name="Google Shape;6151;p73"/>
          <p:cNvGrpSpPr/>
          <p:nvPr/>
        </p:nvGrpSpPr>
        <p:grpSpPr>
          <a:xfrm>
            <a:off x="2598737" y="3321050"/>
            <a:ext cx="2295525" cy="336550"/>
            <a:chOff x="2418" y="3342"/>
            <a:chExt cx="1446" cy="212"/>
          </a:xfrm>
        </p:grpSpPr>
        <p:sp>
          <p:nvSpPr>
            <p:cNvPr id="6152" name="Google Shape;6152;p73"/>
            <p:cNvSpPr txBox="1"/>
            <p:nvPr/>
          </p:nvSpPr>
          <p:spPr>
            <a:xfrm>
              <a:off x="2463" y="3366"/>
              <a:ext cx="1356" cy="174"/>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53" name="Google Shape;6153;p73"/>
            <p:cNvCxnSpPr/>
            <p:nvPr/>
          </p:nvCxnSpPr>
          <p:spPr>
            <a:xfrm>
              <a:off x="2784" y="3372"/>
              <a:ext cx="0" cy="168"/>
            </a:xfrm>
            <a:prstGeom prst="straightConnector1">
              <a:avLst/>
            </a:prstGeom>
            <a:noFill/>
            <a:ln cap="flat" cmpd="sng" w="12700">
              <a:solidFill>
                <a:schemeClr val="dk1"/>
              </a:solidFill>
              <a:prstDash val="solid"/>
              <a:miter lim="800000"/>
              <a:headEnd len="med" w="med" type="none"/>
              <a:tailEnd len="med" w="med" type="none"/>
            </a:ln>
          </p:spPr>
        </p:cxnSp>
        <p:cxnSp>
          <p:nvCxnSpPr>
            <p:cNvPr id="6154" name="Google Shape;6154;p73"/>
            <p:cNvCxnSpPr/>
            <p:nvPr/>
          </p:nvCxnSpPr>
          <p:spPr>
            <a:xfrm>
              <a:off x="3186" y="3375"/>
              <a:ext cx="0" cy="168"/>
            </a:xfrm>
            <a:prstGeom prst="straightConnector1">
              <a:avLst/>
            </a:prstGeom>
            <a:noFill/>
            <a:ln cap="flat" cmpd="sng" w="12700">
              <a:solidFill>
                <a:schemeClr val="dk1"/>
              </a:solidFill>
              <a:prstDash val="solid"/>
              <a:miter lim="800000"/>
              <a:headEnd len="med" w="med" type="none"/>
              <a:tailEnd len="med" w="med" type="none"/>
            </a:ln>
          </p:spPr>
        </p:cxnSp>
        <p:cxnSp>
          <p:nvCxnSpPr>
            <p:cNvPr id="6155" name="Google Shape;6155;p73"/>
            <p:cNvCxnSpPr/>
            <p:nvPr/>
          </p:nvCxnSpPr>
          <p:spPr>
            <a:xfrm>
              <a:off x="3321" y="3375"/>
              <a:ext cx="0" cy="168"/>
            </a:xfrm>
            <a:prstGeom prst="straightConnector1">
              <a:avLst/>
            </a:prstGeom>
            <a:noFill/>
            <a:ln cap="flat" cmpd="sng" w="12700">
              <a:solidFill>
                <a:schemeClr val="dk1"/>
              </a:solidFill>
              <a:prstDash val="solid"/>
              <a:miter lim="800000"/>
              <a:headEnd len="med" w="med" type="none"/>
              <a:tailEnd len="med" w="med" type="none"/>
            </a:ln>
          </p:spPr>
        </p:cxnSp>
        <p:sp>
          <p:nvSpPr>
            <p:cNvPr id="6156" name="Google Shape;6156;p73"/>
            <p:cNvSpPr txBox="1"/>
            <p:nvPr/>
          </p:nvSpPr>
          <p:spPr>
            <a:xfrm>
              <a:off x="2418" y="3342"/>
              <a:ext cx="144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Arial"/>
                <a:buNone/>
              </a:pPr>
              <a:r>
                <a:rPr b="0" i="0" lang="en-US" sz="1600" u="none">
                  <a:solidFill>
                    <a:srgbClr val="FF0000"/>
                  </a:solidFill>
                  <a:latin typeface="Arial"/>
                  <a:ea typeface="Arial"/>
                  <a:cs typeface="Arial"/>
                  <a:sym typeface="Arial"/>
                </a:rPr>
                <a:t>src:B</a:t>
              </a:r>
              <a:r>
                <a:rPr b="0" i="0" lang="en-US" sz="1600" u="none">
                  <a:solidFill>
                    <a:schemeClr val="dk1"/>
                  </a:solidFill>
                  <a:latin typeface="Arial"/>
                  <a:ea typeface="Arial"/>
                  <a:cs typeface="Arial"/>
                  <a:sym typeface="Arial"/>
                </a:rPr>
                <a:t> dest:A     payload</a:t>
              </a:r>
              <a:endParaRPr/>
            </a:p>
          </p:txBody>
        </p:sp>
      </p:grpSp>
      <p:pic>
        <p:nvPicPr>
          <p:cNvPr id="6157" name="Google Shape;6157;p73"/>
          <p:cNvPicPr preferRelativeResize="0"/>
          <p:nvPr/>
        </p:nvPicPr>
        <p:blipFill rotWithShape="1">
          <a:blip r:embed="rId9">
            <a:alphaModFix/>
          </a:blip>
          <a:srcRect b="0" l="0" r="0" t="0"/>
          <a:stretch/>
        </p:blipFill>
        <p:spPr>
          <a:xfrm>
            <a:off x="4730750" y="2352675"/>
            <a:ext cx="471487" cy="44291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61" name="Shape 6161"/>
        <p:cNvGrpSpPr/>
        <p:nvPr/>
      </p:nvGrpSpPr>
      <p:grpSpPr>
        <a:xfrm>
          <a:off x="0" y="0"/>
          <a:ext cx="0" cy="0"/>
          <a:chOff x="0" y="0"/>
          <a:chExt cx="0" cy="0"/>
        </a:xfrm>
      </p:grpSpPr>
      <p:sp>
        <p:nvSpPr>
          <p:cNvPr id="6162" name="Google Shape;6162;p74"/>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163" name="Google Shape;6163;p74"/>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164" name="Google Shape;6164;p7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The bad guys can record and playback</a:t>
            </a:r>
            <a:endParaRPr/>
          </a:p>
        </p:txBody>
      </p:sp>
      <p:sp>
        <p:nvSpPr>
          <p:cNvPr id="6165" name="Google Shape;6165;p74"/>
          <p:cNvSpPr txBox="1"/>
          <p:nvPr>
            <p:ph idx="1" type="body"/>
          </p:nvPr>
        </p:nvSpPr>
        <p:spPr>
          <a:xfrm>
            <a:off x="493712" y="1731962"/>
            <a:ext cx="8077200" cy="14843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1" lang="en-US" sz="2800" u="none">
                <a:solidFill>
                  <a:srgbClr val="FF3300"/>
                </a:solidFill>
                <a:latin typeface="Comic Sans MS"/>
                <a:ea typeface="Comic Sans MS"/>
                <a:cs typeface="Comic Sans MS"/>
                <a:sym typeface="Comic Sans MS"/>
              </a:rPr>
              <a:t>record-and-playback</a:t>
            </a:r>
            <a:r>
              <a:rPr b="0" i="0" lang="en-US" sz="2400" u="none">
                <a:solidFill>
                  <a:schemeClr val="dk1"/>
                </a:solidFill>
                <a:latin typeface="Comic Sans MS"/>
                <a:ea typeface="Comic Sans MS"/>
                <a:cs typeface="Comic Sans MS"/>
                <a:sym typeface="Comic Sans MS"/>
              </a:rPr>
              <a:t>: sniff sensitive info (e.g., password), and use later</a:t>
            </a:r>
            <a:endParaRPr/>
          </a:p>
          <a:p>
            <a:pPr indent="-285750" lvl="1" marL="7429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password holder </a:t>
            </a:r>
            <a:r>
              <a:rPr b="0" i="1" lang="en-US" sz="2400" u="none">
                <a:solidFill>
                  <a:schemeClr val="dk1"/>
                </a:solidFill>
                <a:latin typeface="Comic Sans MS"/>
                <a:ea typeface="Comic Sans MS"/>
                <a:cs typeface="Comic Sans MS"/>
                <a:sym typeface="Comic Sans MS"/>
              </a:rPr>
              <a:t>is </a:t>
            </a:r>
            <a:r>
              <a:rPr b="0" i="0" lang="en-US" sz="2400" u="none">
                <a:solidFill>
                  <a:schemeClr val="dk1"/>
                </a:solidFill>
                <a:latin typeface="Comic Sans MS"/>
                <a:ea typeface="Comic Sans MS"/>
                <a:cs typeface="Comic Sans MS"/>
                <a:sym typeface="Comic Sans MS"/>
              </a:rPr>
              <a:t>that user from system point of view</a:t>
            </a:r>
            <a:endParaRPr/>
          </a:p>
        </p:txBody>
      </p:sp>
      <p:graphicFrame>
        <p:nvGraphicFramePr>
          <p:cNvPr id="6166" name="Google Shape;6166;p74"/>
          <p:cNvGraphicFramePr/>
          <p:nvPr/>
        </p:nvGraphicFramePr>
        <p:xfrm>
          <a:off x="6099175" y="5414962"/>
          <a:ext cx="668337" cy="530225"/>
        </p:xfrm>
        <a:graphic>
          <a:graphicData uri="http://schemas.openxmlformats.org/presentationml/2006/ole">
            <mc:AlternateContent>
              <mc:Choice Requires="v">
                <p:oleObj r:id="rId4" imgH="530225" imgW="668337" progId="MS_ClipArt_Gallery.2" spid="_x0000_s1">
                  <p:embed/>
                </p:oleObj>
              </mc:Choice>
              <mc:Fallback>
                <p:oleObj r:id="rId5" imgH="530225" imgW="668337" progId="MS_ClipArt_Gallery.2">
                  <p:embed/>
                  <p:pic>
                    <p:nvPicPr>
                      <p:cNvPr id="6166" name="Google Shape;6166;p74"/>
                      <p:cNvPicPr preferRelativeResize="0"/>
                      <p:nvPr/>
                    </p:nvPicPr>
                    <p:blipFill rotWithShape="1">
                      <a:blip r:embed="rId6">
                        <a:alphaModFix/>
                      </a:blip>
                      <a:srcRect b="0" l="0" r="0" t="0"/>
                      <a:stretch/>
                    </p:blipFill>
                    <p:spPr>
                      <a:xfrm>
                        <a:off x="6099175" y="5414962"/>
                        <a:ext cx="668337" cy="530225"/>
                      </a:xfrm>
                      <a:prstGeom prst="rect">
                        <a:avLst/>
                      </a:prstGeom>
                      <a:noFill/>
                      <a:ln>
                        <a:noFill/>
                      </a:ln>
                    </p:spPr>
                  </p:pic>
                </p:oleObj>
              </mc:Fallback>
            </mc:AlternateContent>
          </a:graphicData>
        </a:graphic>
      </p:graphicFrame>
      <p:grpSp>
        <p:nvGrpSpPr>
          <p:cNvPr id="6167" name="Google Shape;6167;p74"/>
          <p:cNvGrpSpPr/>
          <p:nvPr/>
        </p:nvGrpSpPr>
        <p:grpSpPr>
          <a:xfrm>
            <a:off x="1709737" y="3984625"/>
            <a:ext cx="384175" cy="723900"/>
            <a:chOff x="4180" y="783"/>
            <a:chExt cx="150" cy="307"/>
          </a:xfrm>
        </p:grpSpPr>
        <p:sp>
          <p:nvSpPr>
            <p:cNvPr id="6168" name="Google Shape;6168;p74"/>
            <p:cNvSpPr/>
            <p:nvPr/>
          </p:nvSpPr>
          <p:spPr>
            <a:xfrm>
              <a:off x="4180" y="1019"/>
              <a:ext cx="150" cy="71"/>
            </a:xfrm>
            <a:prstGeom prst="parallelogram">
              <a:avLst>
                <a:gd fmla="val 8321" name="adj"/>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69" name="Google Shape;6169;p74"/>
            <p:cNvSpPr txBox="1"/>
            <p:nvPr/>
          </p:nvSpPr>
          <p:spPr>
            <a:xfrm>
              <a:off x="4256" y="785"/>
              <a:ext cx="69"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70" name="Google Shape;6170;p74"/>
            <p:cNvSpPr txBox="1"/>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71" name="Google Shape;6171;p74"/>
            <p:cNvSpPr/>
            <p:nvPr/>
          </p:nvSpPr>
          <p:spPr>
            <a:xfrm>
              <a:off x="4180" y="783"/>
              <a:ext cx="150" cy="71"/>
            </a:xfrm>
            <a:prstGeom prst="parallelogram">
              <a:avLst>
                <a:gd fmla="val 8321"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72" name="Google Shape;6172;p74"/>
            <p:cNvCxnSpPr/>
            <p:nvPr/>
          </p:nvCxnSpPr>
          <p:spPr>
            <a:xfrm>
              <a:off x="4330" y="788"/>
              <a:ext cx="0" cy="231"/>
            </a:xfrm>
            <a:prstGeom prst="straightConnector1">
              <a:avLst/>
            </a:prstGeom>
            <a:noFill/>
            <a:ln cap="flat" cmpd="sng" w="9525">
              <a:solidFill>
                <a:schemeClr val="dk1"/>
              </a:solidFill>
              <a:prstDash val="solid"/>
              <a:miter lim="800000"/>
              <a:headEnd len="med" w="med" type="none"/>
              <a:tailEnd len="med" w="med" type="none"/>
            </a:ln>
          </p:spPr>
        </p:cxnSp>
        <p:cxnSp>
          <p:nvCxnSpPr>
            <p:cNvPr id="6173" name="Google Shape;6173;p74"/>
            <p:cNvCxnSpPr/>
            <p:nvPr/>
          </p:nvCxnSpPr>
          <p:spPr>
            <a:xfrm flipH="1">
              <a:off x="4276" y="1019"/>
              <a:ext cx="54" cy="69"/>
            </a:xfrm>
            <a:prstGeom prst="straightConnector1">
              <a:avLst/>
            </a:prstGeom>
            <a:noFill/>
            <a:ln cap="flat" cmpd="sng" w="9525">
              <a:solidFill>
                <a:schemeClr val="dk1"/>
              </a:solidFill>
              <a:prstDash val="solid"/>
              <a:miter lim="800000"/>
              <a:headEnd len="med" w="med" type="none"/>
              <a:tailEnd len="med" w="med" type="none"/>
            </a:ln>
          </p:spPr>
        </p:cxnSp>
        <p:sp>
          <p:nvSpPr>
            <p:cNvPr id="6174" name="Google Shape;6174;p74"/>
            <p:cNvSpPr txBox="1"/>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75" name="Google Shape;6175;p74"/>
            <p:cNvSpPr txBox="1"/>
            <p:nvPr/>
          </p:nvSpPr>
          <p:spPr>
            <a:xfrm>
              <a:off x="4202" y="924"/>
              <a:ext cx="48"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176" name="Google Shape;6176;p74"/>
          <p:cNvGrpSpPr/>
          <p:nvPr/>
        </p:nvGrpSpPr>
        <p:grpSpPr>
          <a:xfrm>
            <a:off x="2663825" y="5475287"/>
            <a:ext cx="642937" cy="328612"/>
            <a:chOff x="3600" y="219"/>
            <a:chExt cx="360" cy="175"/>
          </a:xfrm>
        </p:grpSpPr>
        <p:sp>
          <p:nvSpPr>
            <p:cNvPr id="6177" name="Google Shape;6177;p74"/>
            <p:cNvSpPr/>
            <p:nvPr/>
          </p:nvSpPr>
          <p:spPr>
            <a:xfrm>
              <a:off x="3603" y="297"/>
              <a:ext cx="357" cy="97"/>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78" name="Google Shape;6178;p74"/>
            <p:cNvCxnSpPr/>
            <p:nvPr/>
          </p:nvCxnSpPr>
          <p:spPr>
            <a:xfrm>
              <a:off x="3603" y="289"/>
              <a:ext cx="0" cy="60"/>
            </a:xfrm>
            <a:prstGeom prst="straightConnector1">
              <a:avLst/>
            </a:prstGeom>
            <a:noFill/>
            <a:ln cap="flat" cmpd="sng" w="12700">
              <a:solidFill>
                <a:schemeClr val="dk1"/>
              </a:solidFill>
              <a:prstDash val="solid"/>
              <a:miter lim="800000"/>
              <a:headEnd len="med" w="med" type="none"/>
              <a:tailEnd len="med" w="med" type="none"/>
            </a:ln>
          </p:spPr>
        </p:cxnSp>
        <p:cxnSp>
          <p:nvCxnSpPr>
            <p:cNvPr id="6179" name="Google Shape;6179;p74"/>
            <p:cNvCxnSpPr/>
            <p:nvPr/>
          </p:nvCxnSpPr>
          <p:spPr>
            <a:xfrm>
              <a:off x="3960" y="289"/>
              <a:ext cx="0" cy="60"/>
            </a:xfrm>
            <a:prstGeom prst="straightConnector1">
              <a:avLst/>
            </a:prstGeom>
            <a:noFill/>
            <a:ln cap="flat" cmpd="sng" w="12700">
              <a:solidFill>
                <a:schemeClr val="dk1"/>
              </a:solidFill>
              <a:prstDash val="solid"/>
              <a:miter lim="800000"/>
              <a:headEnd len="med" w="med" type="none"/>
              <a:tailEnd len="med" w="med" type="none"/>
            </a:ln>
          </p:spPr>
        </p:cxnSp>
        <p:sp>
          <p:nvSpPr>
            <p:cNvPr id="6180" name="Google Shape;6180;p74"/>
            <p:cNvSpPr txBox="1"/>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81" name="Google Shape;6181;p74"/>
            <p:cNvSpPr/>
            <p:nvPr/>
          </p:nvSpPr>
          <p:spPr>
            <a:xfrm>
              <a:off x="3600" y="219"/>
              <a:ext cx="357" cy="113"/>
            </a:xfrm>
            <a:prstGeom prst="ellipse">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182" name="Google Shape;6182;p74"/>
            <p:cNvGrpSpPr/>
            <p:nvPr/>
          </p:nvGrpSpPr>
          <p:grpSpPr>
            <a:xfrm>
              <a:off x="3686" y="244"/>
              <a:ext cx="177" cy="66"/>
              <a:chOff x="2848" y="848"/>
              <a:chExt cx="140" cy="98"/>
            </a:xfrm>
          </p:grpSpPr>
          <p:cxnSp>
            <p:nvCxnSpPr>
              <p:cNvPr id="6183" name="Google Shape;6183;p7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184" name="Google Shape;6184;p7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185" name="Google Shape;6185;p7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nvGrpSpPr>
            <p:cNvPr id="6186" name="Google Shape;6186;p74"/>
            <p:cNvGrpSpPr/>
            <p:nvPr/>
          </p:nvGrpSpPr>
          <p:grpSpPr>
            <a:xfrm flipH="1" rot="10800000">
              <a:off x="3686" y="243"/>
              <a:ext cx="177" cy="66"/>
              <a:chOff x="2848" y="848"/>
              <a:chExt cx="140" cy="98"/>
            </a:xfrm>
          </p:grpSpPr>
          <p:cxnSp>
            <p:nvCxnSpPr>
              <p:cNvPr id="6187" name="Google Shape;6187;p74"/>
              <p:cNvCxnSpPr/>
              <p:nvPr/>
            </p:nvCxnSpPr>
            <p:spPr>
              <a:xfrm flipH="1" rot="10800000">
                <a:off x="2848" y="848"/>
                <a:ext cx="50" cy="2"/>
              </a:xfrm>
              <a:prstGeom prst="straightConnector1">
                <a:avLst/>
              </a:prstGeom>
              <a:noFill/>
              <a:ln cap="flat" cmpd="sng" w="28575">
                <a:solidFill>
                  <a:schemeClr val="dk1"/>
                </a:solidFill>
                <a:prstDash val="solid"/>
                <a:miter lim="800000"/>
                <a:headEnd len="med" w="med" type="none"/>
                <a:tailEnd len="med" w="med" type="none"/>
              </a:ln>
            </p:spPr>
          </p:cxnSp>
          <p:cxnSp>
            <p:nvCxnSpPr>
              <p:cNvPr id="6188" name="Google Shape;6188;p74"/>
              <p:cNvCxnSpPr/>
              <p:nvPr/>
            </p:nvCxnSpPr>
            <p:spPr>
              <a:xfrm>
                <a:off x="2944" y="946"/>
                <a:ext cx="44" cy="0"/>
              </a:xfrm>
              <a:prstGeom prst="straightConnector1">
                <a:avLst/>
              </a:prstGeom>
              <a:noFill/>
              <a:ln cap="flat" cmpd="sng" w="28575">
                <a:solidFill>
                  <a:schemeClr val="dk1"/>
                </a:solidFill>
                <a:prstDash val="solid"/>
                <a:miter lim="800000"/>
                <a:headEnd len="med" w="med" type="none"/>
                <a:tailEnd len="med" w="med" type="none"/>
              </a:ln>
            </p:spPr>
          </p:cxnSp>
          <p:cxnSp>
            <p:nvCxnSpPr>
              <p:cNvPr id="6189" name="Google Shape;6189;p74"/>
              <p:cNvCxnSpPr/>
              <p:nvPr/>
            </p:nvCxnSpPr>
            <p:spPr>
              <a:xfrm>
                <a:off x="2894" y="850"/>
                <a:ext cx="52" cy="96"/>
              </a:xfrm>
              <a:prstGeom prst="straightConnector1">
                <a:avLst/>
              </a:prstGeom>
              <a:noFill/>
              <a:ln cap="flat" cmpd="sng" w="28575">
                <a:solidFill>
                  <a:schemeClr val="dk1"/>
                </a:solidFill>
                <a:prstDash val="solid"/>
                <a:miter lim="800000"/>
                <a:headEnd len="med" w="med" type="none"/>
                <a:tailEnd len="med" w="med" type="none"/>
              </a:ln>
            </p:spPr>
          </p:cxnSp>
        </p:grpSp>
      </p:grpSp>
      <p:graphicFrame>
        <p:nvGraphicFramePr>
          <p:cNvPr id="6190" name="Google Shape;6190;p74"/>
          <p:cNvGraphicFramePr/>
          <p:nvPr/>
        </p:nvGraphicFramePr>
        <p:xfrm>
          <a:off x="4241800" y="4046537"/>
          <a:ext cx="668337" cy="530225"/>
        </p:xfrm>
        <a:graphic>
          <a:graphicData uri="http://schemas.openxmlformats.org/presentationml/2006/ole">
            <mc:AlternateContent>
              <mc:Choice Requires="v">
                <p:oleObj r:id="rId7" imgH="530225" imgW="668337" progId="MS_ClipArt_Gallery.2" spid="_x0000_s2">
                  <p:embed/>
                </p:oleObj>
              </mc:Choice>
              <mc:Fallback>
                <p:oleObj r:id="rId8" imgH="530225" imgW="668337" progId="MS_ClipArt_Gallery.2">
                  <p:embed/>
                  <p:pic>
                    <p:nvPicPr>
                      <p:cNvPr id="6190" name="Google Shape;6190;p74"/>
                      <p:cNvPicPr preferRelativeResize="0"/>
                      <p:nvPr/>
                    </p:nvPicPr>
                    <p:blipFill rotWithShape="1">
                      <a:blip r:embed="rId6">
                        <a:alphaModFix/>
                      </a:blip>
                      <a:srcRect b="0" l="0" r="0" t="0"/>
                      <a:stretch/>
                    </p:blipFill>
                    <p:spPr>
                      <a:xfrm>
                        <a:off x="4241800" y="4046537"/>
                        <a:ext cx="668337" cy="530225"/>
                      </a:xfrm>
                      <a:prstGeom prst="rect">
                        <a:avLst/>
                      </a:prstGeom>
                      <a:noFill/>
                      <a:ln>
                        <a:noFill/>
                      </a:ln>
                    </p:spPr>
                  </p:pic>
                </p:oleObj>
              </mc:Fallback>
            </mc:AlternateContent>
          </a:graphicData>
        </a:graphic>
      </p:graphicFrame>
      <p:sp>
        <p:nvSpPr>
          <p:cNvPr id="6191" name="Google Shape;6191;p74"/>
          <p:cNvSpPr/>
          <p:nvPr/>
        </p:nvSpPr>
        <p:spPr>
          <a:xfrm>
            <a:off x="1809750" y="4710112"/>
            <a:ext cx="4587875" cy="728662"/>
          </a:xfrm>
          <a:custGeom>
            <a:rect b="b" l="l" r="r" t="t"/>
            <a:pathLst>
              <a:path extrusionOk="0" h="459" w="2620">
                <a:moveTo>
                  <a:pt x="2" y="0"/>
                </a:moveTo>
                <a:lnTo>
                  <a:pt x="0" y="253"/>
                </a:lnTo>
                <a:lnTo>
                  <a:pt x="2620" y="253"/>
                </a:lnTo>
                <a:lnTo>
                  <a:pt x="2620" y="459"/>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92" name="Google Shape;6192;p74"/>
          <p:cNvSpPr/>
          <p:nvPr/>
        </p:nvSpPr>
        <p:spPr>
          <a:xfrm>
            <a:off x="4641850" y="4579937"/>
            <a:ext cx="4762" cy="522287"/>
          </a:xfrm>
          <a:custGeom>
            <a:rect b="b" l="l" r="r" t="t"/>
            <a:pathLst>
              <a:path extrusionOk="0" h="329" w="3">
                <a:moveTo>
                  <a:pt x="0" y="329"/>
                </a:moveTo>
                <a:lnTo>
                  <a:pt x="3" y="0"/>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93" name="Google Shape;6193;p74"/>
          <p:cNvCxnSpPr/>
          <p:nvPr/>
        </p:nvCxnSpPr>
        <p:spPr>
          <a:xfrm rot="10800000">
            <a:off x="2984500" y="5102225"/>
            <a:ext cx="0" cy="374650"/>
          </a:xfrm>
          <a:prstGeom prst="straightConnector1">
            <a:avLst/>
          </a:prstGeom>
          <a:noFill/>
          <a:ln cap="flat" cmpd="sng" w="19050">
            <a:solidFill>
              <a:schemeClr val="dk1"/>
            </a:solidFill>
            <a:prstDash val="solid"/>
            <a:miter lim="800000"/>
            <a:headEnd len="med" w="med" type="none"/>
            <a:tailEnd len="med" w="med" type="none"/>
          </a:ln>
        </p:spPr>
      </p:cxnSp>
      <p:cxnSp>
        <p:nvCxnSpPr>
          <p:cNvPr id="6194" name="Google Shape;6194;p74"/>
          <p:cNvCxnSpPr/>
          <p:nvPr/>
        </p:nvCxnSpPr>
        <p:spPr>
          <a:xfrm rot="10800000">
            <a:off x="3003550" y="5813425"/>
            <a:ext cx="0" cy="241300"/>
          </a:xfrm>
          <a:prstGeom prst="straightConnector1">
            <a:avLst/>
          </a:prstGeom>
          <a:noFill/>
          <a:ln cap="flat" cmpd="sng" w="19050">
            <a:solidFill>
              <a:schemeClr val="dk1"/>
            </a:solidFill>
            <a:prstDash val="solid"/>
            <a:miter lim="800000"/>
            <a:headEnd len="med" w="med" type="none"/>
            <a:tailEnd len="med" w="med" type="none"/>
          </a:ln>
        </p:spPr>
      </p:cxnSp>
      <p:sp>
        <p:nvSpPr>
          <p:cNvPr id="6195" name="Google Shape;6195;p74"/>
          <p:cNvSpPr txBox="1"/>
          <p:nvPr/>
        </p:nvSpPr>
        <p:spPr>
          <a:xfrm>
            <a:off x="1257300" y="3998912"/>
            <a:ext cx="406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a:t>
            </a:r>
            <a:endParaRPr/>
          </a:p>
        </p:txBody>
      </p:sp>
      <p:sp>
        <p:nvSpPr>
          <p:cNvPr id="6196" name="Google Shape;6196;p74"/>
          <p:cNvSpPr txBox="1"/>
          <p:nvPr/>
        </p:nvSpPr>
        <p:spPr>
          <a:xfrm>
            <a:off x="6742112" y="5462587"/>
            <a:ext cx="3762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a:t>
            </a:r>
            <a:endParaRPr/>
          </a:p>
        </p:txBody>
      </p:sp>
      <p:sp>
        <p:nvSpPr>
          <p:cNvPr id="6197" name="Google Shape;6197;p74"/>
          <p:cNvSpPr txBox="1"/>
          <p:nvPr/>
        </p:nvSpPr>
        <p:spPr>
          <a:xfrm>
            <a:off x="4365625" y="3616325"/>
            <a:ext cx="3683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C</a:t>
            </a:r>
            <a:endParaRPr/>
          </a:p>
        </p:txBody>
      </p:sp>
      <p:grpSp>
        <p:nvGrpSpPr>
          <p:cNvPr id="6198" name="Google Shape;6198;p74"/>
          <p:cNvGrpSpPr/>
          <p:nvPr/>
        </p:nvGrpSpPr>
        <p:grpSpPr>
          <a:xfrm>
            <a:off x="4800600" y="4795837"/>
            <a:ext cx="3538537" cy="290512"/>
            <a:chOff x="3114" y="3021"/>
            <a:chExt cx="2229" cy="183"/>
          </a:xfrm>
        </p:grpSpPr>
        <p:sp>
          <p:nvSpPr>
            <p:cNvPr id="6199" name="Google Shape;6199;p74"/>
            <p:cNvSpPr txBox="1"/>
            <p:nvPr/>
          </p:nvSpPr>
          <p:spPr>
            <a:xfrm>
              <a:off x="3114" y="3021"/>
              <a:ext cx="2229" cy="183"/>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200" name="Google Shape;6200;p74"/>
            <p:cNvCxnSpPr/>
            <p:nvPr/>
          </p:nvCxnSpPr>
          <p:spPr>
            <a:xfrm>
              <a:off x="3435" y="3027"/>
              <a:ext cx="0" cy="168"/>
            </a:xfrm>
            <a:prstGeom prst="straightConnector1">
              <a:avLst/>
            </a:prstGeom>
            <a:noFill/>
            <a:ln cap="flat" cmpd="sng" w="12700">
              <a:solidFill>
                <a:schemeClr val="dk1"/>
              </a:solidFill>
              <a:prstDash val="solid"/>
              <a:miter lim="800000"/>
              <a:headEnd len="med" w="med" type="none"/>
              <a:tailEnd len="med" w="med" type="none"/>
            </a:ln>
          </p:spPr>
        </p:cxnSp>
        <p:cxnSp>
          <p:nvCxnSpPr>
            <p:cNvPr id="6201" name="Google Shape;6201;p74"/>
            <p:cNvCxnSpPr/>
            <p:nvPr/>
          </p:nvCxnSpPr>
          <p:spPr>
            <a:xfrm>
              <a:off x="3837" y="3030"/>
              <a:ext cx="0" cy="168"/>
            </a:xfrm>
            <a:prstGeom prst="straightConnector1">
              <a:avLst/>
            </a:prstGeom>
            <a:noFill/>
            <a:ln cap="flat" cmpd="sng" w="12700">
              <a:solidFill>
                <a:schemeClr val="dk1"/>
              </a:solidFill>
              <a:prstDash val="solid"/>
              <a:miter lim="800000"/>
              <a:headEnd len="med" w="med" type="none"/>
              <a:tailEnd len="med" w="med" type="none"/>
            </a:ln>
          </p:spPr>
        </p:cxnSp>
        <p:cxnSp>
          <p:nvCxnSpPr>
            <p:cNvPr id="6202" name="Google Shape;6202;p74"/>
            <p:cNvCxnSpPr/>
            <p:nvPr/>
          </p:nvCxnSpPr>
          <p:spPr>
            <a:xfrm>
              <a:off x="3972" y="3030"/>
              <a:ext cx="0" cy="168"/>
            </a:xfrm>
            <a:prstGeom prst="straightConnector1">
              <a:avLst/>
            </a:prstGeom>
            <a:noFill/>
            <a:ln cap="flat" cmpd="sng" w="12700">
              <a:solidFill>
                <a:schemeClr val="dk1"/>
              </a:solidFill>
              <a:prstDash val="solid"/>
              <a:miter lim="800000"/>
              <a:headEnd len="med" w="med" type="none"/>
              <a:tailEnd len="med" w="med" type="none"/>
            </a:ln>
          </p:spPr>
        </p:cxnSp>
      </p:grpSp>
      <p:sp>
        <p:nvSpPr>
          <p:cNvPr id="6203" name="Google Shape;6203;p74"/>
          <p:cNvSpPr txBox="1"/>
          <p:nvPr/>
        </p:nvSpPr>
        <p:spPr>
          <a:xfrm>
            <a:off x="4727575" y="4772025"/>
            <a:ext cx="38608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src:B dest:A     user: B; password: foo</a:t>
            </a:r>
            <a:endParaRPr/>
          </a:p>
        </p:txBody>
      </p:sp>
      <p:sp>
        <p:nvSpPr>
          <p:cNvPr id="6204" name="Google Shape;6204;p74"/>
          <p:cNvSpPr/>
          <p:nvPr/>
        </p:nvSpPr>
        <p:spPr>
          <a:xfrm>
            <a:off x="1731962" y="4751387"/>
            <a:ext cx="4510087" cy="674687"/>
          </a:xfrm>
          <a:custGeom>
            <a:rect b="b" l="l" r="r" t="t"/>
            <a:pathLst>
              <a:path extrusionOk="0" h="425" w="2841">
                <a:moveTo>
                  <a:pt x="2841" y="425"/>
                </a:moveTo>
                <a:lnTo>
                  <a:pt x="2841" y="273"/>
                </a:lnTo>
                <a:lnTo>
                  <a:pt x="0" y="271"/>
                </a:lnTo>
                <a:lnTo>
                  <a:pt x="0" y="0"/>
                </a:lnTo>
              </a:path>
            </a:pathLst>
          </a:custGeom>
          <a:noFill/>
          <a:ln cap="flat" cmpd="sng" w="28575">
            <a:solidFill>
              <a:srgbClr val="FF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205" name="Google Shape;6205;p74"/>
          <p:cNvCxnSpPr/>
          <p:nvPr/>
        </p:nvCxnSpPr>
        <p:spPr>
          <a:xfrm rot="10800000">
            <a:off x="4749800" y="4581525"/>
            <a:ext cx="0" cy="603250"/>
          </a:xfrm>
          <a:prstGeom prst="straightConnector1">
            <a:avLst/>
          </a:prstGeom>
          <a:noFill/>
          <a:ln cap="flat" cmpd="sng" w="28575">
            <a:solidFill>
              <a:srgbClr val="FF0000"/>
            </a:solidFill>
            <a:prstDash val="solid"/>
            <a:miter lim="800000"/>
            <a:headEnd len="med" w="med" type="none"/>
            <a:tailEnd len="med" w="med" type="triangle"/>
          </a:ln>
        </p:spPr>
      </p:cxnSp>
      <p:pic>
        <p:nvPicPr>
          <p:cNvPr id="6206" name="Google Shape;6206;p74"/>
          <p:cNvPicPr preferRelativeResize="0"/>
          <p:nvPr/>
        </p:nvPicPr>
        <p:blipFill rotWithShape="1">
          <a:blip r:embed="rId9">
            <a:alphaModFix/>
          </a:blip>
          <a:srcRect b="0" l="0" r="0" t="0"/>
          <a:stretch/>
        </p:blipFill>
        <p:spPr>
          <a:xfrm>
            <a:off x="4356100" y="4029075"/>
            <a:ext cx="471487" cy="442912"/>
          </a:xfrm>
          <a:prstGeom prst="rect">
            <a:avLst/>
          </a:prstGeom>
          <a:noFill/>
          <a:ln>
            <a:noFill/>
          </a:ln>
        </p:spPr>
      </p:pic>
      <p:pic>
        <p:nvPicPr>
          <p:cNvPr descr="EN00179_[1]" id="6207" name="Google Shape;6207;p74"/>
          <p:cNvPicPr preferRelativeResize="0"/>
          <p:nvPr/>
        </p:nvPicPr>
        <p:blipFill rotWithShape="1">
          <a:blip r:embed="rId10">
            <a:alphaModFix/>
          </a:blip>
          <a:srcRect b="0" l="0" r="0" t="0"/>
          <a:stretch/>
        </p:blipFill>
        <p:spPr>
          <a:xfrm>
            <a:off x="4637087" y="4284662"/>
            <a:ext cx="681037" cy="528637"/>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11" name="Shape 6211"/>
        <p:cNvGrpSpPr/>
        <p:nvPr/>
      </p:nvGrpSpPr>
      <p:grpSpPr>
        <a:xfrm>
          <a:off x="0" y="0"/>
          <a:ext cx="0" cy="0"/>
          <a:chOff x="0" y="0"/>
          <a:chExt cx="0" cy="0"/>
        </a:xfrm>
      </p:grpSpPr>
      <p:sp>
        <p:nvSpPr>
          <p:cNvPr id="6212" name="Google Shape;6212;p75"/>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13" name="Google Shape;6213;p75"/>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14" name="Google Shape;6214;p7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Network Security</a:t>
            </a:r>
            <a:endParaRPr/>
          </a:p>
        </p:txBody>
      </p:sp>
      <p:sp>
        <p:nvSpPr>
          <p:cNvPr id="6215" name="Google Shape;6215;p75"/>
          <p:cNvSpPr txBox="1"/>
          <p:nvPr>
            <p:ph idx="1" type="body"/>
          </p:nvPr>
        </p:nvSpPr>
        <p:spPr>
          <a:xfrm>
            <a:off x="533400" y="1365250"/>
            <a:ext cx="7772400" cy="5119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more throughout this course</a:t>
            </a:r>
            <a:endParaRPr/>
          </a:p>
          <a:p>
            <a:pPr indent="-342900" lvl="0" marL="342900" rtl="0" algn="l">
              <a:lnSpc>
                <a:spcPct val="100000"/>
              </a:lnSpc>
              <a:spcBef>
                <a:spcPts val="56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chapter 8: focus on security</a:t>
            </a:r>
            <a:endParaRPr/>
          </a:p>
          <a:p>
            <a:pPr indent="-342900" lvl="0" marL="342900" rtl="0" algn="l">
              <a:lnSpc>
                <a:spcPct val="100000"/>
              </a:lnSpc>
              <a:spcBef>
                <a:spcPts val="560"/>
              </a:spcBef>
              <a:spcAft>
                <a:spcPts val="0"/>
              </a:spcAft>
              <a:buClr>
                <a:schemeClr val="accent2"/>
              </a:buClr>
              <a:buSzPts val="2380"/>
              <a:buFont typeface="Noto Sans Symbols"/>
              <a:buChar char="❑"/>
            </a:pPr>
            <a:r>
              <a:rPr b="0" i="0" lang="en-US" sz="2800" u="none">
                <a:solidFill>
                  <a:schemeClr val="dk1"/>
                </a:solidFill>
                <a:latin typeface="Comic Sans MS"/>
                <a:ea typeface="Comic Sans MS"/>
                <a:cs typeface="Comic Sans MS"/>
                <a:sym typeface="Comic Sans MS"/>
              </a:rPr>
              <a:t>crypographic techniques: obvious uses and not so obvious uses</a:t>
            </a:r>
            <a:endParaRPr/>
          </a:p>
          <a:p>
            <a:pPr indent="-191770" lvl="0" marL="342900" rtl="0" algn="l">
              <a:spcBef>
                <a:spcPts val="560"/>
              </a:spcBef>
              <a:spcAft>
                <a:spcPts val="0"/>
              </a:spcAft>
              <a:buSzPts val="2380"/>
              <a:buNone/>
            </a:pPr>
            <a:r>
              <a:t/>
            </a:r>
            <a:endParaRPr b="0" i="0" sz="2800" u="none">
              <a:solidFill>
                <a:schemeClr val="dk1"/>
              </a:solidFill>
              <a:latin typeface="Comic Sans MS"/>
              <a:ea typeface="Comic Sans MS"/>
              <a:cs typeface="Comic Sans MS"/>
              <a:sym typeface="Comic Sans M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20" name="Shape 6220"/>
        <p:cNvGrpSpPr/>
        <p:nvPr/>
      </p:nvGrpSpPr>
      <p:grpSpPr>
        <a:xfrm>
          <a:off x="0" y="0"/>
          <a:ext cx="0" cy="0"/>
          <a:chOff x="0" y="0"/>
          <a:chExt cx="0" cy="0"/>
        </a:xfrm>
      </p:grpSpPr>
      <p:sp>
        <p:nvSpPr>
          <p:cNvPr id="6221" name="Google Shape;6221;p76"/>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22" name="Google Shape;6222;p76"/>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23" name="Google Shape;6223;p7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Chapter 1: roadmap</a:t>
            </a:r>
            <a:endParaRPr/>
          </a:p>
        </p:txBody>
      </p:sp>
      <p:sp>
        <p:nvSpPr>
          <p:cNvPr id="6224" name="Google Shape;6224;p76"/>
          <p:cNvSpPr txBox="1"/>
          <p:nvPr>
            <p:ph idx="1" type="body"/>
          </p:nvPr>
        </p:nvSpPr>
        <p:spPr>
          <a:xfrm>
            <a:off x="533400" y="1600200"/>
            <a:ext cx="820737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SzPts val="1800"/>
              <a:buNone/>
            </a:pPr>
            <a:r>
              <a:rPr b="0" i="0" lang="en-US" sz="2400" u="none">
                <a:solidFill>
                  <a:schemeClr val="accent2"/>
                </a:solidFill>
                <a:latin typeface="Comic Sans MS"/>
                <a:ea typeface="Comic Sans MS"/>
                <a:cs typeface="Comic Sans MS"/>
                <a:sym typeface="Comic Sans MS"/>
              </a:rPr>
              <a:t>1.1 </a:t>
            </a:r>
            <a:r>
              <a:rPr b="0" i="0" lang="en-US" sz="2400" u="none">
                <a:solidFill>
                  <a:schemeClr val="dk1"/>
                </a:solidFill>
                <a:latin typeface="Comic Sans MS"/>
                <a:ea typeface="Comic Sans MS"/>
                <a:cs typeface="Comic Sans MS"/>
                <a:sym typeface="Comic Sans MS"/>
              </a:rPr>
              <a:t>What </a:t>
            </a:r>
            <a:r>
              <a:rPr b="0" i="1" lang="en-US" sz="2400" u="none">
                <a:solidFill>
                  <a:schemeClr val="dk1"/>
                </a:solidFill>
                <a:latin typeface="Comic Sans MS"/>
                <a:ea typeface="Comic Sans MS"/>
                <a:cs typeface="Comic Sans MS"/>
                <a:sym typeface="Comic Sans MS"/>
              </a:rPr>
              <a:t>is</a:t>
            </a:r>
            <a:r>
              <a:rPr b="0" i="0" lang="en-US" sz="2400" u="none">
                <a:solidFill>
                  <a:schemeClr val="dk1"/>
                </a:solidFill>
                <a:latin typeface="Comic Sans MS"/>
                <a:ea typeface="Comic Sans MS"/>
                <a:cs typeface="Comic Sans MS"/>
                <a:sym typeface="Comic Sans MS"/>
              </a:rPr>
              <a:t> the Internet?</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1.2</a:t>
            </a:r>
            <a:r>
              <a:rPr b="0" i="0" lang="en-US" sz="2400" u="none">
                <a:solidFill>
                  <a:schemeClr val="dk1"/>
                </a:solidFill>
                <a:latin typeface="Comic Sans MS"/>
                <a:ea typeface="Comic Sans MS"/>
                <a:cs typeface="Comic Sans MS"/>
                <a:sym typeface="Comic Sans MS"/>
              </a:rPr>
              <a:t> Network edge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end systems, access networks, links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1.3</a:t>
            </a:r>
            <a:r>
              <a:rPr b="0" i="0" lang="en-US" sz="2400" u="none">
                <a:solidFill>
                  <a:schemeClr val="dk1"/>
                </a:solidFill>
                <a:latin typeface="Comic Sans MS"/>
                <a:ea typeface="Comic Sans MS"/>
                <a:cs typeface="Comic Sans MS"/>
                <a:sym typeface="Comic Sans MS"/>
              </a:rPr>
              <a:t> Network core</a:t>
            </a:r>
            <a:endParaRPr/>
          </a:p>
          <a:p>
            <a:pPr indent="-228600" lvl="2" marL="1143000" rtl="0" algn="l">
              <a:lnSpc>
                <a:spcPct val="100000"/>
              </a:lnSpc>
              <a:spcBef>
                <a:spcPts val="400"/>
              </a:spcBef>
              <a:spcAft>
                <a:spcPts val="0"/>
              </a:spcAft>
              <a:buClr>
                <a:srgbClr val="0000FF"/>
              </a:buClr>
              <a:buSzPts val="1800"/>
              <a:buFont typeface="Noto Sans Symbols"/>
              <a:buChar char="❑"/>
            </a:pPr>
            <a:r>
              <a:rPr b="0" i="0" lang="en-US" sz="2000" u="none">
                <a:solidFill>
                  <a:schemeClr val="dk1"/>
                </a:solidFill>
                <a:latin typeface="Comic Sans MS"/>
                <a:ea typeface="Comic Sans MS"/>
                <a:cs typeface="Comic Sans MS"/>
                <a:sym typeface="Comic Sans MS"/>
              </a:rPr>
              <a:t> circuit switching, packet switching, network structure</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1.4</a:t>
            </a:r>
            <a:r>
              <a:rPr b="0" i="0" lang="en-US" sz="2400" u="none">
                <a:solidFill>
                  <a:schemeClr val="dk1"/>
                </a:solidFill>
                <a:latin typeface="Comic Sans MS"/>
                <a:ea typeface="Comic Sans MS"/>
                <a:cs typeface="Comic Sans MS"/>
                <a:sym typeface="Comic Sans MS"/>
              </a:rPr>
              <a:t> Delay, loss and throughput in packet-switched networks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1.5 </a:t>
            </a:r>
            <a:r>
              <a:rPr b="0" i="0" lang="en-US" sz="2400" u="none">
                <a:solidFill>
                  <a:schemeClr val="dk1"/>
                </a:solidFill>
                <a:latin typeface="Comic Sans MS"/>
                <a:ea typeface="Comic Sans MS"/>
                <a:cs typeface="Comic Sans MS"/>
                <a:sym typeface="Comic Sans MS"/>
              </a:rPr>
              <a:t>Protocol layers, service models</a:t>
            </a:r>
            <a:endParaRPr/>
          </a:p>
          <a:p>
            <a:pPr indent="-285750" lvl="1" marL="742950" rtl="0" algn="l">
              <a:lnSpc>
                <a:spcPct val="100000"/>
              </a:lnSpc>
              <a:spcBef>
                <a:spcPts val="480"/>
              </a:spcBef>
              <a:spcAft>
                <a:spcPts val="0"/>
              </a:spcAft>
              <a:buSzPts val="1800"/>
              <a:buNone/>
            </a:pPr>
            <a:r>
              <a:rPr b="0" i="0" lang="en-US" sz="2400" u="none">
                <a:solidFill>
                  <a:schemeClr val="accent2"/>
                </a:solidFill>
                <a:latin typeface="Comic Sans MS"/>
                <a:ea typeface="Comic Sans MS"/>
                <a:cs typeface="Comic Sans MS"/>
                <a:sym typeface="Comic Sans MS"/>
              </a:rPr>
              <a:t>1.6</a:t>
            </a:r>
            <a:r>
              <a:rPr b="0" i="0" lang="en-US" sz="2400" u="none">
                <a:solidFill>
                  <a:schemeClr val="dk1"/>
                </a:solidFill>
                <a:latin typeface="Comic Sans MS"/>
                <a:ea typeface="Comic Sans MS"/>
                <a:cs typeface="Comic Sans MS"/>
                <a:sym typeface="Comic Sans MS"/>
              </a:rPr>
              <a:t> Networks under attack: security</a:t>
            </a:r>
            <a:endParaRPr/>
          </a:p>
          <a:p>
            <a:pPr indent="-285750" lvl="1" marL="742950" rtl="0" algn="l">
              <a:lnSpc>
                <a:spcPct val="100000"/>
              </a:lnSpc>
              <a:spcBef>
                <a:spcPts val="480"/>
              </a:spcBef>
              <a:spcAft>
                <a:spcPts val="0"/>
              </a:spcAft>
              <a:buSzPts val="1800"/>
              <a:buNone/>
            </a:pPr>
            <a:r>
              <a:rPr b="0" i="0" lang="en-US" sz="2400" u="none">
                <a:solidFill>
                  <a:srgbClr val="FF3300"/>
                </a:solidFill>
                <a:latin typeface="Comic Sans MS"/>
                <a:ea typeface="Comic Sans MS"/>
                <a:cs typeface="Comic Sans MS"/>
                <a:sym typeface="Comic Sans MS"/>
              </a:rPr>
              <a:t>1.7 History</a:t>
            </a:r>
            <a:endParaRPr/>
          </a:p>
          <a:p>
            <a:pPr indent="-213359" lvl="0" marL="342900" rtl="0" algn="l">
              <a:spcBef>
                <a:spcPts val="480"/>
              </a:spcBef>
              <a:spcAft>
                <a:spcPts val="0"/>
              </a:spcAft>
              <a:buSzPts val="2040"/>
              <a:buNone/>
            </a:pPr>
            <a:r>
              <a:t/>
            </a:r>
            <a:endParaRPr b="0" i="0" sz="2400" u="none">
              <a:solidFill>
                <a:srgbClr val="FF3300"/>
              </a:solidFill>
              <a:latin typeface="Comic Sans MS"/>
              <a:ea typeface="Comic Sans MS"/>
              <a:cs typeface="Comic Sans MS"/>
              <a:sym typeface="Comic Sans M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29" name="Shape 6229"/>
        <p:cNvGrpSpPr/>
        <p:nvPr/>
      </p:nvGrpSpPr>
      <p:grpSpPr>
        <a:xfrm>
          <a:off x="0" y="0"/>
          <a:ext cx="0" cy="0"/>
          <a:chOff x="0" y="0"/>
          <a:chExt cx="0" cy="0"/>
        </a:xfrm>
      </p:grpSpPr>
      <p:sp>
        <p:nvSpPr>
          <p:cNvPr id="6230" name="Google Shape;6230;p77"/>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31" name="Google Shape;6231;p77"/>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arpanet2" id="6232" name="Google Shape;6232;p77"/>
          <p:cNvPicPr preferRelativeResize="0"/>
          <p:nvPr/>
        </p:nvPicPr>
        <p:blipFill rotWithShape="1">
          <a:blip r:embed="rId3">
            <a:alphaModFix/>
          </a:blip>
          <a:srcRect b="8456" l="0" r="0" t="0"/>
          <a:stretch/>
        </p:blipFill>
        <p:spPr>
          <a:xfrm>
            <a:off x="3938587" y="3968750"/>
            <a:ext cx="2976562" cy="2889250"/>
          </a:xfrm>
          <a:prstGeom prst="rect">
            <a:avLst/>
          </a:prstGeom>
          <a:noFill/>
          <a:ln>
            <a:noFill/>
          </a:ln>
        </p:spPr>
      </p:pic>
      <p:sp>
        <p:nvSpPr>
          <p:cNvPr id="6233" name="Google Shape;6233;p77"/>
          <p:cNvSpPr txBox="1"/>
          <p:nvPr>
            <p:ph type="title"/>
          </p:nvPr>
        </p:nvSpPr>
        <p:spPr>
          <a:xfrm>
            <a:off x="476250" y="333375"/>
            <a:ext cx="7772400" cy="647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Internet History</a:t>
            </a:r>
            <a:endParaRPr/>
          </a:p>
        </p:txBody>
      </p:sp>
      <p:sp>
        <p:nvSpPr>
          <p:cNvPr id="6234" name="Google Shape;6234;p77"/>
          <p:cNvSpPr txBox="1"/>
          <p:nvPr>
            <p:ph idx="1" type="body"/>
          </p:nvPr>
        </p:nvSpPr>
        <p:spPr>
          <a:xfrm>
            <a:off x="533400" y="1790700"/>
            <a:ext cx="3695700" cy="4457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1961:</a:t>
            </a:r>
            <a:r>
              <a:rPr b="0" i="0" lang="en-US" sz="2000" u="none">
                <a:solidFill>
                  <a:schemeClr val="dk1"/>
                </a:solidFill>
                <a:latin typeface="Comic Sans MS"/>
                <a:ea typeface="Comic Sans MS"/>
                <a:cs typeface="Comic Sans MS"/>
                <a:sym typeface="Comic Sans MS"/>
              </a:rPr>
              <a:t> Kleinrock - queueing theory shows effectiveness of packet-switching</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1964:</a:t>
            </a:r>
            <a:r>
              <a:rPr b="0" i="0" lang="en-US" sz="2000" u="none">
                <a:solidFill>
                  <a:schemeClr val="dk1"/>
                </a:solidFill>
                <a:latin typeface="Comic Sans MS"/>
                <a:ea typeface="Comic Sans MS"/>
                <a:cs typeface="Comic Sans MS"/>
                <a:sym typeface="Comic Sans MS"/>
              </a:rPr>
              <a:t> Baran - packet-switching in military nets</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1967:</a:t>
            </a:r>
            <a:r>
              <a:rPr b="0" i="0" lang="en-US" sz="2000" u="none">
                <a:solidFill>
                  <a:schemeClr val="dk1"/>
                </a:solidFill>
                <a:latin typeface="Comic Sans MS"/>
                <a:ea typeface="Comic Sans MS"/>
                <a:cs typeface="Comic Sans MS"/>
                <a:sym typeface="Comic Sans MS"/>
              </a:rPr>
              <a:t> ARPAnet conceived by Advanced Research Projects Agency</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1969:</a:t>
            </a:r>
            <a:r>
              <a:rPr b="0" i="0" lang="en-US" sz="2000" u="none">
                <a:solidFill>
                  <a:schemeClr val="dk1"/>
                </a:solidFill>
                <a:latin typeface="Comic Sans MS"/>
                <a:ea typeface="Comic Sans MS"/>
                <a:cs typeface="Comic Sans MS"/>
                <a:sym typeface="Comic Sans MS"/>
              </a:rPr>
              <a:t> first ARPAnet node operational</a:t>
            </a:r>
            <a:endParaRPr/>
          </a:p>
          <a:p>
            <a:pPr indent="-234950" lvl="0" marL="342900" rtl="0" algn="l">
              <a:spcBef>
                <a:spcPts val="400"/>
              </a:spcBef>
              <a:spcAft>
                <a:spcPts val="0"/>
              </a:spcAft>
              <a:buSzPts val="1700"/>
              <a:buNone/>
            </a:pPr>
            <a:r>
              <a:t/>
            </a:r>
            <a:endParaRPr b="0" i="0" sz="2000" u="none">
              <a:solidFill>
                <a:schemeClr val="dk1"/>
              </a:solidFill>
              <a:latin typeface="Comic Sans MS"/>
              <a:ea typeface="Comic Sans MS"/>
              <a:cs typeface="Comic Sans MS"/>
              <a:sym typeface="Comic Sans MS"/>
            </a:endParaRPr>
          </a:p>
        </p:txBody>
      </p:sp>
      <p:sp>
        <p:nvSpPr>
          <p:cNvPr id="6235" name="Google Shape;6235;p77"/>
          <p:cNvSpPr txBox="1"/>
          <p:nvPr>
            <p:ph idx="1" type="body"/>
          </p:nvPr>
        </p:nvSpPr>
        <p:spPr>
          <a:xfrm>
            <a:off x="4357687" y="1800225"/>
            <a:ext cx="4786312" cy="44481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1972:</a:t>
            </a:r>
            <a:r>
              <a:rPr b="0" i="0" lang="en-US" sz="2000" u="none">
                <a:solidFill>
                  <a:schemeClr val="dk1"/>
                </a:solidFill>
                <a:latin typeface="Comic Sans MS"/>
                <a:ea typeface="Comic Sans MS"/>
                <a:cs typeface="Comic Sans MS"/>
                <a:sym typeface="Comic Sans MS"/>
              </a:rPr>
              <a:t>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ARPAnet public demonstration</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NCP (Network Control Protocol) first host-host protocol </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first e-mail program</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ARPAnet has 15 nodes</a:t>
            </a:r>
            <a:endParaRPr/>
          </a:p>
        </p:txBody>
      </p:sp>
      <p:sp>
        <p:nvSpPr>
          <p:cNvPr id="6236" name="Google Shape;6236;p77"/>
          <p:cNvSpPr txBox="1"/>
          <p:nvPr/>
        </p:nvSpPr>
        <p:spPr>
          <a:xfrm>
            <a:off x="523875" y="1028700"/>
            <a:ext cx="7772400" cy="647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Comic Sans MS"/>
              <a:buNone/>
            </a:pPr>
            <a:r>
              <a:rPr b="0" i="1" lang="en-US" sz="2400" u="none">
                <a:solidFill>
                  <a:srgbClr val="FF0000"/>
                </a:solidFill>
                <a:latin typeface="Comic Sans MS"/>
                <a:ea typeface="Comic Sans MS"/>
                <a:cs typeface="Comic Sans MS"/>
                <a:sym typeface="Comic Sans MS"/>
              </a:rPr>
              <a:t>1961-1972: Early packet-switching principles</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41" name="Shape 6241"/>
        <p:cNvGrpSpPr/>
        <p:nvPr/>
      </p:nvGrpSpPr>
      <p:grpSpPr>
        <a:xfrm>
          <a:off x="0" y="0"/>
          <a:ext cx="0" cy="0"/>
          <a:chOff x="0" y="0"/>
          <a:chExt cx="0" cy="0"/>
        </a:xfrm>
      </p:grpSpPr>
      <p:sp>
        <p:nvSpPr>
          <p:cNvPr id="6242" name="Google Shape;6242;p78"/>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43" name="Google Shape;6243;p78"/>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44" name="Google Shape;6244;p78"/>
          <p:cNvSpPr txBox="1"/>
          <p:nvPr>
            <p:ph type="title"/>
          </p:nvPr>
        </p:nvSpPr>
        <p:spPr>
          <a:xfrm>
            <a:off x="476250" y="333375"/>
            <a:ext cx="7772400" cy="647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Internet History</a:t>
            </a:r>
            <a:endParaRPr/>
          </a:p>
        </p:txBody>
      </p:sp>
      <p:sp>
        <p:nvSpPr>
          <p:cNvPr id="6245" name="Google Shape;6245;p78"/>
          <p:cNvSpPr txBox="1"/>
          <p:nvPr>
            <p:ph idx="1" type="body"/>
          </p:nvPr>
        </p:nvSpPr>
        <p:spPr>
          <a:xfrm>
            <a:off x="228600" y="1695450"/>
            <a:ext cx="4152900" cy="44577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1970:</a:t>
            </a:r>
            <a:r>
              <a:rPr b="0" i="0" lang="en-US" sz="2000" u="none">
                <a:solidFill>
                  <a:schemeClr val="dk1"/>
                </a:solidFill>
                <a:latin typeface="Comic Sans MS"/>
                <a:ea typeface="Comic Sans MS"/>
                <a:cs typeface="Comic Sans MS"/>
                <a:sym typeface="Comic Sans MS"/>
              </a:rPr>
              <a:t> ALOHAnet satellite network in Hawaii</a:t>
            </a:r>
            <a:endParaRPr/>
          </a:p>
          <a:p>
            <a:pPr indent="-342900" lvl="0" marL="342900" rtl="0" algn="l">
              <a:lnSpc>
                <a:spcPct val="9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1974:</a:t>
            </a:r>
            <a:r>
              <a:rPr b="0" i="0" lang="en-US" sz="2000" u="none">
                <a:solidFill>
                  <a:schemeClr val="dk1"/>
                </a:solidFill>
                <a:latin typeface="Comic Sans MS"/>
                <a:ea typeface="Comic Sans MS"/>
                <a:cs typeface="Comic Sans MS"/>
                <a:sym typeface="Comic Sans MS"/>
              </a:rPr>
              <a:t> Cerf and Kahn - architecture for interconnecting networks</a:t>
            </a:r>
            <a:endParaRPr/>
          </a:p>
          <a:p>
            <a:pPr indent="-342900" lvl="0" marL="342900" rtl="0" algn="l">
              <a:lnSpc>
                <a:spcPct val="9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1976:</a:t>
            </a:r>
            <a:r>
              <a:rPr b="0" i="0" lang="en-US" sz="2000" u="none">
                <a:solidFill>
                  <a:schemeClr val="dk1"/>
                </a:solidFill>
                <a:latin typeface="Comic Sans MS"/>
                <a:ea typeface="Comic Sans MS"/>
                <a:cs typeface="Comic Sans MS"/>
                <a:sym typeface="Comic Sans MS"/>
              </a:rPr>
              <a:t> Ethernet at Xerox PARC</a:t>
            </a:r>
            <a:endParaRPr/>
          </a:p>
          <a:p>
            <a:pPr indent="-342900" lvl="0" marL="342900" rtl="0" algn="l">
              <a:lnSpc>
                <a:spcPct val="9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ate70’s:</a:t>
            </a:r>
            <a:r>
              <a:rPr b="0" i="0" lang="en-US" sz="2000" u="none">
                <a:solidFill>
                  <a:schemeClr val="dk1"/>
                </a:solidFill>
                <a:latin typeface="Comic Sans MS"/>
                <a:ea typeface="Comic Sans MS"/>
                <a:cs typeface="Comic Sans MS"/>
                <a:sym typeface="Comic Sans MS"/>
              </a:rPr>
              <a:t> proprietary architectures: DECnet, SNA, XNA</a:t>
            </a:r>
            <a:endParaRPr/>
          </a:p>
          <a:p>
            <a:pPr indent="-342900" lvl="0" marL="342900" rtl="0" algn="l">
              <a:lnSpc>
                <a:spcPct val="9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late 70’s:</a:t>
            </a:r>
            <a:r>
              <a:rPr b="0" i="0" lang="en-US" sz="2000" u="none">
                <a:solidFill>
                  <a:schemeClr val="dk1"/>
                </a:solidFill>
                <a:latin typeface="Comic Sans MS"/>
                <a:ea typeface="Comic Sans MS"/>
                <a:cs typeface="Comic Sans MS"/>
                <a:sym typeface="Comic Sans MS"/>
              </a:rPr>
              <a:t> switching fixed length packets (ATM precursor)</a:t>
            </a:r>
            <a:endParaRPr/>
          </a:p>
          <a:p>
            <a:pPr indent="-342900" lvl="0" marL="342900" rtl="0" algn="l">
              <a:lnSpc>
                <a:spcPct val="9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1979:</a:t>
            </a:r>
            <a:r>
              <a:rPr b="0" i="0" lang="en-US" sz="2000" u="none">
                <a:solidFill>
                  <a:schemeClr val="dk1"/>
                </a:solidFill>
                <a:latin typeface="Comic Sans MS"/>
                <a:ea typeface="Comic Sans MS"/>
                <a:cs typeface="Comic Sans MS"/>
                <a:sym typeface="Comic Sans MS"/>
              </a:rPr>
              <a:t> ARPAnet has 200 nodes</a:t>
            </a:r>
            <a:endParaRPr/>
          </a:p>
        </p:txBody>
      </p:sp>
      <p:sp>
        <p:nvSpPr>
          <p:cNvPr id="6246" name="Google Shape;6246;p78"/>
          <p:cNvSpPr txBox="1"/>
          <p:nvPr>
            <p:ph idx="1" type="body"/>
          </p:nvPr>
        </p:nvSpPr>
        <p:spPr>
          <a:xfrm>
            <a:off x="4495800" y="1800225"/>
            <a:ext cx="3810000" cy="44481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530"/>
              <a:buNone/>
            </a:pPr>
            <a:r>
              <a:rPr b="0" i="0" lang="en-US" sz="1800" u="none">
                <a:solidFill>
                  <a:srgbClr val="FF0000"/>
                </a:solidFill>
                <a:latin typeface="Comic Sans MS"/>
                <a:ea typeface="Comic Sans MS"/>
                <a:cs typeface="Comic Sans MS"/>
                <a:sym typeface="Comic Sans MS"/>
              </a:rPr>
              <a:t>Cerf and Kahn’s internetworking principles:</a:t>
            </a:r>
            <a:endParaRPr/>
          </a:p>
          <a:p>
            <a:pPr indent="-285750" lvl="1" marL="742950" rtl="0" algn="l">
              <a:lnSpc>
                <a:spcPct val="90000"/>
              </a:lnSpc>
              <a:spcBef>
                <a:spcPts val="360"/>
              </a:spcBef>
              <a:spcAft>
                <a:spcPts val="0"/>
              </a:spcAft>
              <a:buClr>
                <a:schemeClr val="accent2"/>
              </a:buClr>
              <a:buSzPts val="1350"/>
              <a:buFont typeface="Noto Sans Symbols"/>
              <a:buChar char="❖"/>
            </a:pPr>
            <a:r>
              <a:rPr b="0" i="0" lang="en-US" sz="1800" u="none">
                <a:solidFill>
                  <a:schemeClr val="dk1"/>
                </a:solidFill>
                <a:latin typeface="Comic Sans MS"/>
                <a:ea typeface="Comic Sans MS"/>
                <a:cs typeface="Comic Sans MS"/>
                <a:sym typeface="Comic Sans MS"/>
              </a:rPr>
              <a:t>minimalism, autonomy - no internal changes required to interconnect networks</a:t>
            </a:r>
            <a:endParaRPr/>
          </a:p>
          <a:p>
            <a:pPr indent="-285750" lvl="1" marL="742950" rtl="0" algn="l">
              <a:lnSpc>
                <a:spcPct val="90000"/>
              </a:lnSpc>
              <a:spcBef>
                <a:spcPts val="360"/>
              </a:spcBef>
              <a:spcAft>
                <a:spcPts val="0"/>
              </a:spcAft>
              <a:buClr>
                <a:schemeClr val="accent2"/>
              </a:buClr>
              <a:buSzPts val="1350"/>
              <a:buFont typeface="Noto Sans Symbols"/>
              <a:buChar char="❖"/>
            </a:pPr>
            <a:r>
              <a:rPr b="0" i="0" lang="en-US" sz="1800" u="none">
                <a:solidFill>
                  <a:schemeClr val="dk1"/>
                </a:solidFill>
                <a:latin typeface="Comic Sans MS"/>
                <a:ea typeface="Comic Sans MS"/>
                <a:cs typeface="Comic Sans MS"/>
                <a:sym typeface="Comic Sans MS"/>
              </a:rPr>
              <a:t>best effort service model</a:t>
            </a:r>
            <a:endParaRPr/>
          </a:p>
          <a:p>
            <a:pPr indent="-285750" lvl="1" marL="742950" rtl="0" algn="l">
              <a:lnSpc>
                <a:spcPct val="90000"/>
              </a:lnSpc>
              <a:spcBef>
                <a:spcPts val="360"/>
              </a:spcBef>
              <a:spcAft>
                <a:spcPts val="0"/>
              </a:spcAft>
              <a:buClr>
                <a:schemeClr val="accent2"/>
              </a:buClr>
              <a:buSzPts val="1350"/>
              <a:buFont typeface="Noto Sans Symbols"/>
              <a:buChar char="❖"/>
            </a:pPr>
            <a:r>
              <a:rPr b="0" i="0" lang="en-US" sz="1800" u="none">
                <a:solidFill>
                  <a:schemeClr val="dk1"/>
                </a:solidFill>
                <a:latin typeface="Comic Sans MS"/>
                <a:ea typeface="Comic Sans MS"/>
                <a:cs typeface="Comic Sans MS"/>
                <a:sym typeface="Comic Sans MS"/>
              </a:rPr>
              <a:t>stateless routers</a:t>
            </a:r>
            <a:endParaRPr/>
          </a:p>
          <a:p>
            <a:pPr indent="-285750" lvl="1" marL="742950" rtl="0" algn="l">
              <a:lnSpc>
                <a:spcPct val="90000"/>
              </a:lnSpc>
              <a:spcBef>
                <a:spcPts val="360"/>
              </a:spcBef>
              <a:spcAft>
                <a:spcPts val="0"/>
              </a:spcAft>
              <a:buClr>
                <a:schemeClr val="accent2"/>
              </a:buClr>
              <a:buSzPts val="1350"/>
              <a:buFont typeface="Noto Sans Symbols"/>
              <a:buChar char="❖"/>
            </a:pPr>
            <a:r>
              <a:rPr b="0" i="0" lang="en-US" sz="1800" u="none">
                <a:solidFill>
                  <a:schemeClr val="dk1"/>
                </a:solidFill>
                <a:latin typeface="Comic Sans MS"/>
                <a:ea typeface="Comic Sans MS"/>
                <a:cs typeface="Comic Sans MS"/>
                <a:sym typeface="Comic Sans MS"/>
              </a:rPr>
              <a:t>decentralized control</a:t>
            </a:r>
            <a:endParaRPr/>
          </a:p>
          <a:p>
            <a:pPr indent="-342900" lvl="0" marL="342900" rtl="0" algn="l">
              <a:lnSpc>
                <a:spcPct val="90000"/>
              </a:lnSpc>
              <a:spcBef>
                <a:spcPts val="360"/>
              </a:spcBef>
              <a:spcAft>
                <a:spcPts val="0"/>
              </a:spcAft>
              <a:buSzPts val="1530"/>
              <a:buNone/>
            </a:pPr>
            <a:r>
              <a:rPr b="0" i="0" lang="en-US" sz="1800" u="none">
                <a:solidFill>
                  <a:srgbClr val="FF0000"/>
                </a:solidFill>
                <a:latin typeface="Comic Sans MS"/>
                <a:ea typeface="Comic Sans MS"/>
                <a:cs typeface="Comic Sans MS"/>
                <a:sym typeface="Comic Sans MS"/>
              </a:rPr>
              <a:t>define today’s Internet architecture</a:t>
            </a:r>
            <a:endParaRPr/>
          </a:p>
        </p:txBody>
      </p:sp>
      <p:sp>
        <p:nvSpPr>
          <p:cNvPr id="6247" name="Google Shape;6247;p78"/>
          <p:cNvSpPr txBox="1"/>
          <p:nvPr/>
        </p:nvSpPr>
        <p:spPr>
          <a:xfrm>
            <a:off x="523875" y="1028700"/>
            <a:ext cx="7972425" cy="647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Comic Sans MS"/>
              <a:buNone/>
            </a:pPr>
            <a:r>
              <a:rPr b="0" i="1" lang="en-US" sz="2400" u="none">
                <a:solidFill>
                  <a:srgbClr val="FF0000"/>
                </a:solidFill>
                <a:latin typeface="Comic Sans MS"/>
                <a:ea typeface="Comic Sans MS"/>
                <a:cs typeface="Comic Sans MS"/>
                <a:sym typeface="Comic Sans MS"/>
              </a:rPr>
              <a:t>1972-1980: Internetworking, new and proprietary nets</a:t>
            </a:r>
            <a:endParaRPr/>
          </a:p>
        </p:txBody>
      </p:sp>
      <p:sp>
        <p:nvSpPr>
          <p:cNvPr id="6248" name="Google Shape;6248;p78"/>
          <p:cNvSpPr txBox="1"/>
          <p:nvPr/>
        </p:nvSpPr>
        <p:spPr>
          <a:xfrm>
            <a:off x="4457700" y="1771650"/>
            <a:ext cx="3810000" cy="4143375"/>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53" name="Shape 6253"/>
        <p:cNvGrpSpPr/>
        <p:nvPr/>
      </p:nvGrpSpPr>
      <p:grpSpPr>
        <a:xfrm>
          <a:off x="0" y="0"/>
          <a:ext cx="0" cy="0"/>
          <a:chOff x="0" y="0"/>
          <a:chExt cx="0" cy="0"/>
        </a:xfrm>
      </p:grpSpPr>
      <p:sp>
        <p:nvSpPr>
          <p:cNvPr id="6254" name="Google Shape;6254;p79"/>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55" name="Google Shape;6255;p79"/>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56" name="Google Shape;6256;p79"/>
          <p:cNvSpPr txBox="1"/>
          <p:nvPr>
            <p:ph type="title"/>
          </p:nvPr>
        </p:nvSpPr>
        <p:spPr>
          <a:xfrm>
            <a:off x="476250" y="333375"/>
            <a:ext cx="7772400" cy="647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Internet History</a:t>
            </a:r>
            <a:endParaRPr/>
          </a:p>
        </p:txBody>
      </p:sp>
      <p:sp>
        <p:nvSpPr>
          <p:cNvPr id="6257" name="Google Shape;6257;p79"/>
          <p:cNvSpPr txBox="1"/>
          <p:nvPr>
            <p:ph idx="1" type="body"/>
          </p:nvPr>
        </p:nvSpPr>
        <p:spPr>
          <a:xfrm>
            <a:off x="533400" y="1790700"/>
            <a:ext cx="3810000" cy="4457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1983:</a:t>
            </a:r>
            <a:r>
              <a:rPr b="0" i="0" lang="en-US" sz="2400" u="none">
                <a:solidFill>
                  <a:schemeClr val="dk1"/>
                </a:solidFill>
                <a:latin typeface="Comic Sans MS"/>
                <a:ea typeface="Comic Sans MS"/>
                <a:cs typeface="Comic Sans MS"/>
                <a:sym typeface="Comic Sans MS"/>
              </a:rPr>
              <a:t> deployment of TCP/IP</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1982:</a:t>
            </a:r>
            <a:r>
              <a:rPr b="0" i="0" lang="en-US" sz="2400" u="none">
                <a:solidFill>
                  <a:schemeClr val="dk1"/>
                </a:solidFill>
                <a:latin typeface="Comic Sans MS"/>
                <a:ea typeface="Comic Sans MS"/>
                <a:cs typeface="Comic Sans MS"/>
                <a:sym typeface="Comic Sans MS"/>
              </a:rPr>
              <a:t> smtp e-mail protocol defined </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1983:</a:t>
            </a:r>
            <a:r>
              <a:rPr b="0" i="0" lang="en-US" sz="2400" u="none">
                <a:solidFill>
                  <a:schemeClr val="dk1"/>
                </a:solidFill>
                <a:latin typeface="Comic Sans MS"/>
                <a:ea typeface="Comic Sans MS"/>
                <a:cs typeface="Comic Sans MS"/>
                <a:sym typeface="Comic Sans MS"/>
              </a:rPr>
              <a:t> DNS defined for name-to-IP-address translation</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1985:</a:t>
            </a:r>
            <a:r>
              <a:rPr b="0" i="0" lang="en-US" sz="2400" u="none">
                <a:solidFill>
                  <a:schemeClr val="dk1"/>
                </a:solidFill>
                <a:latin typeface="Comic Sans MS"/>
                <a:ea typeface="Comic Sans MS"/>
                <a:cs typeface="Comic Sans MS"/>
                <a:sym typeface="Comic Sans MS"/>
              </a:rPr>
              <a:t> ftp protocol defined</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accent2"/>
                </a:solidFill>
                <a:latin typeface="Comic Sans MS"/>
                <a:ea typeface="Comic Sans MS"/>
                <a:cs typeface="Comic Sans MS"/>
                <a:sym typeface="Comic Sans MS"/>
              </a:rPr>
              <a:t>1988:</a:t>
            </a:r>
            <a:r>
              <a:rPr b="0" i="0" lang="en-US" sz="2400" u="none">
                <a:solidFill>
                  <a:schemeClr val="dk1"/>
                </a:solidFill>
                <a:latin typeface="Comic Sans MS"/>
                <a:ea typeface="Comic Sans MS"/>
                <a:cs typeface="Comic Sans MS"/>
                <a:sym typeface="Comic Sans MS"/>
              </a:rPr>
              <a:t> TCP congestion control</a:t>
            </a:r>
            <a:endParaRPr/>
          </a:p>
        </p:txBody>
      </p:sp>
      <p:sp>
        <p:nvSpPr>
          <p:cNvPr id="6258" name="Google Shape;6258;p79"/>
          <p:cNvSpPr txBox="1"/>
          <p:nvPr>
            <p:ph idx="1" type="body"/>
          </p:nvPr>
        </p:nvSpPr>
        <p:spPr>
          <a:xfrm>
            <a:off x="4495800" y="1800225"/>
            <a:ext cx="3810000" cy="44481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new national networks: Csnet, BITnet, NSFnet, Minitel</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100,000 hosts connected to confederation of networks</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
        <p:nvSpPr>
          <p:cNvPr id="6259" name="Google Shape;6259;p79"/>
          <p:cNvSpPr txBox="1"/>
          <p:nvPr/>
        </p:nvSpPr>
        <p:spPr>
          <a:xfrm>
            <a:off x="523875" y="1028700"/>
            <a:ext cx="7962900" cy="647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Comic Sans MS"/>
              <a:buNone/>
            </a:pPr>
            <a:r>
              <a:rPr b="0" i="1" lang="en-US" sz="2400" u="none">
                <a:solidFill>
                  <a:srgbClr val="FF0000"/>
                </a:solidFill>
                <a:latin typeface="Comic Sans MS"/>
                <a:ea typeface="Comic Sans MS"/>
                <a:cs typeface="Comic Sans MS"/>
                <a:sym typeface="Comic Sans MS"/>
              </a:rPr>
              <a:t>1980-1990: new protocols, a proliferation of networks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64" name="Shape 6264"/>
        <p:cNvGrpSpPr/>
        <p:nvPr/>
      </p:nvGrpSpPr>
      <p:grpSpPr>
        <a:xfrm>
          <a:off x="0" y="0"/>
          <a:ext cx="0" cy="0"/>
          <a:chOff x="0" y="0"/>
          <a:chExt cx="0" cy="0"/>
        </a:xfrm>
      </p:grpSpPr>
      <p:sp>
        <p:nvSpPr>
          <p:cNvPr id="6265" name="Google Shape;6265;p80"/>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66" name="Google Shape;6266;p80"/>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67" name="Google Shape;6267;p80"/>
          <p:cNvSpPr txBox="1"/>
          <p:nvPr>
            <p:ph type="title"/>
          </p:nvPr>
        </p:nvSpPr>
        <p:spPr>
          <a:xfrm>
            <a:off x="476250" y="333375"/>
            <a:ext cx="7772400" cy="647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Internet History</a:t>
            </a:r>
            <a:endParaRPr/>
          </a:p>
        </p:txBody>
      </p:sp>
      <p:sp>
        <p:nvSpPr>
          <p:cNvPr id="6268" name="Google Shape;6268;p80"/>
          <p:cNvSpPr txBox="1"/>
          <p:nvPr>
            <p:ph idx="1" type="body"/>
          </p:nvPr>
        </p:nvSpPr>
        <p:spPr>
          <a:xfrm>
            <a:off x="419100" y="1790700"/>
            <a:ext cx="4470400" cy="4457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Early 1990’s: </a:t>
            </a:r>
            <a:r>
              <a:rPr b="0" i="0" lang="en-US" sz="2000" u="none">
                <a:solidFill>
                  <a:schemeClr val="dk1"/>
                </a:solidFill>
                <a:latin typeface="Comic Sans MS"/>
                <a:ea typeface="Comic Sans MS"/>
                <a:cs typeface="Comic Sans MS"/>
                <a:sym typeface="Comic Sans MS"/>
              </a:rPr>
              <a:t>ARPAnet decommissioned</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1991: </a:t>
            </a:r>
            <a:r>
              <a:rPr b="0" i="0" lang="en-US" sz="2000" u="none">
                <a:solidFill>
                  <a:schemeClr val="dk1"/>
                </a:solidFill>
                <a:latin typeface="Comic Sans MS"/>
                <a:ea typeface="Comic Sans MS"/>
                <a:cs typeface="Comic Sans MS"/>
                <a:sym typeface="Comic Sans MS"/>
              </a:rPr>
              <a:t>NSF lifts restrictions on commercial use of NSFnet (decommissioned, 1995)</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accent2"/>
                </a:solidFill>
                <a:latin typeface="Comic Sans MS"/>
                <a:ea typeface="Comic Sans MS"/>
                <a:cs typeface="Comic Sans MS"/>
                <a:sym typeface="Comic Sans MS"/>
              </a:rPr>
              <a:t>early 1990s:</a:t>
            </a:r>
            <a:r>
              <a:rPr b="0" i="0" lang="en-US" sz="2000" u="none">
                <a:solidFill>
                  <a:schemeClr val="dk1"/>
                </a:solidFill>
                <a:latin typeface="Comic Sans MS"/>
                <a:ea typeface="Comic Sans MS"/>
                <a:cs typeface="Comic Sans MS"/>
                <a:sym typeface="Comic Sans MS"/>
              </a:rPr>
              <a:t> Web</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hypertext [Bush 1945, Nelson 1960’s]</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HTML, HTTP: Berners-Lee</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1994: Mosaic, later Netscape</a:t>
            </a:r>
            <a:endParaRPr/>
          </a:p>
          <a:p>
            <a:pPr indent="-285750" lvl="1" marL="742950" rtl="0" algn="l">
              <a:lnSpc>
                <a:spcPct val="100000"/>
              </a:lnSpc>
              <a:spcBef>
                <a:spcPts val="400"/>
              </a:spcBef>
              <a:spcAft>
                <a:spcPts val="0"/>
              </a:spcAft>
              <a:buClr>
                <a:schemeClr val="accent2"/>
              </a:buClr>
              <a:buSzPts val="1500"/>
              <a:buFont typeface="Noto Sans Symbols"/>
              <a:buChar char="❖"/>
            </a:pPr>
            <a:r>
              <a:rPr b="0" i="0" lang="en-US" sz="2000" u="none">
                <a:solidFill>
                  <a:schemeClr val="dk1"/>
                </a:solidFill>
                <a:latin typeface="Comic Sans MS"/>
                <a:ea typeface="Comic Sans MS"/>
                <a:cs typeface="Comic Sans MS"/>
                <a:sym typeface="Comic Sans MS"/>
              </a:rPr>
              <a:t>late 1990’s: commercialization</a:t>
            </a:r>
            <a:r>
              <a:rPr b="0" i="0" lang="en-US" sz="1800" u="none">
                <a:solidFill>
                  <a:schemeClr val="dk1"/>
                </a:solidFill>
                <a:latin typeface="Comic Sans MS"/>
                <a:ea typeface="Comic Sans MS"/>
                <a:cs typeface="Comic Sans MS"/>
                <a:sym typeface="Comic Sans MS"/>
              </a:rPr>
              <a:t> of the Web</a:t>
            </a:r>
            <a:endParaRPr/>
          </a:p>
          <a:p>
            <a:pPr indent="-234950" lvl="0" marL="342900" rtl="0" algn="l">
              <a:lnSpc>
                <a:spcPct val="100000"/>
              </a:lnSpc>
              <a:spcBef>
                <a:spcPts val="400"/>
              </a:spcBef>
              <a:spcAft>
                <a:spcPts val="0"/>
              </a:spcAft>
              <a:buClr>
                <a:schemeClr val="accent2"/>
              </a:buClr>
              <a:buSzPts val="1700"/>
              <a:buFont typeface="Noto Sans Symbols"/>
              <a:buNone/>
            </a:pPr>
            <a:r>
              <a:t/>
            </a:r>
            <a:endParaRPr b="0" i="0" sz="2000" u="none">
              <a:solidFill>
                <a:schemeClr val="dk1"/>
              </a:solidFill>
              <a:latin typeface="Comic Sans MS"/>
              <a:ea typeface="Comic Sans MS"/>
              <a:cs typeface="Comic Sans MS"/>
              <a:sym typeface="Comic Sans MS"/>
            </a:endParaRPr>
          </a:p>
          <a:p>
            <a:pPr indent="-234950" lvl="0" marL="342900" rtl="0" algn="l">
              <a:spcBef>
                <a:spcPts val="400"/>
              </a:spcBef>
              <a:spcAft>
                <a:spcPts val="0"/>
              </a:spcAft>
              <a:buSzPts val="1700"/>
              <a:buNone/>
            </a:pPr>
            <a:r>
              <a:t/>
            </a:r>
            <a:endParaRPr b="0" i="0" sz="2000" u="none">
              <a:solidFill>
                <a:schemeClr val="dk1"/>
              </a:solidFill>
              <a:latin typeface="Comic Sans MS"/>
              <a:ea typeface="Comic Sans MS"/>
              <a:cs typeface="Comic Sans MS"/>
              <a:sym typeface="Comic Sans MS"/>
            </a:endParaRPr>
          </a:p>
        </p:txBody>
      </p:sp>
      <p:sp>
        <p:nvSpPr>
          <p:cNvPr id="6269" name="Google Shape;6269;p80"/>
          <p:cNvSpPr txBox="1"/>
          <p:nvPr>
            <p:ph idx="1" type="body"/>
          </p:nvPr>
        </p:nvSpPr>
        <p:spPr>
          <a:xfrm>
            <a:off x="4876800" y="1800225"/>
            <a:ext cx="3965575" cy="44481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chemeClr val="accent2"/>
                </a:solidFill>
                <a:latin typeface="Comic Sans MS"/>
                <a:ea typeface="Comic Sans MS"/>
                <a:cs typeface="Comic Sans MS"/>
                <a:sym typeface="Comic Sans MS"/>
              </a:rPr>
              <a:t>Late 1990’s – 2000’s:</a:t>
            </a:r>
            <a:endParaRPr b="0" i="0" sz="2400" u="none">
              <a:solidFill>
                <a:srgbClr val="FF0000"/>
              </a:solidFill>
              <a:latin typeface="Comic Sans MS"/>
              <a:ea typeface="Comic Sans MS"/>
              <a:cs typeface="Comic Sans MS"/>
              <a:sym typeface="Comic Sans MS"/>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dk1"/>
                </a:solidFill>
                <a:latin typeface="Comic Sans MS"/>
                <a:ea typeface="Comic Sans MS"/>
                <a:cs typeface="Comic Sans MS"/>
                <a:sym typeface="Comic Sans MS"/>
              </a:rPr>
              <a:t>more killer apps: instant messaging, P2P file sharing</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dk1"/>
                </a:solidFill>
                <a:latin typeface="Comic Sans MS"/>
                <a:ea typeface="Comic Sans MS"/>
                <a:cs typeface="Comic Sans MS"/>
                <a:sym typeface="Comic Sans MS"/>
              </a:rPr>
              <a:t>network security to forefront</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dk1"/>
                </a:solidFill>
                <a:latin typeface="Comic Sans MS"/>
                <a:ea typeface="Comic Sans MS"/>
                <a:cs typeface="Comic Sans MS"/>
                <a:sym typeface="Comic Sans MS"/>
              </a:rPr>
              <a:t>est. 50 million host, 100 million+ users</a:t>
            </a:r>
            <a:endParaRPr/>
          </a:p>
          <a:p>
            <a:pPr indent="-342900" lvl="0" marL="342900" rtl="0" algn="l">
              <a:lnSpc>
                <a:spcPct val="100000"/>
              </a:lnSpc>
              <a:spcBef>
                <a:spcPts val="400"/>
              </a:spcBef>
              <a:spcAft>
                <a:spcPts val="0"/>
              </a:spcAft>
              <a:buClr>
                <a:schemeClr val="accent2"/>
              </a:buClr>
              <a:buSzPts val="1700"/>
              <a:buFont typeface="Noto Sans Symbols"/>
              <a:buChar char="❑"/>
            </a:pPr>
            <a:r>
              <a:rPr b="0" i="0" lang="en-US" sz="2000" u="none">
                <a:solidFill>
                  <a:schemeClr val="dk1"/>
                </a:solidFill>
                <a:latin typeface="Comic Sans MS"/>
                <a:ea typeface="Comic Sans MS"/>
                <a:cs typeface="Comic Sans MS"/>
                <a:sym typeface="Comic Sans MS"/>
              </a:rPr>
              <a:t>backbone links running at Gbps</a:t>
            </a:r>
            <a:endParaRPr/>
          </a:p>
          <a:p>
            <a:pPr indent="-234950" lvl="0" marL="342900" rtl="0" algn="l">
              <a:spcBef>
                <a:spcPts val="400"/>
              </a:spcBef>
              <a:spcAft>
                <a:spcPts val="0"/>
              </a:spcAft>
              <a:buSzPts val="1700"/>
              <a:buNone/>
            </a:pPr>
            <a:r>
              <a:t/>
            </a:r>
            <a:endParaRPr b="0" i="0" sz="2000" u="none">
              <a:solidFill>
                <a:schemeClr val="dk1"/>
              </a:solidFill>
              <a:latin typeface="Comic Sans MS"/>
              <a:ea typeface="Comic Sans MS"/>
              <a:cs typeface="Comic Sans MS"/>
              <a:sym typeface="Comic Sans MS"/>
            </a:endParaRPr>
          </a:p>
        </p:txBody>
      </p:sp>
      <p:sp>
        <p:nvSpPr>
          <p:cNvPr id="6270" name="Google Shape;6270;p80"/>
          <p:cNvSpPr txBox="1"/>
          <p:nvPr/>
        </p:nvSpPr>
        <p:spPr>
          <a:xfrm>
            <a:off x="523875" y="1028700"/>
            <a:ext cx="7962900" cy="647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Comic Sans MS"/>
              <a:buNone/>
            </a:pPr>
            <a:r>
              <a:rPr b="0" i="1" lang="en-US" sz="2400" u="none">
                <a:solidFill>
                  <a:srgbClr val="FF0000"/>
                </a:solidFill>
                <a:latin typeface="Comic Sans MS"/>
                <a:ea typeface="Comic Sans MS"/>
                <a:cs typeface="Comic Sans MS"/>
                <a:sym typeface="Comic Sans MS"/>
              </a:rPr>
              <a:t>1990, 2000’s: commercialization, the Web, new apps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75" name="Shape 6275"/>
        <p:cNvGrpSpPr/>
        <p:nvPr/>
      </p:nvGrpSpPr>
      <p:grpSpPr>
        <a:xfrm>
          <a:off x="0" y="0"/>
          <a:ext cx="0" cy="0"/>
          <a:chOff x="0" y="0"/>
          <a:chExt cx="0" cy="0"/>
        </a:xfrm>
      </p:grpSpPr>
      <p:sp>
        <p:nvSpPr>
          <p:cNvPr id="6276" name="Google Shape;6276;p81"/>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77" name="Google Shape;6277;p81"/>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78" name="Google Shape;6278;p81"/>
          <p:cNvSpPr txBox="1"/>
          <p:nvPr>
            <p:ph type="title"/>
          </p:nvPr>
        </p:nvSpPr>
        <p:spPr>
          <a:xfrm>
            <a:off x="476250" y="333375"/>
            <a:ext cx="7772400" cy="647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Comic Sans MS"/>
              <a:buNone/>
            </a:pPr>
            <a:r>
              <a:rPr b="0" i="0" lang="en-US" sz="3600" u="sng">
                <a:solidFill>
                  <a:schemeClr val="accent2"/>
                </a:solidFill>
                <a:latin typeface="Comic Sans MS"/>
                <a:ea typeface="Comic Sans MS"/>
                <a:cs typeface="Comic Sans MS"/>
                <a:sym typeface="Comic Sans MS"/>
              </a:rPr>
              <a:t>Internet History</a:t>
            </a:r>
            <a:endParaRPr/>
          </a:p>
        </p:txBody>
      </p:sp>
      <p:sp>
        <p:nvSpPr>
          <p:cNvPr id="6279" name="Google Shape;6279;p81"/>
          <p:cNvSpPr txBox="1"/>
          <p:nvPr>
            <p:ph idx="1" type="body"/>
          </p:nvPr>
        </p:nvSpPr>
        <p:spPr>
          <a:xfrm>
            <a:off x="571500" y="1473200"/>
            <a:ext cx="4789487" cy="4457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40"/>
              <a:buNone/>
            </a:pPr>
            <a:r>
              <a:rPr b="0" i="0" lang="en-US" sz="2400" u="none">
                <a:solidFill>
                  <a:schemeClr val="accent2"/>
                </a:solidFill>
                <a:latin typeface="Comic Sans MS"/>
                <a:ea typeface="Comic Sans MS"/>
                <a:cs typeface="Comic Sans MS"/>
                <a:sym typeface="Comic Sans MS"/>
              </a:rPr>
              <a:t>2007:</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~500 million hosts</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Voice, Video over IP</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P2P applications: BitTorrent (file sharing) Skype (VoIP), PPLive (video)</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more applications: YouTube, gaming</a:t>
            </a:r>
            <a:endParaRPr/>
          </a:p>
          <a:p>
            <a:pPr indent="-342900" lvl="0" marL="342900" rtl="0" algn="l">
              <a:lnSpc>
                <a:spcPct val="10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wireless, mobility</a:t>
            </a:r>
            <a:endParaRPr/>
          </a:p>
          <a:p>
            <a:pPr indent="-213359" lvl="0" marL="342900" rtl="0" algn="l">
              <a:spcBef>
                <a:spcPts val="480"/>
              </a:spcBef>
              <a:spcAft>
                <a:spcPts val="0"/>
              </a:spcAft>
              <a:buSzPts val="2040"/>
              <a:buNone/>
            </a:pPr>
            <a:r>
              <a:t/>
            </a:r>
            <a:endParaRPr b="0" i="0" sz="2400" u="none">
              <a:solidFill>
                <a:schemeClr val="dk1"/>
              </a:solidFill>
              <a:latin typeface="Comic Sans MS"/>
              <a:ea typeface="Comic Sans MS"/>
              <a:cs typeface="Comic Sans MS"/>
              <a:sym typeface="Comic Sans M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84" name="Shape 6284"/>
        <p:cNvGrpSpPr/>
        <p:nvPr/>
      </p:nvGrpSpPr>
      <p:grpSpPr>
        <a:xfrm>
          <a:off x="0" y="0"/>
          <a:ext cx="0" cy="0"/>
          <a:chOff x="0" y="0"/>
          <a:chExt cx="0" cy="0"/>
        </a:xfrm>
      </p:grpSpPr>
      <p:sp>
        <p:nvSpPr>
          <p:cNvPr id="6285" name="Google Shape;6285;p82"/>
          <p:cNvSpPr txBox="1"/>
          <p:nvPr/>
        </p:nvSpPr>
        <p:spPr>
          <a:xfrm>
            <a:off x="5410200" y="6400800"/>
            <a:ext cx="2895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 Introduction</a:t>
            </a:r>
            <a:endParaRPr/>
          </a:p>
        </p:txBody>
      </p:sp>
      <p:sp>
        <p:nvSpPr>
          <p:cNvPr id="6286" name="Google Shape;6286;p82"/>
          <p:cNvSpPr txBox="1"/>
          <p:nvPr/>
        </p:nvSpPr>
        <p:spPr>
          <a:xfrm>
            <a:off x="8305800" y="6400800"/>
            <a:ext cx="625475"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1-</a:t>
            </a: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87" name="Google Shape;6287;p8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2"/>
              </a:buClr>
              <a:buSzPts val="4000"/>
              <a:buFont typeface="Comic Sans MS"/>
              <a:buNone/>
            </a:pPr>
            <a:r>
              <a:rPr b="0" i="0" lang="en-US" sz="4000" u="sng">
                <a:solidFill>
                  <a:schemeClr val="accent2"/>
                </a:solidFill>
                <a:latin typeface="Comic Sans MS"/>
                <a:ea typeface="Comic Sans MS"/>
                <a:cs typeface="Comic Sans MS"/>
                <a:sym typeface="Comic Sans MS"/>
              </a:rPr>
              <a:t>Introduction: Summary</a:t>
            </a:r>
            <a:endParaRPr/>
          </a:p>
        </p:txBody>
      </p:sp>
      <p:sp>
        <p:nvSpPr>
          <p:cNvPr id="6288" name="Google Shape;6288;p82"/>
          <p:cNvSpPr txBox="1"/>
          <p:nvPr>
            <p:ph idx="1" type="body"/>
          </p:nvPr>
        </p:nvSpPr>
        <p:spPr>
          <a:xfrm>
            <a:off x="546100" y="1398587"/>
            <a:ext cx="4384675" cy="51895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Covered a “ton” of material!</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Internet overview</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what’s a protocol?</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network edge, core, access network</a:t>
            </a:r>
            <a:endParaRPr/>
          </a:p>
          <a:p>
            <a:pPr indent="-285750" lvl="1" marL="7429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packet-switching versus circuit-switching</a:t>
            </a:r>
            <a:endParaRPr/>
          </a:p>
          <a:p>
            <a:pPr indent="-285750" lvl="1" marL="7429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Comic Sans MS"/>
                <a:ea typeface="Comic Sans MS"/>
                <a:cs typeface="Comic Sans MS"/>
                <a:sym typeface="Comic Sans MS"/>
              </a:rPr>
              <a:t>Internet structure</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performance: loss, delay, throughput</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layering, service models</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security</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history</a:t>
            </a:r>
            <a:endParaRPr/>
          </a:p>
        </p:txBody>
      </p:sp>
      <p:sp>
        <p:nvSpPr>
          <p:cNvPr id="6289" name="Google Shape;6289;p82"/>
          <p:cNvSpPr txBox="1"/>
          <p:nvPr>
            <p:ph idx="1" type="body"/>
          </p:nvPr>
        </p:nvSpPr>
        <p:spPr>
          <a:xfrm>
            <a:off x="5114925" y="1579562"/>
            <a:ext cx="372427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040"/>
              <a:buNone/>
            </a:pPr>
            <a:r>
              <a:rPr b="0" i="0" lang="en-US" sz="2400" u="sng">
                <a:solidFill>
                  <a:srgbClr val="FF0000"/>
                </a:solidFill>
                <a:latin typeface="Comic Sans MS"/>
                <a:ea typeface="Comic Sans MS"/>
                <a:cs typeface="Comic Sans MS"/>
                <a:sym typeface="Comic Sans MS"/>
              </a:rPr>
              <a:t>You now have:</a:t>
            </a:r>
            <a:r>
              <a:rPr b="0" i="0" lang="en-US" sz="2400" u="none">
                <a:solidFill>
                  <a:schemeClr val="dk1"/>
                </a:solidFill>
                <a:latin typeface="Comic Sans MS"/>
                <a:ea typeface="Comic Sans MS"/>
                <a:cs typeface="Comic Sans MS"/>
                <a:sym typeface="Comic Sans MS"/>
              </a:rPr>
              <a:t> </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context, overview, “feel” of networking</a:t>
            </a:r>
            <a:endParaRPr/>
          </a:p>
          <a:p>
            <a:pPr indent="-342900" lvl="0" marL="342900" rtl="0" algn="l">
              <a:lnSpc>
                <a:spcPct val="90000"/>
              </a:lnSpc>
              <a:spcBef>
                <a:spcPts val="480"/>
              </a:spcBef>
              <a:spcAft>
                <a:spcPts val="0"/>
              </a:spcAft>
              <a:buClr>
                <a:schemeClr val="accent2"/>
              </a:buClr>
              <a:buSzPts val="2040"/>
              <a:buFont typeface="Noto Sans Symbols"/>
              <a:buChar char="❑"/>
            </a:pPr>
            <a:r>
              <a:rPr b="0" i="0" lang="en-US" sz="2400" u="none">
                <a:solidFill>
                  <a:schemeClr val="dk1"/>
                </a:solidFill>
                <a:latin typeface="Comic Sans MS"/>
                <a:ea typeface="Comic Sans MS"/>
                <a:cs typeface="Comic Sans MS"/>
                <a:sym typeface="Comic Sans MS"/>
              </a:rPr>
              <a:t>more depth, detail </a:t>
            </a:r>
            <a:r>
              <a:rPr b="0" i="1" lang="en-US" sz="2400" u="none">
                <a:solidFill>
                  <a:schemeClr val="dk1"/>
                </a:solidFill>
                <a:latin typeface="Comic Sans MS"/>
                <a:ea typeface="Comic Sans MS"/>
                <a:cs typeface="Comic Sans MS"/>
                <a:sym typeface="Comic Sans MS"/>
              </a:rPr>
              <a:t>to follow!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6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7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8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5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9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10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1999-10-08T19:08:27Z</dcterms:created>
  <dc:creator>Jim Kurose and Keith Ross</dc:creator>
</cp:coreProperties>
</file>